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9"/>
  </p:notesMasterIdLst>
  <p:sldIdLst>
    <p:sldId id="256" r:id="rId2"/>
    <p:sldId id="299" r:id="rId3"/>
    <p:sldId id="300" r:id="rId4"/>
    <p:sldId id="265" r:id="rId5"/>
    <p:sldId id="298" r:id="rId6"/>
    <p:sldId id="257" r:id="rId7"/>
    <p:sldId id="266" r:id="rId8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10"/>
    </p:embeddedFont>
    <p:embeddedFont>
      <p:font typeface="Lilita One" panose="02000000000000000000" pitchFamily="2" charset="0"/>
      <p:regular r:id="rId11"/>
    </p:embeddedFont>
    <p:embeddedFont>
      <p:font typeface="MuktaMahee Regular" panose="020B0000000000000000" pitchFamily="34" charset="77"/>
      <p:regular r:id="rId12"/>
    </p:embeddedFon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PT Sans" panose="020B0503020203020204" pitchFamily="34" charset="77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0E5770-4729-4EDA-8FD8-291B2AD45A78}">
  <a:tblStyle styleId="{420E5770-4729-4EDA-8FD8-291B2AD45A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D85AA70-1DEE-4F4C-A45B-7DBB2D971D7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05"/>
    <p:restoredTop sz="94539"/>
  </p:normalViewPr>
  <p:slideViewPr>
    <p:cSldViewPr snapToGrid="0">
      <p:cViewPr varScale="1">
        <p:scale>
          <a:sx n="154" d="100"/>
          <a:sy n="154" d="100"/>
        </p:scale>
        <p:origin x="8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1a5a31f2b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1a5a31f2b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1a7c389bb8a_0_10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1a7c389bb8a_0_10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4637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1a7c389bb8a_0_10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1a7c389bb8a_0_10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3331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1a7c389bb8a_0_10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1a7c389bb8a_0_10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401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1a7c389bb8a_0_10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1a7c389bb8a_0_10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962825"/>
            <a:ext cx="6321000" cy="1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40350" y="2658300"/>
            <a:ext cx="4114800" cy="3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209985" y="-95393"/>
            <a:ext cx="3137147" cy="5334287"/>
            <a:chOff x="5744050" y="2172050"/>
            <a:chExt cx="633575" cy="1077307"/>
          </a:xfrm>
        </p:grpSpPr>
        <p:sp>
          <p:nvSpPr>
            <p:cNvPr id="12" name="Google Shape;12;p2"/>
            <p:cNvSpPr/>
            <p:nvPr/>
          </p:nvSpPr>
          <p:spPr>
            <a:xfrm>
              <a:off x="6231025" y="2172050"/>
              <a:ext cx="98100" cy="85175"/>
            </a:xfrm>
            <a:custGeom>
              <a:avLst/>
              <a:gdLst/>
              <a:ahLst/>
              <a:cxnLst/>
              <a:rect l="l" t="t" r="r" b="b"/>
              <a:pathLst>
                <a:path w="3924" h="3407" extrusionOk="0">
                  <a:moveTo>
                    <a:pt x="2624" y="1"/>
                  </a:moveTo>
                  <a:cubicBezTo>
                    <a:pt x="2383" y="1"/>
                    <a:pt x="2142" y="78"/>
                    <a:pt x="1960" y="232"/>
                  </a:cubicBezTo>
                  <a:cubicBezTo>
                    <a:pt x="1642" y="495"/>
                    <a:pt x="1515" y="925"/>
                    <a:pt x="1202" y="1199"/>
                  </a:cubicBezTo>
                  <a:cubicBezTo>
                    <a:pt x="865" y="1492"/>
                    <a:pt x="318" y="1595"/>
                    <a:pt x="157" y="2010"/>
                  </a:cubicBezTo>
                  <a:cubicBezTo>
                    <a:pt x="0" y="2401"/>
                    <a:pt x="298" y="2845"/>
                    <a:pt x="680" y="3060"/>
                  </a:cubicBezTo>
                  <a:cubicBezTo>
                    <a:pt x="1090" y="3290"/>
                    <a:pt x="1574" y="3339"/>
                    <a:pt x="2043" y="3378"/>
                  </a:cubicBezTo>
                  <a:cubicBezTo>
                    <a:pt x="2208" y="3394"/>
                    <a:pt x="2382" y="3407"/>
                    <a:pt x="2553" y="3407"/>
                  </a:cubicBezTo>
                  <a:cubicBezTo>
                    <a:pt x="2964" y="3407"/>
                    <a:pt x="3365" y="3333"/>
                    <a:pt x="3630" y="3051"/>
                  </a:cubicBezTo>
                  <a:cubicBezTo>
                    <a:pt x="3840" y="2826"/>
                    <a:pt x="3924" y="2508"/>
                    <a:pt x="3914" y="2200"/>
                  </a:cubicBezTo>
                  <a:cubicBezTo>
                    <a:pt x="3909" y="1815"/>
                    <a:pt x="3743" y="1477"/>
                    <a:pt x="3684" y="1106"/>
                  </a:cubicBezTo>
                  <a:cubicBezTo>
                    <a:pt x="3626" y="720"/>
                    <a:pt x="3557" y="388"/>
                    <a:pt x="3191" y="158"/>
                  </a:cubicBezTo>
                  <a:cubicBezTo>
                    <a:pt x="3021" y="53"/>
                    <a:pt x="2822" y="1"/>
                    <a:pt x="26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334350" y="2237025"/>
              <a:ext cx="43275" cy="31875"/>
            </a:xfrm>
            <a:custGeom>
              <a:avLst/>
              <a:gdLst/>
              <a:ahLst/>
              <a:cxnLst/>
              <a:rect l="l" t="t" r="r" b="b"/>
              <a:pathLst>
                <a:path w="1731" h="1275" extrusionOk="0">
                  <a:moveTo>
                    <a:pt x="650" y="0"/>
                  </a:moveTo>
                  <a:cubicBezTo>
                    <a:pt x="432" y="0"/>
                    <a:pt x="245" y="85"/>
                    <a:pt x="157" y="246"/>
                  </a:cubicBezTo>
                  <a:cubicBezTo>
                    <a:pt x="1" y="520"/>
                    <a:pt x="196" y="921"/>
                    <a:pt x="587" y="1140"/>
                  </a:cubicBezTo>
                  <a:cubicBezTo>
                    <a:pt x="751" y="1231"/>
                    <a:pt x="925" y="1275"/>
                    <a:pt x="1083" y="1275"/>
                  </a:cubicBezTo>
                  <a:cubicBezTo>
                    <a:pt x="1300" y="1275"/>
                    <a:pt x="1486" y="1191"/>
                    <a:pt x="1574" y="1033"/>
                  </a:cubicBezTo>
                  <a:cubicBezTo>
                    <a:pt x="1730" y="754"/>
                    <a:pt x="1535" y="354"/>
                    <a:pt x="1144" y="134"/>
                  </a:cubicBezTo>
                  <a:cubicBezTo>
                    <a:pt x="980" y="44"/>
                    <a:pt x="807" y="0"/>
                    <a:pt x="6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332650" y="2187300"/>
              <a:ext cx="42400" cy="29125"/>
            </a:xfrm>
            <a:custGeom>
              <a:avLst/>
              <a:gdLst/>
              <a:ahLst/>
              <a:cxnLst/>
              <a:rect l="l" t="t" r="r" b="b"/>
              <a:pathLst>
                <a:path w="1696" h="1165" extrusionOk="0">
                  <a:moveTo>
                    <a:pt x="765" y="1"/>
                  </a:moveTo>
                  <a:cubicBezTo>
                    <a:pt x="391" y="1"/>
                    <a:pt x="83" y="188"/>
                    <a:pt x="44" y="462"/>
                  </a:cubicBezTo>
                  <a:cubicBezTo>
                    <a:pt x="0" y="775"/>
                    <a:pt x="328" y="1087"/>
                    <a:pt x="767" y="1151"/>
                  </a:cubicBezTo>
                  <a:cubicBezTo>
                    <a:pt x="826" y="1160"/>
                    <a:pt x="884" y="1164"/>
                    <a:pt x="940" y="1164"/>
                  </a:cubicBezTo>
                  <a:cubicBezTo>
                    <a:pt x="1310" y="1164"/>
                    <a:pt x="1613" y="977"/>
                    <a:pt x="1652" y="701"/>
                  </a:cubicBezTo>
                  <a:cubicBezTo>
                    <a:pt x="1695" y="389"/>
                    <a:pt x="1368" y="81"/>
                    <a:pt x="928" y="12"/>
                  </a:cubicBezTo>
                  <a:cubicBezTo>
                    <a:pt x="873" y="5"/>
                    <a:pt x="818" y="1"/>
                    <a:pt x="7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308225" y="2267250"/>
              <a:ext cx="37275" cy="36275"/>
            </a:xfrm>
            <a:custGeom>
              <a:avLst/>
              <a:gdLst/>
              <a:ahLst/>
              <a:cxnLst/>
              <a:rect l="l" t="t" r="r" b="b"/>
              <a:pathLst>
                <a:path w="1491" h="1451" extrusionOk="0">
                  <a:moveTo>
                    <a:pt x="532" y="0"/>
                  </a:moveTo>
                  <a:cubicBezTo>
                    <a:pt x="431" y="0"/>
                    <a:pt x="337" y="27"/>
                    <a:pt x="259" y="83"/>
                  </a:cubicBezTo>
                  <a:cubicBezTo>
                    <a:pt x="0" y="269"/>
                    <a:pt x="5" y="708"/>
                    <a:pt x="269" y="1060"/>
                  </a:cubicBezTo>
                  <a:cubicBezTo>
                    <a:pt x="456" y="1309"/>
                    <a:pt x="722" y="1451"/>
                    <a:pt x="954" y="1451"/>
                  </a:cubicBezTo>
                  <a:cubicBezTo>
                    <a:pt x="1054" y="1451"/>
                    <a:pt x="1148" y="1424"/>
                    <a:pt x="1226" y="1368"/>
                  </a:cubicBezTo>
                  <a:cubicBezTo>
                    <a:pt x="1490" y="1182"/>
                    <a:pt x="1485" y="747"/>
                    <a:pt x="1217" y="391"/>
                  </a:cubicBezTo>
                  <a:cubicBezTo>
                    <a:pt x="1029" y="142"/>
                    <a:pt x="763" y="0"/>
                    <a:pt x="5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58750" y="2263125"/>
              <a:ext cx="34350" cy="39025"/>
            </a:xfrm>
            <a:custGeom>
              <a:avLst/>
              <a:gdLst/>
              <a:ahLst/>
              <a:cxnLst/>
              <a:rect l="l" t="t" r="r" b="b"/>
              <a:pathLst>
                <a:path w="1374" h="1561" extrusionOk="0">
                  <a:moveTo>
                    <a:pt x="582" y="0"/>
                  </a:moveTo>
                  <a:cubicBezTo>
                    <a:pt x="546" y="0"/>
                    <a:pt x="510" y="4"/>
                    <a:pt x="474" y="13"/>
                  </a:cubicBezTo>
                  <a:cubicBezTo>
                    <a:pt x="157" y="92"/>
                    <a:pt x="0" y="497"/>
                    <a:pt x="118" y="922"/>
                  </a:cubicBezTo>
                  <a:cubicBezTo>
                    <a:pt x="222" y="1295"/>
                    <a:pt x="511" y="1560"/>
                    <a:pt x="793" y="1560"/>
                  </a:cubicBezTo>
                  <a:cubicBezTo>
                    <a:pt x="829" y="1560"/>
                    <a:pt x="864" y="1556"/>
                    <a:pt x="899" y="1547"/>
                  </a:cubicBezTo>
                  <a:cubicBezTo>
                    <a:pt x="1217" y="1469"/>
                    <a:pt x="1373" y="1064"/>
                    <a:pt x="1256" y="639"/>
                  </a:cubicBezTo>
                  <a:cubicBezTo>
                    <a:pt x="1152" y="262"/>
                    <a:pt x="864" y="0"/>
                    <a:pt x="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91236" y="3177501"/>
              <a:ext cx="88067" cy="71856"/>
            </a:xfrm>
            <a:custGeom>
              <a:avLst/>
              <a:gdLst/>
              <a:ahLst/>
              <a:cxnLst/>
              <a:rect l="l" t="t" r="r" b="b"/>
              <a:pathLst>
                <a:path w="4080" h="3329" extrusionOk="0">
                  <a:moveTo>
                    <a:pt x="1525" y="1"/>
                  </a:moveTo>
                  <a:cubicBezTo>
                    <a:pt x="1427" y="1"/>
                    <a:pt x="1329" y="15"/>
                    <a:pt x="1232" y="45"/>
                  </a:cubicBezTo>
                  <a:cubicBezTo>
                    <a:pt x="938" y="138"/>
                    <a:pt x="714" y="377"/>
                    <a:pt x="572" y="646"/>
                  </a:cubicBezTo>
                  <a:lnTo>
                    <a:pt x="567" y="646"/>
                  </a:lnTo>
                  <a:cubicBezTo>
                    <a:pt x="391" y="988"/>
                    <a:pt x="367" y="1364"/>
                    <a:pt x="240" y="1716"/>
                  </a:cubicBezTo>
                  <a:cubicBezTo>
                    <a:pt x="103" y="2078"/>
                    <a:pt x="0" y="2400"/>
                    <a:pt x="206" y="2781"/>
                  </a:cubicBezTo>
                  <a:cubicBezTo>
                    <a:pt x="392" y="3116"/>
                    <a:pt x="769" y="3329"/>
                    <a:pt x="1143" y="3329"/>
                  </a:cubicBezTo>
                  <a:cubicBezTo>
                    <a:pt x="1201" y="3329"/>
                    <a:pt x="1258" y="3324"/>
                    <a:pt x="1315" y="3314"/>
                  </a:cubicBezTo>
                  <a:cubicBezTo>
                    <a:pt x="1720" y="3240"/>
                    <a:pt x="2043" y="2928"/>
                    <a:pt x="2443" y="2840"/>
                  </a:cubicBezTo>
                  <a:cubicBezTo>
                    <a:pt x="2563" y="2814"/>
                    <a:pt x="2689" y="2809"/>
                    <a:pt x="2817" y="2809"/>
                  </a:cubicBezTo>
                  <a:cubicBezTo>
                    <a:pt x="2908" y="2809"/>
                    <a:pt x="3001" y="2812"/>
                    <a:pt x="3092" y="2812"/>
                  </a:cubicBezTo>
                  <a:cubicBezTo>
                    <a:pt x="3336" y="2812"/>
                    <a:pt x="3569" y="2792"/>
                    <a:pt x="3752" y="2644"/>
                  </a:cubicBezTo>
                  <a:cubicBezTo>
                    <a:pt x="4080" y="2380"/>
                    <a:pt x="4031" y="1843"/>
                    <a:pt x="3806" y="1477"/>
                  </a:cubicBezTo>
                  <a:cubicBezTo>
                    <a:pt x="3562" y="1076"/>
                    <a:pt x="3161" y="798"/>
                    <a:pt x="2775" y="529"/>
                  </a:cubicBezTo>
                  <a:cubicBezTo>
                    <a:pt x="2397" y="270"/>
                    <a:pt x="1959" y="1"/>
                    <a:pt x="15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8479" y="3144325"/>
              <a:ext cx="31341" cy="32485"/>
            </a:xfrm>
            <a:custGeom>
              <a:avLst/>
              <a:gdLst/>
              <a:ahLst/>
              <a:cxnLst/>
              <a:rect l="l" t="t" r="r" b="b"/>
              <a:pathLst>
                <a:path w="1452" h="1505" extrusionOk="0">
                  <a:moveTo>
                    <a:pt x="526" y="1"/>
                  </a:moveTo>
                  <a:cubicBezTo>
                    <a:pt x="446" y="1"/>
                    <a:pt x="371" y="19"/>
                    <a:pt x="303" y="58"/>
                  </a:cubicBezTo>
                  <a:cubicBezTo>
                    <a:pt x="30" y="219"/>
                    <a:pt x="0" y="664"/>
                    <a:pt x="230" y="1045"/>
                  </a:cubicBezTo>
                  <a:cubicBezTo>
                    <a:pt x="402" y="1331"/>
                    <a:pt x="677" y="1504"/>
                    <a:pt x="919" y="1504"/>
                  </a:cubicBezTo>
                  <a:cubicBezTo>
                    <a:pt x="999" y="1504"/>
                    <a:pt x="1075" y="1485"/>
                    <a:pt x="1143" y="1445"/>
                  </a:cubicBezTo>
                  <a:cubicBezTo>
                    <a:pt x="1417" y="1284"/>
                    <a:pt x="1451" y="844"/>
                    <a:pt x="1217" y="463"/>
                  </a:cubicBezTo>
                  <a:cubicBezTo>
                    <a:pt x="1044" y="173"/>
                    <a:pt x="768" y="1"/>
                    <a:pt x="5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56225" y="3185401"/>
              <a:ext cx="35874" cy="29183"/>
            </a:xfrm>
            <a:custGeom>
              <a:avLst/>
              <a:gdLst/>
              <a:ahLst/>
              <a:cxnLst/>
              <a:rect l="l" t="t" r="r" b="b"/>
              <a:pathLst>
                <a:path w="1662" h="1352" extrusionOk="0">
                  <a:moveTo>
                    <a:pt x="597" y="1"/>
                  </a:moveTo>
                  <a:cubicBezTo>
                    <a:pt x="434" y="1"/>
                    <a:pt x="289" y="57"/>
                    <a:pt x="196" y="173"/>
                  </a:cubicBezTo>
                  <a:cubicBezTo>
                    <a:pt x="0" y="417"/>
                    <a:pt x="127" y="847"/>
                    <a:pt x="474" y="1125"/>
                  </a:cubicBezTo>
                  <a:cubicBezTo>
                    <a:pt x="663" y="1275"/>
                    <a:pt x="879" y="1351"/>
                    <a:pt x="1068" y="1351"/>
                  </a:cubicBezTo>
                  <a:cubicBezTo>
                    <a:pt x="1232" y="1351"/>
                    <a:pt x="1376" y="1294"/>
                    <a:pt x="1466" y="1179"/>
                  </a:cubicBezTo>
                  <a:cubicBezTo>
                    <a:pt x="1661" y="930"/>
                    <a:pt x="1539" y="505"/>
                    <a:pt x="1188" y="226"/>
                  </a:cubicBezTo>
                  <a:cubicBezTo>
                    <a:pt x="1001" y="77"/>
                    <a:pt x="787" y="1"/>
                    <a:pt x="5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015907" y="3131267"/>
              <a:ext cx="27435" cy="34406"/>
            </a:xfrm>
            <a:custGeom>
              <a:avLst/>
              <a:gdLst/>
              <a:ahLst/>
              <a:cxnLst/>
              <a:rect l="l" t="t" r="r" b="b"/>
              <a:pathLst>
                <a:path w="1271" h="1594" extrusionOk="0">
                  <a:moveTo>
                    <a:pt x="574" y="1"/>
                  </a:moveTo>
                  <a:cubicBezTo>
                    <a:pt x="559" y="1"/>
                    <a:pt x="544" y="2"/>
                    <a:pt x="528" y="3"/>
                  </a:cubicBezTo>
                  <a:cubicBezTo>
                    <a:pt x="211" y="38"/>
                    <a:pt x="1" y="419"/>
                    <a:pt x="59" y="858"/>
                  </a:cubicBezTo>
                  <a:cubicBezTo>
                    <a:pt x="120" y="1277"/>
                    <a:pt x="401" y="1594"/>
                    <a:pt x="702" y="1594"/>
                  </a:cubicBezTo>
                  <a:cubicBezTo>
                    <a:pt x="718" y="1594"/>
                    <a:pt x="733" y="1593"/>
                    <a:pt x="748" y="1591"/>
                  </a:cubicBezTo>
                  <a:cubicBezTo>
                    <a:pt x="1066" y="1557"/>
                    <a:pt x="1271" y="1176"/>
                    <a:pt x="1212" y="736"/>
                  </a:cubicBezTo>
                  <a:cubicBezTo>
                    <a:pt x="1156" y="318"/>
                    <a:pt x="875" y="1"/>
                    <a:pt x="5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052408" y="3154945"/>
              <a:ext cx="28794" cy="34018"/>
            </a:xfrm>
            <a:custGeom>
              <a:avLst/>
              <a:gdLst/>
              <a:ahLst/>
              <a:cxnLst/>
              <a:rect l="l" t="t" r="r" b="b"/>
              <a:pathLst>
                <a:path w="1334" h="1576" extrusionOk="0">
                  <a:moveTo>
                    <a:pt x="738" y="0"/>
                  </a:moveTo>
                  <a:cubicBezTo>
                    <a:pt x="464" y="0"/>
                    <a:pt x="193" y="258"/>
                    <a:pt x="103" y="636"/>
                  </a:cubicBezTo>
                  <a:cubicBezTo>
                    <a:pt x="0" y="1061"/>
                    <a:pt x="166" y="1476"/>
                    <a:pt x="479" y="1559"/>
                  </a:cubicBezTo>
                  <a:cubicBezTo>
                    <a:pt x="518" y="1570"/>
                    <a:pt x="557" y="1575"/>
                    <a:pt x="596" y="1575"/>
                  </a:cubicBezTo>
                  <a:cubicBezTo>
                    <a:pt x="871" y="1575"/>
                    <a:pt x="1137" y="1316"/>
                    <a:pt x="1231" y="944"/>
                  </a:cubicBezTo>
                  <a:cubicBezTo>
                    <a:pt x="1334" y="519"/>
                    <a:pt x="1163" y="103"/>
                    <a:pt x="850" y="15"/>
                  </a:cubicBezTo>
                  <a:cubicBezTo>
                    <a:pt x="813" y="5"/>
                    <a:pt x="775" y="0"/>
                    <a:pt x="7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877200" y="2264400"/>
              <a:ext cx="79025" cy="66325"/>
            </a:xfrm>
            <a:custGeom>
              <a:avLst/>
              <a:gdLst/>
              <a:ahLst/>
              <a:cxnLst/>
              <a:rect l="l" t="t" r="r" b="b"/>
              <a:pathLst>
                <a:path w="3161" h="2653" extrusionOk="0">
                  <a:moveTo>
                    <a:pt x="1021" y="1"/>
                  </a:moveTo>
                  <a:cubicBezTo>
                    <a:pt x="898" y="1"/>
                    <a:pt x="778" y="24"/>
                    <a:pt x="664" y="80"/>
                  </a:cubicBezTo>
                  <a:cubicBezTo>
                    <a:pt x="450" y="187"/>
                    <a:pt x="303" y="402"/>
                    <a:pt x="225" y="632"/>
                  </a:cubicBezTo>
                  <a:cubicBezTo>
                    <a:pt x="127" y="915"/>
                    <a:pt x="156" y="1213"/>
                    <a:pt x="98" y="1501"/>
                  </a:cubicBezTo>
                  <a:cubicBezTo>
                    <a:pt x="39" y="1799"/>
                    <a:pt x="0" y="2063"/>
                    <a:pt x="205" y="2332"/>
                  </a:cubicBezTo>
                  <a:cubicBezTo>
                    <a:pt x="365" y="2536"/>
                    <a:pt x="623" y="2653"/>
                    <a:pt x="877" y="2653"/>
                  </a:cubicBezTo>
                  <a:cubicBezTo>
                    <a:pt x="965" y="2653"/>
                    <a:pt x="1051" y="2639"/>
                    <a:pt x="1134" y="2610"/>
                  </a:cubicBezTo>
                  <a:cubicBezTo>
                    <a:pt x="1436" y="2503"/>
                    <a:pt x="1646" y="2219"/>
                    <a:pt x="1949" y="2102"/>
                  </a:cubicBezTo>
                  <a:cubicBezTo>
                    <a:pt x="2277" y="1975"/>
                    <a:pt x="2707" y="2048"/>
                    <a:pt x="2941" y="1790"/>
                  </a:cubicBezTo>
                  <a:cubicBezTo>
                    <a:pt x="3161" y="1545"/>
                    <a:pt x="3058" y="1135"/>
                    <a:pt x="2839" y="876"/>
                  </a:cubicBezTo>
                  <a:cubicBezTo>
                    <a:pt x="2599" y="593"/>
                    <a:pt x="2252" y="426"/>
                    <a:pt x="1920" y="270"/>
                  </a:cubicBezTo>
                  <a:cubicBezTo>
                    <a:pt x="1637" y="135"/>
                    <a:pt x="1319" y="1"/>
                    <a:pt x="10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854850" y="2239650"/>
              <a:ext cx="30050" cy="28200"/>
            </a:xfrm>
            <a:custGeom>
              <a:avLst/>
              <a:gdLst/>
              <a:ahLst/>
              <a:cxnLst/>
              <a:rect l="l" t="t" r="r" b="b"/>
              <a:pathLst>
                <a:path w="1202" h="1128" extrusionOk="0">
                  <a:moveTo>
                    <a:pt x="425" y="1"/>
                  </a:moveTo>
                  <a:cubicBezTo>
                    <a:pt x="337" y="1"/>
                    <a:pt x="256" y="26"/>
                    <a:pt x="191" y="78"/>
                  </a:cubicBezTo>
                  <a:cubicBezTo>
                    <a:pt x="0" y="234"/>
                    <a:pt x="29" y="581"/>
                    <a:pt x="254" y="850"/>
                  </a:cubicBezTo>
                  <a:cubicBezTo>
                    <a:pt x="407" y="1029"/>
                    <a:pt x="607" y="1127"/>
                    <a:pt x="780" y="1127"/>
                  </a:cubicBezTo>
                  <a:cubicBezTo>
                    <a:pt x="867" y="1127"/>
                    <a:pt x="948" y="1102"/>
                    <a:pt x="1011" y="1050"/>
                  </a:cubicBezTo>
                  <a:cubicBezTo>
                    <a:pt x="1202" y="894"/>
                    <a:pt x="1177" y="547"/>
                    <a:pt x="948" y="278"/>
                  </a:cubicBezTo>
                  <a:cubicBezTo>
                    <a:pt x="798" y="99"/>
                    <a:pt x="599" y="1"/>
                    <a:pt x="4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840800" y="2279400"/>
              <a:ext cx="33725" cy="25100"/>
            </a:xfrm>
            <a:custGeom>
              <a:avLst/>
              <a:gdLst/>
              <a:ahLst/>
              <a:cxnLst/>
              <a:rect l="l" t="t" r="r" b="b"/>
              <a:pathLst>
                <a:path w="1349" h="1004" extrusionOk="0">
                  <a:moveTo>
                    <a:pt x="504" y="0"/>
                  </a:moveTo>
                  <a:cubicBezTo>
                    <a:pt x="332" y="0"/>
                    <a:pt x="186" y="69"/>
                    <a:pt x="117" y="198"/>
                  </a:cubicBezTo>
                  <a:cubicBezTo>
                    <a:pt x="0" y="413"/>
                    <a:pt x="157" y="730"/>
                    <a:pt x="464" y="901"/>
                  </a:cubicBezTo>
                  <a:cubicBezTo>
                    <a:pt x="592" y="970"/>
                    <a:pt x="726" y="1004"/>
                    <a:pt x="847" y="1004"/>
                  </a:cubicBezTo>
                  <a:cubicBezTo>
                    <a:pt x="1017" y="1004"/>
                    <a:pt x="1163" y="937"/>
                    <a:pt x="1231" y="808"/>
                  </a:cubicBezTo>
                  <a:cubicBezTo>
                    <a:pt x="1349" y="589"/>
                    <a:pt x="1192" y="276"/>
                    <a:pt x="884" y="105"/>
                  </a:cubicBezTo>
                  <a:cubicBezTo>
                    <a:pt x="757" y="34"/>
                    <a:pt x="624" y="0"/>
                    <a:pt x="5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886600" y="2222375"/>
              <a:ext cx="27000" cy="30775"/>
            </a:xfrm>
            <a:custGeom>
              <a:avLst/>
              <a:gdLst/>
              <a:ahLst/>
              <a:cxnLst/>
              <a:rect l="l" t="t" r="r" b="b"/>
              <a:pathLst>
                <a:path w="1080" h="1231" extrusionOk="0">
                  <a:moveTo>
                    <a:pt x="444" y="0"/>
                  </a:moveTo>
                  <a:cubicBezTo>
                    <a:pt x="415" y="0"/>
                    <a:pt x="386" y="4"/>
                    <a:pt x="357" y="12"/>
                  </a:cubicBezTo>
                  <a:cubicBezTo>
                    <a:pt x="118" y="80"/>
                    <a:pt x="0" y="402"/>
                    <a:pt x="103" y="735"/>
                  </a:cubicBezTo>
                  <a:cubicBezTo>
                    <a:pt x="193" y="1026"/>
                    <a:pt x="418" y="1231"/>
                    <a:pt x="633" y="1231"/>
                  </a:cubicBezTo>
                  <a:cubicBezTo>
                    <a:pt x="664" y="1231"/>
                    <a:pt x="694" y="1227"/>
                    <a:pt x="723" y="1218"/>
                  </a:cubicBezTo>
                  <a:cubicBezTo>
                    <a:pt x="968" y="1155"/>
                    <a:pt x="1080" y="832"/>
                    <a:pt x="977" y="495"/>
                  </a:cubicBezTo>
                  <a:cubicBezTo>
                    <a:pt x="891" y="202"/>
                    <a:pt x="664" y="0"/>
                    <a:pt x="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24700" y="2238000"/>
              <a:ext cx="24200" cy="31250"/>
            </a:xfrm>
            <a:custGeom>
              <a:avLst/>
              <a:gdLst/>
              <a:ahLst/>
              <a:cxnLst/>
              <a:rect l="l" t="t" r="r" b="b"/>
              <a:pathLst>
                <a:path w="968" h="1250" extrusionOk="0">
                  <a:moveTo>
                    <a:pt x="500" y="1"/>
                  </a:moveTo>
                  <a:cubicBezTo>
                    <a:pt x="264" y="1"/>
                    <a:pt x="53" y="247"/>
                    <a:pt x="30" y="574"/>
                  </a:cubicBezTo>
                  <a:cubicBezTo>
                    <a:pt x="1" y="916"/>
                    <a:pt x="181" y="1219"/>
                    <a:pt x="435" y="1248"/>
                  </a:cubicBezTo>
                  <a:cubicBezTo>
                    <a:pt x="447" y="1249"/>
                    <a:pt x="458" y="1250"/>
                    <a:pt x="469" y="1250"/>
                  </a:cubicBezTo>
                  <a:cubicBezTo>
                    <a:pt x="709" y="1250"/>
                    <a:pt x="915" y="1003"/>
                    <a:pt x="943" y="676"/>
                  </a:cubicBezTo>
                  <a:cubicBezTo>
                    <a:pt x="968" y="329"/>
                    <a:pt x="787" y="31"/>
                    <a:pt x="533" y="2"/>
                  </a:cubicBezTo>
                  <a:cubicBezTo>
                    <a:pt x="522" y="1"/>
                    <a:pt x="511" y="1"/>
                    <a:pt x="5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744050" y="2823825"/>
              <a:ext cx="89550" cy="95675"/>
            </a:xfrm>
            <a:custGeom>
              <a:avLst/>
              <a:gdLst/>
              <a:ahLst/>
              <a:cxnLst/>
              <a:rect l="l" t="t" r="r" b="b"/>
              <a:pathLst>
                <a:path w="3582" h="3827" extrusionOk="0">
                  <a:moveTo>
                    <a:pt x="1067" y="1"/>
                  </a:moveTo>
                  <a:cubicBezTo>
                    <a:pt x="880" y="1"/>
                    <a:pt x="697" y="47"/>
                    <a:pt x="514" y="186"/>
                  </a:cubicBezTo>
                  <a:cubicBezTo>
                    <a:pt x="162" y="445"/>
                    <a:pt x="1" y="943"/>
                    <a:pt x="133" y="1348"/>
                  </a:cubicBezTo>
                  <a:cubicBezTo>
                    <a:pt x="265" y="1739"/>
                    <a:pt x="616" y="2013"/>
                    <a:pt x="753" y="2399"/>
                  </a:cubicBezTo>
                  <a:cubicBezTo>
                    <a:pt x="905" y="2819"/>
                    <a:pt x="802" y="3361"/>
                    <a:pt x="1125" y="3659"/>
                  </a:cubicBezTo>
                  <a:cubicBezTo>
                    <a:pt x="1248" y="3776"/>
                    <a:pt x="1407" y="3827"/>
                    <a:pt x="1575" y="3827"/>
                  </a:cubicBezTo>
                  <a:cubicBezTo>
                    <a:pt x="1821" y="3827"/>
                    <a:pt x="2085" y="3719"/>
                    <a:pt x="2282" y="3557"/>
                  </a:cubicBezTo>
                  <a:cubicBezTo>
                    <a:pt x="2644" y="3264"/>
                    <a:pt x="2869" y="2829"/>
                    <a:pt x="3074" y="2414"/>
                  </a:cubicBezTo>
                  <a:cubicBezTo>
                    <a:pt x="3328" y="1910"/>
                    <a:pt x="3582" y="1319"/>
                    <a:pt x="3347" y="826"/>
                  </a:cubicBezTo>
                  <a:cubicBezTo>
                    <a:pt x="3220" y="547"/>
                    <a:pt x="2952" y="357"/>
                    <a:pt x="2668" y="254"/>
                  </a:cubicBezTo>
                  <a:lnTo>
                    <a:pt x="2663" y="254"/>
                  </a:lnTo>
                  <a:cubicBezTo>
                    <a:pt x="2307" y="122"/>
                    <a:pt x="1931" y="152"/>
                    <a:pt x="1569" y="73"/>
                  </a:cubicBezTo>
                  <a:cubicBezTo>
                    <a:pt x="1395" y="35"/>
                    <a:pt x="1229" y="1"/>
                    <a:pt x="10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823925" y="2797650"/>
              <a:ext cx="41200" cy="33800"/>
            </a:xfrm>
            <a:custGeom>
              <a:avLst/>
              <a:gdLst/>
              <a:ahLst/>
              <a:cxnLst/>
              <a:rect l="l" t="t" r="r" b="b"/>
              <a:pathLst>
                <a:path w="1648" h="1352" extrusionOk="0">
                  <a:moveTo>
                    <a:pt x="1059" y="1"/>
                  </a:moveTo>
                  <a:cubicBezTo>
                    <a:pt x="871" y="1"/>
                    <a:pt x="657" y="78"/>
                    <a:pt x="470" y="231"/>
                  </a:cubicBezTo>
                  <a:cubicBezTo>
                    <a:pt x="123" y="510"/>
                    <a:pt x="1" y="935"/>
                    <a:pt x="196" y="1184"/>
                  </a:cubicBezTo>
                  <a:cubicBezTo>
                    <a:pt x="286" y="1296"/>
                    <a:pt x="428" y="1352"/>
                    <a:pt x="589" y="1352"/>
                  </a:cubicBezTo>
                  <a:cubicBezTo>
                    <a:pt x="777" y="1352"/>
                    <a:pt x="991" y="1276"/>
                    <a:pt x="1178" y="1125"/>
                  </a:cubicBezTo>
                  <a:cubicBezTo>
                    <a:pt x="1525" y="847"/>
                    <a:pt x="1647" y="417"/>
                    <a:pt x="1452" y="173"/>
                  </a:cubicBezTo>
                  <a:cubicBezTo>
                    <a:pt x="1362" y="58"/>
                    <a:pt x="1220" y="1"/>
                    <a:pt x="10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778375" y="2779200"/>
              <a:ext cx="36050" cy="37600"/>
            </a:xfrm>
            <a:custGeom>
              <a:avLst/>
              <a:gdLst/>
              <a:ahLst/>
              <a:cxnLst/>
              <a:rect l="l" t="t" r="r" b="b"/>
              <a:pathLst>
                <a:path w="1442" h="1504" extrusionOk="0">
                  <a:moveTo>
                    <a:pt x="909" y="0"/>
                  </a:moveTo>
                  <a:cubicBezTo>
                    <a:pt x="668" y="0"/>
                    <a:pt x="396" y="178"/>
                    <a:pt x="225" y="471"/>
                  </a:cubicBezTo>
                  <a:cubicBezTo>
                    <a:pt x="1" y="857"/>
                    <a:pt x="45" y="1297"/>
                    <a:pt x="318" y="1448"/>
                  </a:cubicBezTo>
                  <a:cubicBezTo>
                    <a:pt x="385" y="1486"/>
                    <a:pt x="459" y="1503"/>
                    <a:pt x="536" y="1503"/>
                  </a:cubicBezTo>
                  <a:cubicBezTo>
                    <a:pt x="779" y="1503"/>
                    <a:pt x="1051" y="1326"/>
                    <a:pt x="1222" y="1033"/>
                  </a:cubicBezTo>
                  <a:cubicBezTo>
                    <a:pt x="1442" y="647"/>
                    <a:pt x="1403" y="207"/>
                    <a:pt x="1124" y="56"/>
                  </a:cubicBezTo>
                  <a:cubicBezTo>
                    <a:pt x="1059" y="18"/>
                    <a:pt x="985" y="0"/>
                    <a:pt x="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842375" y="2838225"/>
              <a:ext cx="43025" cy="29975"/>
            </a:xfrm>
            <a:custGeom>
              <a:avLst/>
              <a:gdLst/>
              <a:ahLst/>
              <a:cxnLst/>
              <a:rect l="l" t="t" r="r" b="b"/>
              <a:pathLst>
                <a:path w="1721" h="1199" extrusionOk="0">
                  <a:moveTo>
                    <a:pt x="1005" y="0"/>
                  </a:moveTo>
                  <a:cubicBezTo>
                    <a:pt x="903" y="0"/>
                    <a:pt x="796" y="16"/>
                    <a:pt x="690" y="49"/>
                  </a:cubicBezTo>
                  <a:cubicBezTo>
                    <a:pt x="265" y="186"/>
                    <a:pt x="1" y="538"/>
                    <a:pt x="98" y="841"/>
                  </a:cubicBezTo>
                  <a:cubicBezTo>
                    <a:pt x="167" y="1066"/>
                    <a:pt x="416" y="1199"/>
                    <a:pt x="712" y="1199"/>
                  </a:cubicBezTo>
                  <a:cubicBezTo>
                    <a:pt x="815" y="1199"/>
                    <a:pt x="923" y="1183"/>
                    <a:pt x="1032" y="1149"/>
                  </a:cubicBezTo>
                  <a:cubicBezTo>
                    <a:pt x="1457" y="1017"/>
                    <a:pt x="1720" y="665"/>
                    <a:pt x="1623" y="362"/>
                  </a:cubicBezTo>
                  <a:cubicBezTo>
                    <a:pt x="1553" y="136"/>
                    <a:pt x="1302" y="0"/>
                    <a:pt x="1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822100" y="2884750"/>
              <a:ext cx="41425" cy="29125"/>
            </a:xfrm>
            <a:custGeom>
              <a:avLst/>
              <a:gdLst/>
              <a:ahLst/>
              <a:cxnLst/>
              <a:rect l="l" t="t" r="r" b="b"/>
              <a:pathLst>
                <a:path w="1657" h="1165" extrusionOk="0">
                  <a:moveTo>
                    <a:pt x="794" y="0"/>
                  </a:moveTo>
                  <a:cubicBezTo>
                    <a:pt x="406" y="0"/>
                    <a:pt x="80" y="209"/>
                    <a:pt x="45" y="504"/>
                  </a:cubicBezTo>
                  <a:cubicBezTo>
                    <a:pt x="1" y="822"/>
                    <a:pt x="318" y="1115"/>
                    <a:pt x="753" y="1159"/>
                  </a:cubicBezTo>
                  <a:cubicBezTo>
                    <a:pt x="790" y="1163"/>
                    <a:pt x="826" y="1164"/>
                    <a:pt x="862" y="1164"/>
                  </a:cubicBezTo>
                  <a:cubicBezTo>
                    <a:pt x="1247" y="1164"/>
                    <a:pt x="1573" y="955"/>
                    <a:pt x="1613" y="660"/>
                  </a:cubicBezTo>
                  <a:cubicBezTo>
                    <a:pt x="1657" y="343"/>
                    <a:pt x="1339" y="50"/>
                    <a:pt x="905" y="6"/>
                  </a:cubicBezTo>
                  <a:cubicBezTo>
                    <a:pt x="867" y="2"/>
                    <a:pt x="830" y="0"/>
                    <a:pt x="7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2;p2"/>
          <p:cNvGrpSpPr/>
          <p:nvPr/>
        </p:nvGrpSpPr>
        <p:grpSpPr>
          <a:xfrm rot="-2151862">
            <a:off x="4865712" y="37563"/>
            <a:ext cx="514919" cy="544545"/>
            <a:chOff x="6813758" y="2211877"/>
            <a:chExt cx="165501" cy="175015"/>
          </a:xfrm>
        </p:grpSpPr>
        <p:sp>
          <p:nvSpPr>
            <p:cNvPr id="33" name="Google Shape;33;p2"/>
            <p:cNvSpPr/>
            <p:nvPr/>
          </p:nvSpPr>
          <p:spPr>
            <a:xfrm>
              <a:off x="6813758" y="2271487"/>
              <a:ext cx="107853" cy="115405"/>
            </a:xfrm>
            <a:custGeom>
              <a:avLst/>
              <a:gdLst/>
              <a:ahLst/>
              <a:cxnLst/>
              <a:rect l="l" t="t" r="r" b="b"/>
              <a:pathLst>
                <a:path w="4999" h="5349" extrusionOk="0">
                  <a:moveTo>
                    <a:pt x="3321" y="1"/>
                  </a:moveTo>
                  <a:cubicBezTo>
                    <a:pt x="3219" y="1"/>
                    <a:pt x="3116" y="8"/>
                    <a:pt x="3015" y="23"/>
                  </a:cubicBezTo>
                  <a:cubicBezTo>
                    <a:pt x="2478" y="97"/>
                    <a:pt x="2028" y="385"/>
                    <a:pt x="1515" y="527"/>
                  </a:cubicBezTo>
                  <a:cubicBezTo>
                    <a:pt x="992" y="668"/>
                    <a:pt x="533" y="815"/>
                    <a:pt x="269" y="1367"/>
                  </a:cubicBezTo>
                  <a:cubicBezTo>
                    <a:pt x="1" y="1934"/>
                    <a:pt x="132" y="2662"/>
                    <a:pt x="572" y="3082"/>
                  </a:cubicBezTo>
                  <a:cubicBezTo>
                    <a:pt x="992" y="3482"/>
                    <a:pt x="1618" y="3595"/>
                    <a:pt x="2048" y="3986"/>
                  </a:cubicBezTo>
                  <a:cubicBezTo>
                    <a:pt x="2517" y="4411"/>
                    <a:pt x="2746" y="5158"/>
                    <a:pt x="3357" y="5319"/>
                  </a:cubicBezTo>
                  <a:cubicBezTo>
                    <a:pt x="3430" y="5339"/>
                    <a:pt x="3503" y="5349"/>
                    <a:pt x="3575" y="5349"/>
                  </a:cubicBezTo>
                  <a:cubicBezTo>
                    <a:pt x="4070" y="5349"/>
                    <a:pt x="4535" y="4911"/>
                    <a:pt x="4740" y="4420"/>
                  </a:cubicBezTo>
                  <a:cubicBezTo>
                    <a:pt x="4998" y="3805"/>
                    <a:pt x="4984" y="3116"/>
                    <a:pt x="4969" y="2452"/>
                  </a:cubicBezTo>
                  <a:cubicBezTo>
                    <a:pt x="4950" y="1660"/>
                    <a:pt x="4876" y="751"/>
                    <a:pt x="4256" y="282"/>
                  </a:cubicBezTo>
                  <a:cubicBezTo>
                    <a:pt x="3987" y="84"/>
                    <a:pt x="3655" y="1"/>
                    <a:pt x="33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885020" y="2211877"/>
              <a:ext cx="42805" cy="47594"/>
            </a:xfrm>
            <a:custGeom>
              <a:avLst/>
              <a:gdLst/>
              <a:ahLst/>
              <a:cxnLst/>
              <a:rect l="l" t="t" r="r" b="b"/>
              <a:pathLst>
                <a:path w="1984" h="2206" extrusionOk="0">
                  <a:moveTo>
                    <a:pt x="1199" y="0"/>
                  </a:moveTo>
                  <a:cubicBezTo>
                    <a:pt x="841" y="0"/>
                    <a:pt x="452" y="302"/>
                    <a:pt x="249" y="774"/>
                  </a:cubicBezTo>
                  <a:cubicBezTo>
                    <a:pt x="0" y="1355"/>
                    <a:pt x="132" y="1975"/>
                    <a:pt x="542" y="2156"/>
                  </a:cubicBezTo>
                  <a:cubicBezTo>
                    <a:pt x="619" y="2190"/>
                    <a:pt x="700" y="2206"/>
                    <a:pt x="782" y="2206"/>
                  </a:cubicBezTo>
                  <a:cubicBezTo>
                    <a:pt x="1142" y="2206"/>
                    <a:pt x="1532" y="1901"/>
                    <a:pt x="1735" y="1428"/>
                  </a:cubicBezTo>
                  <a:cubicBezTo>
                    <a:pt x="1984" y="847"/>
                    <a:pt x="1852" y="226"/>
                    <a:pt x="1441" y="51"/>
                  </a:cubicBezTo>
                  <a:cubicBezTo>
                    <a:pt x="1364" y="17"/>
                    <a:pt x="1283" y="0"/>
                    <a:pt x="1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826833" y="2220636"/>
              <a:ext cx="36181" cy="49385"/>
            </a:xfrm>
            <a:custGeom>
              <a:avLst/>
              <a:gdLst/>
              <a:ahLst/>
              <a:cxnLst/>
              <a:rect l="l" t="t" r="r" b="b"/>
              <a:pathLst>
                <a:path w="1677" h="2289" extrusionOk="0">
                  <a:moveTo>
                    <a:pt x="864" y="1"/>
                  </a:moveTo>
                  <a:cubicBezTo>
                    <a:pt x="430" y="1"/>
                    <a:pt x="58" y="487"/>
                    <a:pt x="30" y="1110"/>
                  </a:cubicBezTo>
                  <a:cubicBezTo>
                    <a:pt x="0" y="1740"/>
                    <a:pt x="337" y="2268"/>
                    <a:pt x="782" y="2288"/>
                  </a:cubicBezTo>
                  <a:cubicBezTo>
                    <a:pt x="793" y="2288"/>
                    <a:pt x="803" y="2288"/>
                    <a:pt x="814" y="2288"/>
                  </a:cubicBezTo>
                  <a:cubicBezTo>
                    <a:pt x="1250" y="2288"/>
                    <a:pt x="1618" y="1799"/>
                    <a:pt x="1647" y="1183"/>
                  </a:cubicBezTo>
                  <a:cubicBezTo>
                    <a:pt x="1676" y="553"/>
                    <a:pt x="1339" y="26"/>
                    <a:pt x="890" y="1"/>
                  </a:cubicBezTo>
                  <a:cubicBezTo>
                    <a:pt x="881" y="1"/>
                    <a:pt x="873" y="1"/>
                    <a:pt x="8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925386" y="2245016"/>
              <a:ext cx="48501" cy="42783"/>
            </a:xfrm>
            <a:custGeom>
              <a:avLst/>
              <a:gdLst/>
              <a:ahLst/>
              <a:cxnLst/>
              <a:rect l="l" t="t" r="r" b="b"/>
              <a:pathLst>
                <a:path w="2248" h="1983" extrusionOk="0">
                  <a:moveTo>
                    <a:pt x="1438" y="0"/>
                  </a:moveTo>
                  <a:cubicBezTo>
                    <a:pt x="1159" y="0"/>
                    <a:pt x="841" y="131"/>
                    <a:pt x="577" y="381"/>
                  </a:cubicBezTo>
                  <a:cubicBezTo>
                    <a:pt x="122" y="816"/>
                    <a:pt x="0" y="1436"/>
                    <a:pt x="303" y="1773"/>
                  </a:cubicBezTo>
                  <a:cubicBezTo>
                    <a:pt x="430" y="1914"/>
                    <a:pt x="610" y="1982"/>
                    <a:pt x="811" y="1982"/>
                  </a:cubicBezTo>
                  <a:cubicBezTo>
                    <a:pt x="1090" y="1982"/>
                    <a:pt x="1407" y="1850"/>
                    <a:pt x="1671" y="1597"/>
                  </a:cubicBezTo>
                  <a:cubicBezTo>
                    <a:pt x="2126" y="1167"/>
                    <a:pt x="2248" y="542"/>
                    <a:pt x="1945" y="210"/>
                  </a:cubicBezTo>
                  <a:cubicBezTo>
                    <a:pt x="1820" y="68"/>
                    <a:pt x="1639" y="0"/>
                    <a:pt x="1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927501" y="2309264"/>
              <a:ext cx="51758" cy="38123"/>
            </a:xfrm>
            <a:custGeom>
              <a:avLst/>
              <a:gdLst/>
              <a:ahLst/>
              <a:cxnLst/>
              <a:rect l="l" t="t" r="r" b="b"/>
              <a:pathLst>
                <a:path w="2399" h="1767" extrusionOk="0">
                  <a:moveTo>
                    <a:pt x="1445" y="0"/>
                  </a:moveTo>
                  <a:cubicBezTo>
                    <a:pt x="1274" y="0"/>
                    <a:pt x="1090" y="36"/>
                    <a:pt x="909" y="109"/>
                  </a:cubicBezTo>
                  <a:cubicBezTo>
                    <a:pt x="337" y="344"/>
                    <a:pt x="0" y="881"/>
                    <a:pt x="161" y="1306"/>
                  </a:cubicBezTo>
                  <a:cubicBezTo>
                    <a:pt x="272" y="1601"/>
                    <a:pt x="584" y="1767"/>
                    <a:pt x="955" y="1767"/>
                  </a:cubicBezTo>
                  <a:cubicBezTo>
                    <a:pt x="1126" y="1767"/>
                    <a:pt x="1309" y="1732"/>
                    <a:pt x="1490" y="1658"/>
                  </a:cubicBezTo>
                  <a:cubicBezTo>
                    <a:pt x="2062" y="1424"/>
                    <a:pt x="2399" y="886"/>
                    <a:pt x="2238" y="461"/>
                  </a:cubicBezTo>
                  <a:cubicBezTo>
                    <a:pt x="2131" y="167"/>
                    <a:pt x="1817" y="0"/>
                    <a:pt x="14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"/>
          <p:cNvSpPr txBox="1">
            <a:spLocks noGrp="1"/>
          </p:cNvSpPr>
          <p:nvPr>
            <p:ph type="subTitle" idx="1"/>
          </p:nvPr>
        </p:nvSpPr>
        <p:spPr>
          <a:xfrm>
            <a:off x="5827050" y="2718676"/>
            <a:ext cx="2688300" cy="17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"/>
          <p:cNvSpPr txBox="1">
            <a:spLocks noGrp="1"/>
          </p:cNvSpPr>
          <p:nvPr>
            <p:ph type="subTitle" idx="2"/>
          </p:nvPr>
        </p:nvSpPr>
        <p:spPr>
          <a:xfrm>
            <a:off x="628650" y="2718676"/>
            <a:ext cx="2688300" cy="17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"/>
          <p:cNvSpPr txBox="1">
            <a:spLocks noGrp="1"/>
          </p:cNvSpPr>
          <p:nvPr>
            <p:ph type="subTitle" idx="3"/>
          </p:nvPr>
        </p:nvSpPr>
        <p:spPr>
          <a:xfrm>
            <a:off x="628650" y="2277722"/>
            <a:ext cx="26883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5" name="Google Shape;95;p5"/>
          <p:cNvSpPr txBox="1">
            <a:spLocks noGrp="1"/>
          </p:cNvSpPr>
          <p:nvPr>
            <p:ph type="subTitle" idx="4"/>
          </p:nvPr>
        </p:nvSpPr>
        <p:spPr>
          <a:xfrm>
            <a:off x="5827050" y="2277722"/>
            <a:ext cx="26883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96" name="Google Shape;96;p5"/>
          <p:cNvGrpSpPr/>
          <p:nvPr/>
        </p:nvGrpSpPr>
        <p:grpSpPr>
          <a:xfrm>
            <a:off x="-171571" y="133378"/>
            <a:ext cx="9487143" cy="5147900"/>
            <a:chOff x="-171571" y="133378"/>
            <a:chExt cx="9487143" cy="5147900"/>
          </a:xfrm>
        </p:grpSpPr>
        <p:grpSp>
          <p:nvGrpSpPr>
            <p:cNvPr id="97" name="Google Shape;97;p5"/>
            <p:cNvGrpSpPr/>
            <p:nvPr/>
          </p:nvGrpSpPr>
          <p:grpSpPr>
            <a:xfrm flipH="1">
              <a:off x="8218505" y="133378"/>
              <a:ext cx="493153" cy="462925"/>
              <a:chOff x="8342990" y="121928"/>
              <a:chExt cx="493153" cy="462925"/>
            </a:xfrm>
          </p:grpSpPr>
          <p:sp>
            <p:nvSpPr>
              <p:cNvPr id="98" name="Google Shape;98;p5"/>
              <p:cNvSpPr/>
              <p:nvPr/>
            </p:nvSpPr>
            <p:spPr>
              <a:xfrm flipH="1">
                <a:off x="8342990" y="301480"/>
                <a:ext cx="337634" cy="283374"/>
              </a:xfrm>
              <a:custGeom>
                <a:avLst/>
                <a:gdLst/>
                <a:ahLst/>
                <a:cxnLst/>
                <a:rect l="l" t="t" r="r" b="b"/>
                <a:pathLst>
                  <a:path w="3161" h="2653" extrusionOk="0">
                    <a:moveTo>
                      <a:pt x="1021" y="1"/>
                    </a:moveTo>
                    <a:cubicBezTo>
                      <a:pt x="898" y="1"/>
                      <a:pt x="778" y="24"/>
                      <a:pt x="664" y="80"/>
                    </a:cubicBezTo>
                    <a:cubicBezTo>
                      <a:pt x="450" y="187"/>
                      <a:pt x="303" y="402"/>
                      <a:pt x="225" y="632"/>
                    </a:cubicBezTo>
                    <a:cubicBezTo>
                      <a:pt x="127" y="915"/>
                      <a:pt x="156" y="1213"/>
                      <a:pt x="98" y="1501"/>
                    </a:cubicBezTo>
                    <a:cubicBezTo>
                      <a:pt x="39" y="1799"/>
                      <a:pt x="0" y="2063"/>
                      <a:pt x="205" y="2332"/>
                    </a:cubicBezTo>
                    <a:cubicBezTo>
                      <a:pt x="365" y="2536"/>
                      <a:pt x="623" y="2653"/>
                      <a:pt x="877" y="2653"/>
                    </a:cubicBezTo>
                    <a:cubicBezTo>
                      <a:pt x="965" y="2653"/>
                      <a:pt x="1051" y="2639"/>
                      <a:pt x="1134" y="2610"/>
                    </a:cubicBezTo>
                    <a:cubicBezTo>
                      <a:pt x="1436" y="2503"/>
                      <a:pt x="1646" y="2219"/>
                      <a:pt x="1949" y="2102"/>
                    </a:cubicBezTo>
                    <a:cubicBezTo>
                      <a:pt x="2277" y="1975"/>
                      <a:pt x="2707" y="2048"/>
                      <a:pt x="2941" y="1790"/>
                    </a:cubicBezTo>
                    <a:cubicBezTo>
                      <a:pt x="3161" y="1545"/>
                      <a:pt x="3058" y="1135"/>
                      <a:pt x="2839" y="876"/>
                    </a:cubicBezTo>
                    <a:cubicBezTo>
                      <a:pt x="2599" y="593"/>
                      <a:pt x="2252" y="426"/>
                      <a:pt x="1920" y="270"/>
                    </a:cubicBezTo>
                    <a:cubicBezTo>
                      <a:pt x="1637" y="135"/>
                      <a:pt x="1319" y="1"/>
                      <a:pt x="102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 flipH="1">
                <a:off x="8647726" y="195736"/>
                <a:ext cx="128389" cy="120484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128" extrusionOk="0">
                    <a:moveTo>
                      <a:pt x="425" y="1"/>
                    </a:moveTo>
                    <a:cubicBezTo>
                      <a:pt x="337" y="1"/>
                      <a:pt x="256" y="26"/>
                      <a:pt x="191" y="78"/>
                    </a:cubicBezTo>
                    <a:cubicBezTo>
                      <a:pt x="0" y="234"/>
                      <a:pt x="29" y="581"/>
                      <a:pt x="254" y="850"/>
                    </a:cubicBezTo>
                    <a:cubicBezTo>
                      <a:pt x="407" y="1029"/>
                      <a:pt x="607" y="1127"/>
                      <a:pt x="780" y="1127"/>
                    </a:cubicBezTo>
                    <a:cubicBezTo>
                      <a:pt x="867" y="1127"/>
                      <a:pt x="948" y="1102"/>
                      <a:pt x="1011" y="1050"/>
                    </a:cubicBezTo>
                    <a:cubicBezTo>
                      <a:pt x="1202" y="894"/>
                      <a:pt x="1177" y="547"/>
                      <a:pt x="948" y="278"/>
                    </a:cubicBezTo>
                    <a:cubicBezTo>
                      <a:pt x="798" y="99"/>
                      <a:pt x="599" y="1"/>
                      <a:pt x="4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5"/>
              <p:cNvSpPr/>
              <p:nvPr/>
            </p:nvSpPr>
            <p:spPr>
              <a:xfrm flipH="1">
                <a:off x="8692054" y="365568"/>
                <a:ext cx="144090" cy="107240"/>
              </a:xfrm>
              <a:custGeom>
                <a:avLst/>
                <a:gdLst/>
                <a:ahLst/>
                <a:cxnLst/>
                <a:rect l="l" t="t" r="r" b="b"/>
                <a:pathLst>
                  <a:path w="1349" h="1004" extrusionOk="0">
                    <a:moveTo>
                      <a:pt x="504" y="0"/>
                    </a:moveTo>
                    <a:cubicBezTo>
                      <a:pt x="332" y="0"/>
                      <a:pt x="186" y="69"/>
                      <a:pt x="117" y="198"/>
                    </a:cubicBezTo>
                    <a:cubicBezTo>
                      <a:pt x="0" y="413"/>
                      <a:pt x="157" y="730"/>
                      <a:pt x="464" y="901"/>
                    </a:cubicBezTo>
                    <a:cubicBezTo>
                      <a:pt x="592" y="970"/>
                      <a:pt x="726" y="1004"/>
                      <a:pt x="847" y="1004"/>
                    </a:cubicBezTo>
                    <a:cubicBezTo>
                      <a:pt x="1017" y="1004"/>
                      <a:pt x="1163" y="937"/>
                      <a:pt x="1231" y="808"/>
                    </a:cubicBezTo>
                    <a:cubicBezTo>
                      <a:pt x="1349" y="589"/>
                      <a:pt x="1192" y="276"/>
                      <a:pt x="884" y="105"/>
                    </a:cubicBezTo>
                    <a:cubicBezTo>
                      <a:pt x="757" y="34"/>
                      <a:pt x="624" y="0"/>
                      <a:pt x="5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 flipH="1">
                <a:off x="8525106" y="121928"/>
                <a:ext cx="115357" cy="131486"/>
              </a:xfrm>
              <a:custGeom>
                <a:avLst/>
                <a:gdLst/>
                <a:ahLst/>
                <a:cxnLst/>
                <a:rect l="l" t="t" r="r" b="b"/>
                <a:pathLst>
                  <a:path w="1080" h="1231" extrusionOk="0">
                    <a:moveTo>
                      <a:pt x="444" y="0"/>
                    </a:moveTo>
                    <a:cubicBezTo>
                      <a:pt x="415" y="0"/>
                      <a:pt x="386" y="4"/>
                      <a:pt x="357" y="12"/>
                    </a:cubicBezTo>
                    <a:cubicBezTo>
                      <a:pt x="118" y="80"/>
                      <a:pt x="0" y="402"/>
                      <a:pt x="103" y="735"/>
                    </a:cubicBezTo>
                    <a:cubicBezTo>
                      <a:pt x="193" y="1026"/>
                      <a:pt x="418" y="1231"/>
                      <a:pt x="633" y="1231"/>
                    </a:cubicBezTo>
                    <a:cubicBezTo>
                      <a:pt x="664" y="1231"/>
                      <a:pt x="694" y="1227"/>
                      <a:pt x="723" y="1218"/>
                    </a:cubicBezTo>
                    <a:cubicBezTo>
                      <a:pt x="968" y="1155"/>
                      <a:pt x="1080" y="832"/>
                      <a:pt x="977" y="495"/>
                    </a:cubicBezTo>
                    <a:cubicBezTo>
                      <a:pt x="891" y="202"/>
                      <a:pt x="664" y="0"/>
                      <a:pt x="4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 flipH="1">
                <a:off x="8374286" y="188686"/>
                <a:ext cx="103395" cy="133516"/>
              </a:xfrm>
              <a:custGeom>
                <a:avLst/>
                <a:gdLst/>
                <a:ahLst/>
                <a:cxnLst/>
                <a:rect l="l" t="t" r="r" b="b"/>
                <a:pathLst>
                  <a:path w="968" h="1250" extrusionOk="0">
                    <a:moveTo>
                      <a:pt x="500" y="1"/>
                    </a:moveTo>
                    <a:cubicBezTo>
                      <a:pt x="264" y="1"/>
                      <a:pt x="53" y="247"/>
                      <a:pt x="30" y="574"/>
                    </a:cubicBezTo>
                    <a:cubicBezTo>
                      <a:pt x="1" y="916"/>
                      <a:pt x="181" y="1219"/>
                      <a:pt x="435" y="1248"/>
                    </a:cubicBezTo>
                    <a:cubicBezTo>
                      <a:pt x="447" y="1249"/>
                      <a:pt x="458" y="1250"/>
                      <a:pt x="469" y="1250"/>
                    </a:cubicBezTo>
                    <a:cubicBezTo>
                      <a:pt x="709" y="1250"/>
                      <a:pt x="915" y="1003"/>
                      <a:pt x="943" y="676"/>
                    </a:cubicBezTo>
                    <a:cubicBezTo>
                      <a:pt x="968" y="329"/>
                      <a:pt x="787" y="31"/>
                      <a:pt x="533" y="2"/>
                    </a:cubicBezTo>
                    <a:cubicBezTo>
                      <a:pt x="522" y="1"/>
                      <a:pt x="511" y="1"/>
                      <a:pt x="5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5"/>
            <p:cNvGrpSpPr/>
            <p:nvPr/>
          </p:nvGrpSpPr>
          <p:grpSpPr>
            <a:xfrm flipH="1">
              <a:off x="8711654" y="1202513"/>
              <a:ext cx="603918" cy="599432"/>
              <a:chOff x="8707178" y="1202501"/>
              <a:chExt cx="603918" cy="599432"/>
            </a:xfrm>
          </p:grpSpPr>
          <p:sp>
            <p:nvSpPr>
              <p:cNvPr id="104" name="Google Shape;104;p5"/>
              <p:cNvSpPr/>
              <p:nvPr/>
            </p:nvSpPr>
            <p:spPr>
              <a:xfrm flipH="1">
                <a:off x="8928493" y="1393161"/>
                <a:ext cx="382602" cy="408771"/>
              </a:xfrm>
              <a:custGeom>
                <a:avLst/>
                <a:gdLst/>
                <a:ahLst/>
                <a:cxnLst/>
                <a:rect l="l" t="t" r="r" b="b"/>
                <a:pathLst>
                  <a:path w="3582" h="3827" extrusionOk="0">
                    <a:moveTo>
                      <a:pt x="1067" y="1"/>
                    </a:moveTo>
                    <a:cubicBezTo>
                      <a:pt x="880" y="1"/>
                      <a:pt x="697" y="47"/>
                      <a:pt x="514" y="186"/>
                    </a:cubicBezTo>
                    <a:cubicBezTo>
                      <a:pt x="162" y="445"/>
                      <a:pt x="1" y="943"/>
                      <a:pt x="133" y="1348"/>
                    </a:cubicBezTo>
                    <a:cubicBezTo>
                      <a:pt x="265" y="1739"/>
                      <a:pt x="616" y="2013"/>
                      <a:pt x="753" y="2399"/>
                    </a:cubicBezTo>
                    <a:cubicBezTo>
                      <a:pt x="905" y="2819"/>
                      <a:pt x="802" y="3361"/>
                      <a:pt x="1125" y="3659"/>
                    </a:cubicBezTo>
                    <a:cubicBezTo>
                      <a:pt x="1248" y="3776"/>
                      <a:pt x="1407" y="3827"/>
                      <a:pt x="1575" y="3827"/>
                    </a:cubicBezTo>
                    <a:cubicBezTo>
                      <a:pt x="1821" y="3827"/>
                      <a:pt x="2085" y="3719"/>
                      <a:pt x="2282" y="3557"/>
                    </a:cubicBezTo>
                    <a:cubicBezTo>
                      <a:pt x="2644" y="3264"/>
                      <a:pt x="2869" y="2829"/>
                      <a:pt x="3074" y="2414"/>
                    </a:cubicBezTo>
                    <a:cubicBezTo>
                      <a:pt x="3328" y="1910"/>
                      <a:pt x="3582" y="1319"/>
                      <a:pt x="3347" y="826"/>
                    </a:cubicBezTo>
                    <a:cubicBezTo>
                      <a:pt x="3220" y="547"/>
                      <a:pt x="2952" y="357"/>
                      <a:pt x="2668" y="254"/>
                    </a:cubicBezTo>
                    <a:lnTo>
                      <a:pt x="2663" y="254"/>
                    </a:lnTo>
                    <a:cubicBezTo>
                      <a:pt x="2307" y="122"/>
                      <a:pt x="1931" y="152"/>
                      <a:pt x="1569" y="73"/>
                    </a:cubicBezTo>
                    <a:cubicBezTo>
                      <a:pt x="1395" y="35"/>
                      <a:pt x="1229" y="1"/>
                      <a:pt x="1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 flipH="1">
                <a:off x="8793803" y="1281328"/>
                <a:ext cx="176027" cy="144410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1352" extrusionOk="0">
                    <a:moveTo>
                      <a:pt x="1059" y="1"/>
                    </a:moveTo>
                    <a:cubicBezTo>
                      <a:pt x="871" y="1"/>
                      <a:pt x="657" y="78"/>
                      <a:pt x="470" y="231"/>
                    </a:cubicBezTo>
                    <a:cubicBezTo>
                      <a:pt x="123" y="510"/>
                      <a:pt x="1" y="935"/>
                      <a:pt x="196" y="1184"/>
                    </a:cubicBezTo>
                    <a:cubicBezTo>
                      <a:pt x="286" y="1296"/>
                      <a:pt x="428" y="1352"/>
                      <a:pt x="589" y="1352"/>
                    </a:cubicBezTo>
                    <a:cubicBezTo>
                      <a:pt x="777" y="1352"/>
                      <a:pt x="991" y="1276"/>
                      <a:pt x="1178" y="1125"/>
                    </a:cubicBezTo>
                    <a:cubicBezTo>
                      <a:pt x="1525" y="847"/>
                      <a:pt x="1647" y="417"/>
                      <a:pt x="1452" y="173"/>
                    </a:cubicBezTo>
                    <a:cubicBezTo>
                      <a:pt x="1362" y="58"/>
                      <a:pt x="1220" y="1"/>
                      <a:pt x="10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5"/>
              <p:cNvSpPr/>
              <p:nvPr/>
            </p:nvSpPr>
            <p:spPr>
              <a:xfrm flipH="1">
                <a:off x="9010418" y="1202501"/>
                <a:ext cx="154024" cy="160646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504" extrusionOk="0">
                    <a:moveTo>
                      <a:pt x="909" y="0"/>
                    </a:moveTo>
                    <a:cubicBezTo>
                      <a:pt x="668" y="0"/>
                      <a:pt x="396" y="178"/>
                      <a:pt x="225" y="471"/>
                    </a:cubicBezTo>
                    <a:cubicBezTo>
                      <a:pt x="1" y="857"/>
                      <a:pt x="45" y="1297"/>
                      <a:pt x="318" y="1448"/>
                    </a:cubicBezTo>
                    <a:cubicBezTo>
                      <a:pt x="385" y="1486"/>
                      <a:pt x="459" y="1503"/>
                      <a:pt x="536" y="1503"/>
                    </a:cubicBezTo>
                    <a:cubicBezTo>
                      <a:pt x="779" y="1503"/>
                      <a:pt x="1051" y="1326"/>
                      <a:pt x="1222" y="1033"/>
                    </a:cubicBezTo>
                    <a:cubicBezTo>
                      <a:pt x="1442" y="647"/>
                      <a:pt x="1403" y="207"/>
                      <a:pt x="1124" y="56"/>
                    </a:cubicBezTo>
                    <a:cubicBezTo>
                      <a:pt x="1059" y="18"/>
                      <a:pt x="985" y="0"/>
                      <a:pt x="9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 flipH="1">
                <a:off x="8707178" y="1454685"/>
                <a:ext cx="183824" cy="128068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199" extrusionOk="0">
                    <a:moveTo>
                      <a:pt x="1005" y="0"/>
                    </a:moveTo>
                    <a:cubicBezTo>
                      <a:pt x="903" y="0"/>
                      <a:pt x="796" y="16"/>
                      <a:pt x="690" y="49"/>
                    </a:cubicBezTo>
                    <a:cubicBezTo>
                      <a:pt x="265" y="186"/>
                      <a:pt x="1" y="538"/>
                      <a:pt x="98" y="841"/>
                    </a:cubicBezTo>
                    <a:cubicBezTo>
                      <a:pt x="167" y="1066"/>
                      <a:pt x="416" y="1199"/>
                      <a:pt x="712" y="1199"/>
                    </a:cubicBezTo>
                    <a:cubicBezTo>
                      <a:pt x="815" y="1199"/>
                      <a:pt x="923" y="1183"/>
                      <a:pt x="1032" y="1149"/>
                    </a:cubicBezTo>
                    <a:cubicBezTo>
                      <a:pt x="1457" y="1017"/>
                      <a:pt x="1720" y="665"/>
                      <a:pt x="1623" y="362"/>
                    </a:cubicBezTo>
                    <a:cubicBezTo>
                      <a:pt x="1553" y="136"/>
                      <a:pt x="1302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 flipH="1">
                <a:off x="8800639" y="1653463"/>
                <a:ext cx="176988" cy="124437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165" extrusionOk="0">
                    <a:moveTo>
                      <a:pt x="794" y="0"/>
                    </a:moveTo>
                    <a:cubicBezTo>
                      <a:pt x="406" y="0"/>
                      <a:pt x="80" y="209"/>
                      <a:pt x="45" y="504"/>
                    </a:cubicBezTo>
                    <a:cubicBezTo>
                      <a:pt x="1" y="822"/>
                      <a:pt x="318" y="1115"/>
                      <a:pt x="753" y="1159"/>
                    </a:cubicBezTo>
                    <a:cubicBezTo>
                      <a:pt x="790" y="1163"/>
                      <a:pt x="826" y="1164"/>
                      <a:pt x="862" y="1164"/>
                    </a:cubicBezTo>
                    <a:cubicBezTo>
                      <a:pt x="1247" y="1164"/>
                      <a:pt x="1573" y="955"/>
                      <a:pt x="1613" y="660"/>
                    </a:cubicBezTo>
                    <a:cubicBezTo>
                      <a:pt x="1657" y="343"/>
                      <a:pt x="1339" y="50"/>
                      <a:pt x="905" y="6"/>
                    </a:cubicBezTo>
                    <a:cubicBezTo>
                      <a:pt x="867" y="2"/>
                      <a:pt x="830" y="0"/>
                      <a:pt x="7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" name="Google Shape;109;p5"/>
            <p:cNvGrpSpPr/>
            <p:nvPr/>
          </p:nvGrpSpPr>
          <p:grpSpPr>
            <a:xfrm flipH="1">
              <a:off x="500955" y="4818353"/>
              <a:ext cx="493153" cy="462925"/>
              <a:chOff x="8342990" y="121928"/>
              <a:chExt cx="493153" cy="462925"/>
            </a:xfrm>
          </p:grpSpPr>
          <p:sp>
            <p:nvSpPr>
              <p:cNvPr id="110" name="Google Shape;110;p5"/>
              <p:cNvSpPr/>
              <p:nvPr/>
            </p:nvSpPr>
            <p:spPr>
              <a:xfrm flipH="1">
                <a:off x="8342990" y="301480"/>
                <a:ext cx="337634" cy="283374"/>
              </a:xfrm>
              <a:custGeom>
                <a:avLst/>
                <a:gdLst/>
                <a:ahLst/>
                <a:cxnLst/>
                <a:rect l="l" t="t" r="r" b="b"/>
                <a:pathLst>
                  <a:path w="3161" h="2653" extrusionOk="0">
                    <a:moveTo>
                      <a:pt x="1021" y="1"/>
                    </a:moveTo>
                    <a:cubicBezTo>
                      <a:pt x="898" y="1"/>
                      <a:pt x="778" y="24"/>
                      <a:pt x="664" y="80"/>
                    </a:cubicBezTo>
                    <a:cubicBezTo>
                      <a:pt x="450" y="187"/>
                      <a:pt x="303" y="402"/>
                      <a:pt x="225" y="632"/>
                    </a:cubicBezTo>
                    <a:cubicBezTo>
                      <a:pt x="127" y="915"/>
                      <a:pt x="156" y="1213"/>
                      <a:pt x="98" y="1501"/>
                    </a:cubicBezTo>
                    <a:cubicBezTo>
                      <a:pt x="39" y="1799"/>
                      <a:pt x="0" y="2063"/>
                      <a:pt x="205" y="2332"/>
                    </a:cubicBezTo>
                    <a:cubicBezTo>
                      <a:pt x="365" y="2536"/>
                      <a:pt x="623" y="2653"/>
                      <a:pt x="877" y="2653"/>
                    </a:cubicBezTo>
                    <a:cubicBezTo>
                      <a:pt x="965" y="2653"/>
                      <a:pt x="1051" y="2639"/>
                      <a:pt x="1134" y="2610"/>
                    </a:cubicBezTo>
                    <a:cubicBezTo>
                      <a:pt x="1436" y="2503"/>
                      <a:pt x="1646" y="2219"/>
                      <a:pt x="1949" y="2102"/>
                    </a:cubicBezTo>
                    <a:cubicBezTo>
                      <a:pt x="2277" y="1975"/>
                      <a:pt x="2707" y="2048"/>
                      <a:pt x="2941" y="1790"/>
                    </a:cubicBezTo>
                    <a:cubicBezTo>
                      <a:pt x="3161" y="1545"/>
                      <a:pt x="3058" y="1135"/>
                      <a:pt x="2839" y="876"/>
                    </a:cubicBezTo>
                    <a:cubicBezTo>
                      <a:pt x="2599" y="593"/>
                      <a:pt x="2252" y="426"/>
                      <a:pt x="1920" y="270"/>
                    </a:cubicBezTo>
                    <a:cubicBezTo>
                      <a:pt x="1637" y="135"/>
                      <a:pt x="1319" y="1"/>
                      <a:pt x="102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 flipH="1">
                <a:off x="8647726" y="195736"/>
                <a:ext cx="128389" cy="120484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128" extrusionOk="0">
                    <a:moveTo>
                      <a:pt x="425" y="1"/>
                    </a:moveTo>
                    <a:cubicBezTo>
                      <a:pt x="337" y="1"/>
                      <a:pt x="256" y="26"/>
                      <a:pt x="191" y="78"/>
                    </a:cubicBezTo>
                    <a:cubicBezTo>
                      <a:pt x="0" y="234"/>
                      <a:pt x="29" y="581"/>
                      <a:pt x="254" y="850"/>
                    </a:cubicBezTo>
                    <a:cubicBezTo>
                      <a:pt x="407" y="1029"/>
                      <a:pt x="607" y="1127"/>
                      <a:pt x="780" y="1127"/>
                    </a:cubicBezTo>
                    <a:cubicBezTo>
                      <a:pt x="867" y="1127"/>
                      <a:pt x="948" y="1102"/>
                      <a:pt x="1011" y="1050"/>
                    </a:cubicBezTo>
                    <a:cubicBezTo>
                      <a:pt x="1202" y="894"/>
                      <a:pt x="1177" y="547"/>
                      <a:pt x="948" y="278"/>
                    </a:cubicBezTo>
                    <a:cubicBezTo>
                      <a:pt x="798" y="99"/>
                      <a:pt x="599" y="1"/>
                      <a:pt x="4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 flipH="1">
                <a:off x="8692054" y="365568"/>
                <a:ext cx="144090" cy="107240"/>
              </a:xfrm>
              <a:custGeom>
                <a:avLst/>
                <a:gdLst/>
                <a:ahLst/>
                <a:cxnLst/>
                <a:rect l="l" t="t" r="r" b="b"/>
                <a:pathLst>
                  <a:path w="1349" h="1004" extrusionOk="0">
                    <a:moveTo>
                      <a:pt x="504" y="0"/>
                    </a:moveTo>
                    <a:cubicBezTo>
                      <a:pt x="332" y="0"/>
                      <a:pt x="186" y="69"/>
                      <a:pt x="117" y="198"/>
                    </a:cubicBezTo>
                    <a:cubicBezTo>
                      <a:pt x="0" y="413"/>
                      <a:pt x="157" y="730"/>
                      <a:pt x="464" y="901"/>
                    </a:cubicBezTo>
                    <a:cubicBezTo>
                      <a:pt x="592" y="970"/>
                      <a:pt x="726" y="1004"/>
                      <a:pt x="847" y="1004"/>
                    </a:cubicBezTo>
                    <a:cubicBezTo>
                      <a:pt x="1017" y="1004"/>
                      <a:pt x="1163" y="937"/>
                      <a:pt x="1231" y="808"/>
                    </a:cubicBezTo>
                    <a:cubicBezTo>
                      <a:pt x="1349" y="589"/>
                      <a:pt x="1192" y="276"/>
                      <a:pt x="884" y="105"/>
                    </a:cubicBezTo>
                    <a:cubicBezTo>
                      <a:pt x="757" y="34"/>
                      <a:pt x="624" y="0"/>
                      <a:pt x="5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5"/>
              <p:cNvSpPr/>
              <p:nvPr/>
            </p:nvSpPr>
            <p:spPr>
              <a:xfrm flipH="1">
                <a:off x="8525106" y="121928"/>
                <a:ext cx="115357" cy="131486"/>
              </a:xfrm>
              <a:custGeom>
                <a:avLst/>
                <a:gdLst/>
                <a:ahLst/>
                <a:cxnLst/>
                <a:rect l="l" t="t" r="r" b="b"/>
                <a:pathLst>
                  <a:path w="1080" h="1231" extrusionOk="0">
                    <a:moveTo>
                      <a:pt x="444" y="0"/>
                    </a:moveTo>
                    <a:cubicBezTo>
                      <a:pt x="415" y="0"/>
                      <a:pt x="386" y="4"/>
                      <a:pt x="357" y="12"/>
                    </a:cubicBezTo>
                    <a:cubicBezTo>
                      <a:pt x="118" y="80"/>
                      <a:pt x="0" y="402"/>
                      <a:pt x="103" y="735"/>
                    </a:cubicBezTo>
                    <a:cubicBezTo>
                      <a:pt x="193" y="1026"/>
                      <a:pt x="418" y="1231"/>
                      <a:pt x="633" y="1231"/>
                    </a:cubicBezTo>
                    <a:cubicBezTo>
                      <a:pt x="664" y="1231"/>
                      <a:pt x="694" y="1227"/>
                      <a:pt x="723" y="1218"/>
                    </a:cubicBezTo>
                    <a:cubicBezTo>
                      <a:pt x="968" y="1155"/>
                      <a:pt x="1080" y="832"/>
                      <a:pt x="977" y="495"/>
                    </a:cubicBezTo>
                    <a:cubicBezTo>
                      <a:pt x="891" y="202"/>
                      <a:pt x="664" y="0"/>
                      <a:pt x="4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5"/>
              <p:cNvSpPr/>
              <p:nvPr/>
            </p:nvSpPr>
            <p:spPr>
              <a:xfrm flipH="1">
                <a:off x="8374286" y="188686"/>
                <a:ext cx="103395" cy="133516"/>
              </a:xfrm>
              <a:custGeom>
                <a:avLst/>
                <a:gdLst/>
                <a:ahLst/>
                <a:cxnLst/>
                <a:rect l="l" t="t" r="r" b="b"/>
                <a:pathLst>
                  <a:path w="968" h="1250" extrusionOk="0">
                    <a:moveTo>
                      <a:pt x="500" y="1"/>
                    </a:moveTo>
                    <a:cubicBezTo>
                      <a:pt x="264" y="1"/>
                      <a:pt x="53" y="247"/>
                      <a:pt x="30" y="574"/>
                    </a:cubicBezTo>
                    <a:cubicBezTo>
                      <a:pt x="1" y="916"/>
                      <a:pt x="181" y="1219"/>
                      <a:pt x="435" y="1248"/>
                    </a:cubicBezTo>
                    <a:cubicBezTo>
                      <a:pt x="447" y="1249"/>
                      <a:pt x="458" y="1250"/>
                      <a:pt x="469" y="1250"/>
                    </a:cubicBezTo>
                    <a:cubicBezTo>
                      <a:pt x="709" y="1250"/>
                      <a:pt x="915" y="1003"/>
                      <a:pt x="943" y="676"/>
                    </a:cubicBezTo>
                    <a:cubicBezTo>
                      <a:pt x="968" y="329"/>
                      <a:pt x="787" y="31"/>
                      <a:pt x="533" y="2"/>
                    </a:cubicBezTo>
                    <a:cubicBezTo>
                      <a:pt x="522" y="1"/>
                      <a:pt x="511" y="1"/>
                      <a:pt x="5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" name="Google Shape;115;p5"/>
            <p:cNvGrpSpPr/>
            <p:nvPr/>
          </p:nvGrpSpPr>
          <p:grpSpPr>
            <a:xfrm flipH="1">
              <a:off x="-171571" y="3618613"/>
              <a:ext cx="603918" cy="599432"/>
              <a:chOff x="8707178" y="1202501"/>
              <a:chExt cx="603918" cy="599432"/>
            </a:xfrm>
          </p:grpSpPr>
          <p:sp>
            <p:nvSpPr>
              <p:cNvPr id="116" name="Google Shape;116;p5"/>
              <p:cNvSpPr/>
              <p:nvPr/>
            </p:nvSpPr>
            <p:spPr>
              <a:xfrm flipH="1">
                <a:off x="8928493" y="1393161"/>
                <a:ext cx="382602" cy="408771"/>
              </a:xfrm>
              <a:custGeom>
                <a:avLst/>
                <a:gdLst/>
                <a:ahLst/>
                <a:cxnLst/>
                <a:rect l="l" t="t" r="r" b="b"/>
                <a:pathLst>
                  <a:path w="3582" h="3827" extrusionOk="0">
                    <a:moveTo>
                      <a:pt x="1067" y="1"/>
                    </a:moveTo>
                    <a:cubicBezTo>
                      <a:pt x="880" y="1"/>
                      <a:pt x="697" y="47"/>
                      <a:pt x="514" y="186"/>
                    </a:cubicBezTo>
                    <a:cubicBezTo>
                      <a:pt x="162" y="445"/>
                      <a:pt x="1" y="943"/>
                      <a:pt x="133" y="1348"/>
                    </a:cubicBezTo>
                    <a:cubicBezTo>
                      <a:pt x="265" y="1739"/>
                      <a:pt x="616" y="2013"/>
                      <a:pt x="753" y="2399"/>
                    </a:cubicBezTo>
                    <a:cubicBezTo>
                      <a:pt x="905" y="2819"/>
                      <a:pt x="802" y="3361"/>
                      <a:pt x="1125" y="3659"/>
                    </a:cubicBezTo>
                    <a:cubicBezTo>
                      <a:pt x="1248" y="3776"/>
                      <a:pt x="1407" y="3827"/>
                      <a:pt x="1575" y="3827"/>
                    </a:cubicBezTo>
                    <a:cubicBezTo>
                      <a:pt x="1821" y="3827"/>
                      <a:pt x="2085" y="3719"/>
                      <a:pt x="2282" y="3557"/>
                    </a:cubicBezTo>
                    <a:cubicBezTo>
                      <a:pt x="2644" y="3264"/>
                      <a:pt x="2869" y="2829"/>
                      <a:pt x="3074" y="2414"/>
                    </a:cubicBezTo>
                    <a:cubicBezTo>
                      <a:pt x="3328" y="1910"/>
                      <a:pt x="3582" y="1319"/>
                      <a:pt x="3347" y="826"/>
                    </a:cubicBezTo>
                    <a:cubicBezTo>
                      <a:pt x="3220" y="547"/>
                      <a:pt x="2952" y="357"/>
                      <a:pt x="2668" y="254"/>
                    </a:cubicBezTo>
                    <a:lnTo>
                      <a:pt x="2663" y="254"/>
                    </a:lnTo>
                    <a:cubicBezTo>
                      <a:pt x="2307" y="122"/>
                      <a:pt x="1931" y="152"/>
                      <a:pt x="1569" y="73"/>
                    </a:cubicBezTo>
                    <a:cubicBezTo>
                      <a:pt x="1395" y="35"/>
                      <a:pt x="1229" y="1"/>
                      <a:pt x="1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 flipH="1">
                <a:off x="8793803" y="1281328"/>
                <a:ext cx="176027" cy="144410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1352" extrusionOk="0">
                    <a:moveTo>
                      <a:pt x="1059" y="1"/>
                    </a:moveTo>
                    <a:cubicBezTo>
                      <a:pt x="871" y="1"/>
                      <a:pt x="657" y="78"/>
                      <a:pt x="470" y="231"/>
                    </a:cubicBezTo>
                    <a:cubicBezTo>
                      <a:pt x="123" y="510"/>
                      <a:pt x="1" y="935"/>
                      <a:pt x="196" y="1184"/>
                    </a:cubicBezTo>
                    <a:cubicBezTo>
                      <a:pt x="286" y="1296"/>
                      <a:pt x="428" y="1352"/>
                      <a:pt x="589" y="1352"/>
                    </a:cubicBezTo>
                    <a:cubicBezTo>
                      <a:pt x="777" y="1352"/>
                      <a:pt x="991" y="1276"/>
                      <a:pt x="1178" y="1125"/>
                    </a:cubicBezTo>
                    <a:cubicBezTo>
                      <a:pt x="1525" y="847"/>
                      <a:pt x="1647" y="417"/>
                      <a:pt x="1452" y="173"/>
                    </a:cubicBezTo>
                    <a:cubicBezTo>
                      <a:pt x="1362" y="58"/>
                      <a:pt x="1220" y="1"/>
                      <a:pt x="10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 flipH="1">
                <a:off x="9010418" y="1202501"/>
                <a:ext cx="154024" cy="160646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504" extrusionOk="0">
                    <a:moveTo>
                      <a:pt x="909" y="0"/>
                    </a:moveTo>
                    <a:cubicBezTo>
                      <a:pt x="668" y="0"/>
                      <a:pt x="396" y="178"/>
                      <a:pt x="225" y="471"/>
                    </a:cubicBezTo>
                    <a:cubicBezTo>
                      <a:pt x="1" y="857"/>
                      <a:pt x="45" y="1297"/>
                      <a:pt x="318" y="1448"/>
                    </a:cubicBezTo>
                    <a:cubicBezTo>
                      <a:pt x="385" y="1486"/>
                      <a:pt x="459" y="1503"/>
                      <a:pt x="536" y="1503"/>
                    </a:cubicBezTo>
                    <a:cubicBezTo>
                      <a:pt x="779" y="1503"/>
                      <a:pt x="1051" y="1326"/>
                      <a:pt x="1222" y="1033"/>
                    </a:cubicBezTo>
                    <a:cubicBezTo>
                      <a:pt x="1442" y="647"/>
                      <a:pt x="1403" y="207"/>
                      <a:pt x="1124" y="56"/>
                    </a:cubicBezTo>
                    <a:cubicBezTo>
                      <a:pt x="1059" y="18"/>
                      <a:pt x="985" y="0"/>
                      <a:pt x="9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5"/>
              <p:cNvSpPr/>
              <p:nvPr/>
            </p:nvSpPr>
            <p:spPr>
              <a:xfrm flipH="1">
                <a:off x="8707178" y="1454685"/>
                <a:ext cx="183824" cy="128068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199" extrusionOk="0">
                    <a:moveTo>
                      <a:pt x="1005" y="0"/>
                    </a:moveTo>
                    <a:cubicBezTo>
                      <a:pt x="903" y="0"/>
                      <a:pt x="796" y="16"/>
                      <a:pt x="690" y="49"/>
                    </a:cubicBezTo>
                    <a:cubicBezTo>
                      <a:pt x="265" y="186"/>
                      <a:pt x="1" y="538"/>
                      <a:pt x="98" y="841"/>
                    </a:cubicBezTo>
                    <a:cubicBezTo>
                      <a:pt x="167" y="1066"/>
                      <a:pt x="416" y="1199"/>
                      <a:pt x="712" y="1199"/>
                    </a:cubicBezTo>
                    <a:cubicBezTo>
                      <a:pt x="815" y="1199"/>
                      <a:pt x="923" y="1183"/>
                      <a:pt x="1032" y="1149"/>
                    </a:cubicBezTo>
                    <a:cubicBezTo>
                      <a:pt x="1457" y="1017"/>
                      <a:pt x="1720" y="665"/>
                      <a:pt x="1623" y="362"/>
                    </a:cubicBezTo>
                    <a:cubicBezTo>
                      <a:pt x="1553" y="136"/>
                      <a:pt x="1302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5"/>
              <p:cNvSpPr/>
              <p:nvPr/>
            </p:nvSpPr>
            <p:spPr>
              <a:xfrm flipH="1">
                <a:off x="8800639" y="1653463"/>
                <a:ext cx="176988" cy="124437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165" extrusionOk="0">
                    <a:moveTo>
                      <a:pt x="794" y="0"/>
                    </a:moveTo>
                    <a:cubicBezTo>
                      <a:pt x="406" y="0"/>
                      <a:pt x="80" y="209"/>
                      <a:pt x="45" y="504"/>
                    </a:cubicBezTo>
                    <a:cubicBezTo>
                      <a:pt x="1" y="822"/>
                      <a:pt x="318" y="1115"/>
                      <a:pt x="753" y="1159"/>
                    </a:cubicBezTo>
                    <a:cubicBezTo>
                      <a:pt x="790" y="1163"/>
                      <a:pt x="826" y="1164"/>
                      <a:pt x="862" y="1164"/>
                    </a:cubicBezTo>
                    <a:cubicBezTo>
                      <a:pt x="1247" y="1164"/>
                      <a:pt x="1573" y="955"/>
                      <a:pt x="1613" y="660"/>
                    </a:cubicBezTo>
                    <a:cubicBezTo>
                      <a:pt x="1657" y="343"/>
                      <a:pt x="1339" y="50"/>
                      <a:pt x="905" y="6"/>
                    </a:cubicBezTo>
                    <a:cubicBezTo>
                      <a:pt x="867" y="2"/>
                      <a:pt x="830" y="0"/>
                      <a:pt x="7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3" name="Google Shape;123;p6"/>
          <p:cNvGrpSpPr/>
          <p:nvPr/>
        </p:nvGrpSpPr>
        <p:grpSpPr>
          <a:xfrm>
            <a:off x="-1349000" y="-326925"/>
            <a:ext cx="11190861" cy="5724750"/>
            <a:chOff x="-1349000" y="-339525"/>
            <a:chExt cx="11190861" cy="5724750"/>
          </a:xfrm>
        </p:grpSpPr>
        <p:sp>
          <p:nvSpPr>
            <p:cNvPr id="124" name="Google Shape;124;p6"/>
            <p:cNvSpPr/>
            <p:nvPr/>
          </p:nvSpPr>
          <p:spPr>
            <a:xfrm>
              <a:off x="7837164" y="-339525"/>
              <a:ext cx="1862446" cy="1413528"/>
            </a:xfrm>
            <a:custGeom>
              <a:avLst/>
              <a:gdLst/>
              <a:ahLst/>
              <a:cxnLst/>
              <a:rect l="l" t="t" r="r" b="b"/>
              <a:pathLst>
                <a:path w="19329" h="14670" extrusionOk="0">
                  <a:moveTo>
                    <a:pt x="4966" y="0"/>
                  </a:moveTo>
                  <a:cubicBezTo>
                    <a:pt x="0" y="0"/>
                    <a:pt x="1526" y="8064"/>
                    <a:pt x="2229" y="9803"/>
                  </a:cubicBezTo>
                  <a:cubicBezTo>
                    <a:pt x="2254" y="9871"/>
                    <a:pt x="2283" y="9940"/>
                    <a:pt x="2312" y="10008"/>
                  </a:cubicBezTo>
                  <a:cubicBezTo>
                    <a:pt x="3323" y="12319"/>
                    <a:pt x="5468" y="13941"/>
                    <a:pt x="7955" y="14376"/>
                  </a:cubicBezTo>
                  <a:lnTo>
                    <a:pt x="8473" y="14468"/>
                  </a:lnTo>
                  <a:cubicBezTo>
                    <a:pt x="8707" y="14512"/>
                    <a:pt x="8947" y="14542"/>
                    <a:pt x="9186" y="14561"/>
                  </a:cubicBezTo>
                  <a:cubicBezTo>
                    <a:pt x="9938" y="14621"/>
                    <a:pt x="10705" y="14669"/>
                    <a:pt x="11466" y="14669"/>
                  </a:cubicBezTo>
                  <a:cubicBezTo>
                    <a:pt x="13209" y="14669"/>
                    <a:pt x="14919" y="14415"/>
                    <a:pt x="16334" y="13452"/>
                  </a:cubicBezTo>
                  <a:cubicBezTo>
                    <a:pt x="18386" y="12055"/>
                    <a:pt x="19328" y="9226"/>
                    <a:pt x="18522" y="6881"/>
                  </a:cubicBezTo>
                  <a:cubicBezTo>
                    <a:pt x="17739" y="4601"/>
                    <a:pt x="15011" y="2469"/>
                    <a:pt x="12584" y="2469"/>
                  </a:cubicBezTo>
                  <a:cubicBezTo>
                    <a:pt x="12514" y="2469"/>
                    <a:pt x="12445" y="2471"/>
                    <a:pt x="12376" y="2475"/>
                  </a:cubicBezTo>
                  <a:cubicBezTo>
                    <a:pt x="12251" y="2481"/>
                    <a:pt x="12128" y="2484"/>
                    <a:pt x="12007" y="2484"/>
                  </a:cubicBezTo>
                  <a:cubicBezTo>
                    <a:pt x="8931" y="2484"/>
                    <a:pt x="7669" y="509"/>
                    <a:pt x="6475" y="208"/>
                  </a:cubicBezTo>
                  <a:cubicBezTo>
                    <a:pt x="5915" y="66"/>
                    <a:pt x="5414" y="0"/>
                    <a:pt x="49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5" name="Google Shape;125;p6"/>
            <p:cNvGrpSpPr/>
            <p:nvPr/>
          </p:nvGrpSpPr>
          <p:grpSpPr>
            <a:xfrm>
              <a:off x="8704975" y="1751650"/>
              <a:ext cx="556624" cy="572712"/>
              <a:chOff x="4950281" y="1339295"/>
              <a:chExt cx="89504" cy="92086"/>
            </a:xfrm>
          </p:grpSpPr>
          <p:sp>
            <p:nvSpPr>
              <p:cNvPr id="126" name="Google Shape;126;p6"/>
              <p:cNvSpPr/>
              <p:nvPr/>
            </p:nvSpPr>
            <p:spPr>
              <a:xfrm>
                <a:off x="4978431" y="1372017"/>
                <a:ext cx="60919" cy="59364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2596" extrusionOk="0">
                    <a:moveTo>
                      <a:pt x="1014" y="1"/>
                    </a:moveTo>
                    <a:cubicBezTo>
                      <a:pt x="901" y="1"/>
                      <a:pt x="790" y="23"/>
                      <a:pt x="690" y="73"/>
                    </a:cubicBezTo>
                    <a:cubicBezTo>
                      <a:pt x="338" y="244"/>
                      <a:pt x="216" y="679"/>
                      <a:pt x="137" y="1065"/>
                    </a:cubicBezTo>
                    <a:cubicBezTo>
                      <a:pt x="69" y="1387"/>
                      <a:pt x="1" y="1719"/>
                      <a:pt x="74" y="2037"/>
                    </a:cubicBezTo>
                    <a:cubicBezTo>
                      <a:pt x="135" y="2318"/>
                      <a:pt x="363" y="2595"/>
                      <a:pt x="649" y="2595"/>
                    </a:cubicBezTo>
                    <a:cubicBezTo>
                      <a:pt x="661" y="2595"/>
                      <a:pt x="673" y="2595"/>
                      <a:pt x="685" y="2594"/>
                    </a:cubicBezTo>
                    <a:cubicBezTo>
                      <a:pt x="1002" y="2565"/>
                      <a:pt x="1183" y="2223"/>
                      <a:pt x="1457" y="2056"/>
                    </a:cubicBezTo>
                    <a:cubicBezTo>
                      <a:pt x="1706" y="1905"/>
                      <a:pt x="2028" y="1905"/>
                      <a:pt x="2277" y="1749"/>
                    </a:cubicBezTo>
                    <a:cubicBezTo>
                      <a:pt x="2531" y="1578"/>
                      <a:pt x="2663" y="1236"/>
                      <a:pt x="2580" y="943"/>
                    </a:cubicBezTo>
                    <a:cubicBezTo>
                      <a:pt x="2497" y="654"/>
                      <a:pt x="2282" y="542"/>
                      <a:pt x="2033" y="425"/>
                    </a:cubicBezTo>
                    <a:cubicBezTo>
                      <a:pt x="1794" y="312"/>
                      <a:pt x="1593" y="136"/>
                      <a:pt x="1330" y="53"/>
                    </a:cubicBezTo>
                    <a:cubicBezTo>
                      <a:pt x="1228" y="20"/>
                      <a:pt x="1120" y="1"/>
                      <a:pt x="10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6"/>
              <p:cNvSpPr/>
              <p:nvPr/>
            </p:nvSpPr>
            <p:spPr>
              <a:xfrm>
                <a:off x="4986915" y="1339295"/>
                <a:ext cx="21587" cy="2552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116" extrusionOk="0">
                    <a:moveTo>
                      <a:pt x="414" y="0"/>
                    </a:moveTo>
                    <a:cubicBezTo>
                      <a:pt x="390" y="0"/>
                      <a:pt x="367" y="3"/>
                      <a:pt x="343" y="9"/>
                    </a:cubicBezTo>
                    <a:cubicBezTo>
                      <a:pt x="123" y="63"/>
                      <a:pt x="1" y="351"/>
                      <a:pt x="74" y="654"/>
                    </a:cubicBezTo>
                    <a:cubicBezTo>
                      <a:pt x="136" y="926"/>
                      <a:pt x="335" y="1116"/>
                      <a:pt x="535" y="1116"/>
                    </a:cubicBezTo>
                    <a:cubicBezTo>
                      <a:pt x="557" y="1116"/>
                      <a:pt x="580" y="1113"/>
                      <a:pt x="602" y="1108"/>
                    </a:cubicBezTo>
                    <a:cubicBezTo>
                      <a:pt x="822" y="1054"/>
                      <a:pt x="944" y="766"/>
                      <a:pt x="871" y="463"/>
                    </a:cubicBezTo>
                    <a:cubicBezTo>
                      <a:pt x="810" y="193"/>
                      <a:pt x="612" y="0"/>
                      <a:pt x="4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5018998" y="1349790"/>
                <a:ext cx="20787" cy="25657"/>
              </a:xfrm>
              <a:custGeom>
                <a:avLst/>
                <a:gdLst/>
                <a:ahLst/>
                <a:cxnLst/>
                <a:rect l="l" t="t" r="r" b="b"/>
                <a:pathLst>
                  <a:path w="909" h="1122" extrusionOk="0">
                    <a:moveTo>
                      <a:pt x="492" y="1"/>
                    </a:moveTo>
                    <a:cubicBezTo>
                      <a:pt x="284" y="1"/>
                      <a:pt x="90" y="216"/>
                      <a:pt x="49" y="503"/>
                    </a:cubicBezTo>
                    <a:cubicBezTo>
                      <a:pt x="0" y="810"/>
                      <a:pt x="147" y="1084"/>
                      <a:pt x="371" y="1118"/>
                    </a:cubicBezTo>
                    <a:cubicBezTo>
                      <a:pt x="387" y="1121"/>
                      <a:pt x="402" y="1122"/>
                      <a:pt x="418" y="1122"/>
                    </a:cubicBezTo>
                    <a:cubicBezTo>
                      <a:pt x="626" y="1122"/>
                      <a:pt x="819" y="911"/>
                      <a:pt x="860" y="625"/>
                    </a:cubicBezTo>
                    <a:cubicBezTo>
                      <a:pt x="909" y="317"/>
                      <a:pt x="762" y="39"/>
                      <a:pt x="538" y="4"/>
                    </a:cubicBezTo>
                    <a:cubicBezTo>
                      <a:pt x="522" y="2"/>
                      <a:pt x="507" y="1"/>
                      <a:pt x="4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4959999" y="1352123"/>
                <a:ext cx="23828" cy="23485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27" extrusionOk="0">
                    <a:moveTo>
                      <a:pt x="379" y="0"/>
                    </a:moveTo>
                    <a:cubicBezTo>
                      <a:pt x="306" y="0"/>
                      <a:pt x="238" y="21"/>
                      <a:pt x="181" y="64"/>
                    </a:cubicBezTo>
                    <a:cubicBezTo>
                      <a:pt x="1" y="200"/>
                      <a:pt x="5" y="513"/>
                      <a:pt x="191" y="762"/>
                    </a:cubicBezTo>
                    <a:cubicBezTo>
                      <a:pt x="321" y="932"/>
                      <a:pt x="501" y="1027"/>
                      <a:pt x="659" y="1027"/>
                    </a:cubicBezTo>
                    <a:cubicBezTo>
                      <a:pt x="733" y="1027"/>
                      <a:pt x="803" y="1006"/>
                      <a:pt x="860" y="962"/>
                    </a:cubicBezTo>
                    <a:cubicBezTo>
                      <a:pt x="1041" y="826"/>
                      <a:pt x="1036" y="518"/>
                      <a:pt x="846" y="269"/>
                    </a:cubicBezTo>
                    <a:cubicBezTo>
                      <a:pt x="718" y="98"/>
                      <a:pt x="538" y="0"/>
                      <a:pt x="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6"/>
              <p:cNvSpPr/>
              <p:nvPr/>
            </p:nvSpPr>
            <p:spPr>
              <a:xfrm>
                <a:off x="4950281" y="1384868"/>
                <a:ext cx="27510" cy="20969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917" extrusionOk="0">
                    <a:moveTo>
                      <a:pt x="457" y="1"/>
                    </a:moveTo>
                    <a:cubicBezTo>
                      <a:pt x="312" y="1"/>
                      <a:pt x="186" y="57"/>
                      <a:pt x="118" y="166"/>
                    </a:cubicBezTo>
                    <a:cubicBezTo>
                      <a:pt x="1" y="361"/>
                      <a:pt x="123" y="649"/>
                      <a:pt x="386" y="810"/>
                    </a:cubicBezTo>
                    <a:cubicBezTo>
                      <a:pt x="503" y="882"/>
                      <a:pt x="629" y="917"/>
                      <a:pt x="744" y="917"/>
                    </a:cubicBezTo>
                    <a:cubicBezTo>
                      <a:pt x="889" y="917"/>
                      <a:pt x="1015" y="861"/>
                      <a:pt x="1080" y="752"/>
                    </a:cubicBezTo>
                    <a:cubicBezTo>
                      <a:pt x="1202" y="561"/>
                      <a:pt x="1080" y="273"/>
                      <a:pt x="816" y="107"/>
                    </a:cubicBezTo>
                    <a:cubicBezTo>
                      <a:pt x="698" y="36"/>
                      <a:pt x="571" y="1"/>
                      <a:pt x="4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" name="Google Shape;131;p6"/>
            <p:cNvSpPr/>
            <p:nvPr/>
          </p:nvSpPr>
          <p:spPr>
            <a:xfrm>
              <a:off x="8575862" y="116275"/>
              <a:ext cx="1265999" cy="501917"/>
            </a:xfrm>
            <a:custGeom>
              <a:avLst/>
              <a:gdLst/>
              <a:ahLst/>
              <a:cxnLst/>
              <a:rect l="l" t="t" r="r" b="b"/>
              <a:pathLst>
                <a:path w="9489" h="3762" extrusionOk="0">
                  <a:moveTo>
                    <a:pt x="2781" y="1"/>
                  </a:moveTo>
                  <a:cubicBezTo>
                    <a:pt x="2659" y="1"/>
                    <a:pt x="2537" y="9"/>
                    <a:pt x="2414" y="27"/>
                  </a:cubicBezTo>
                  <a:cubicBezTo>
                    <a:pt x="1808" y="115"/>
                    <a:pt x="968" y="496"/>
                    <a:pt x="694" y="1072"/>
                  </a:cubicBezTo>
                  <a:cubicBezTo>
                    <a:pt x="519" y="1439"/>
                    <a:pt x="514" y="2684"/>
                    <a:pt x="1105" y="2772"/>
                  </a:cubicBezTo>
                  <a:cubicBezTo>
                    <a:pt x="981" y="2754"/>
                    <a:pt x="851" y="2736"/>
                    <a:pt x="724" y="2736"/>
                  </a:cubicBezTo>
                  <a:cubicBezTo>
                    <a:pt x="611" y="2736"/>
                    <a:pt x="500" y="2751"/>
                    <a:pt x="396" y="2792"/>
                  </a:cubicBezTo>
                  <a:cubicBezTo>
                    <a:pt x="177" y="2885"/>
                    <a:pt x="1" y="3144"/>
                    <a:pt x="93" y="3364"/>
                  </a:cubicBezTo>
                  <a:cubicBezTo>
                    <a:pt x="191" y="3593"/>
                    <a:pt x="484" y="3642"/>
                    <a:pt x="733" y="3662"/>
                  </a:cubicBezTo>
                  <a:cubicBezTo>
                    <a:pt x="1717" y="3728"/>
                    <a:pt x="2702" y="3761"/>
                    <a:pt x="3687" y="3761"/>
                  </a:cubicBezTo>
                  <a:cubicBezTo>
                    <a:pt x="5384" y="3761"/>
                    <a:pt x="7081" y="3662"/>
                    <a:pt x="8765" y="3461"/>
                  </a:cubicBezTo>
                  <a:cubicBezTo>
                    <a:pt x="8980" y="3437"/>
                    <a:pt x="9229" y="3388"/>
                    <a:pt x="9322" y="3193"/>
                  </a:cubicBezTo>
                  <a:cubicBezTo>
                    <a:pt x="9488" y="2860"/>
                    <a:pt x="9049" y="2553"/>
                    <a:pt x="8682" y="2465"/>
                  </a:cubicBezTo>
                  <a:cubicBezTo>
                    <a:pt x="8213" y="2352"/>
                    <a:pt x="7732" y="2296"/>
                    <a:pt x="7250" y="2296"/>
                  </a:cubicBezTo>
                  <a:cubicBezTo>
                    <a:pt x="6643" y="2296"/>
                    <a:pt x="6036" y="2385"/>
                    <a:pt x="5453" y="2562"/>
                  </a:cubicBezTo>
                  <a:cubicBezTo>
                    <a:pt x="5453" y="1124"/>
                    <a:pt x="4176" y="1"/>
                    <a:pt x="2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" name="Google Shape;132;p6"/>
            <p:cNvGrpSpPr/>
            <p:nvPr/>
          </p:nvGrpSpPr>
          <p:grpSpPr>
            <a:xfrm>
              <a:off x="-1349000" y="4603993"/>
              <a:ext cx="4713113" cy="781233"/>
              <a:chOff x="-1349000" y="4603993"/>
              <a:chExt cx="4713113" cy="781233"/>
            </a:xfrm>
          </p:grpSpPr>
          <p:sp>
            <p:nvSpPr>
              <p:cNvPr id="133" name="Google Shape;133;p6"/>
              <p:cNvSpPr/>
              <p:nvPr/>
            </p:nvSpPr>
            <p:spPr>
              <a:xfrm>
                <a:off x="-1349000" y="4923525"/>
                <a:ext cx="4713113" cy="461701"/>
              </a:xfrm>
              <a:custGeom>
                <a:avLst/>
                <a:gdLst/>
                <a:ahLst/>
                <a:cxnLst/>
                <a:rect l="l" t="t" r="r" b="b"/>
                <a:pathLst>
                  <a:path w="34034" h="3334" extrusionOk="0">
                    <a:moveTo>
                      <a:pt x="15590" y="1"/>
                    </a:moveTo>
                    <a:cubicBezTo>
                      <a:pt x="15258" y="1"/>
                      <a:pt x="14921" y="1"/>
                      <a:pt x="14594" y="6"/>
                    </a:cubicBezTo>
                    <a:cubicBezTo>
                      <a:pt x="11511" y="30"/>
                      <a:pt x="8643" y="172"/>
                      <a:pt x="6215" y="401"/>
                    </a:cubicBezTo>
                    <a:cubicBezTo>
                      <a:pt x="4769" y="533"/>
                      <a:pt x="3474" y="704"/>
                      <a:pt x="2380" y="895"/>
                    </a:cubicBezTo>
                    <a:cubicBezTo>
                      <a:pt x="0" y="1310"/>
                      <a:pt x="4827" y="3157"/>
                      <a:pt x="12141" y="3333"/>
                    </a:cubicBezTo>
                    <a:cubicBezTo>
                      <a:pt x="12169" y="3333"/>
                      <a:pt x="12203" y="3334"/>
                      <a:pt x="12243" y="3334"/>
                    </a:cubicBezTo>
                    <a:cubicBezTo>
                      <a:pt x="14438" y="3334"/>
                      <a:pt x="34034" y="2289"/>
                      <a:pt x="26842" y="1066"/>
                    </a:cubicBezTo>
                    <a:cubicBezTo>
                      <a:pt x="23090" y="431"/>
                      <a:pt x="18326" y="1"/>
                      <a:pt x="1559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6"/>
              <p:cNvSpPr/>
              <p:nvPr/>
            </p:nvSpPr>
            <p:spPr>
              <a:xfrm>
                <a:off x="220058" y="4603993"/>
                <a:ext cx="249762" cy="395346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3226" extrusionOk="0">
                    <a:moveTo>
                      <a:pt x="1993" y="1311"/>
                    </a:moveTo>
                    <a:lnTo>
                      <a:pt x="1993" y="1311"/>
                    </a:lnTo>
                    <a:cubicBezTo>
                      <a:pt x="1679" y="1797"/>
                      <a:pt x="1354" y="2302"/>
                      <a:pt x="1206" y="2858"/>
                    </a:cubicBezTo>
                    <a:lnTo>
                      <a:pt x="1206" y="2858"/>
                    </a:lnTo>
                    <a:lnTo>
                      <a:pt x="2037" y="2684"/>
                    </a:lnTo>
                    <a:cubicBezTo>
                      <a:pt x="1989" y="2229"/>
                      <a:pt x="1974" y="1770"/>
                      <a:pt x="1993" y="1311"/>
                    </a:cubicBezTo>
                    <a:close/>
                    <a:moveTo>
                      <a:pt x="1263" y="1"/>
                    </a:moveTo>
                    <a:cubicBezTo>
                      <a:pt x="1208" y="1"/>
                      <a:pt x="1165" y="74"/>
                      <a:pt x="1148" y="133"/>
                    </a:cubicBezTo>
                    <a:cubicBezTo>
                      <a:pt x="1007" y="544"/>
                      <a:pt x="875" y="959"/>
                      <a:pt x="753" y="1374"/>
                    </a:cubicBezTo>
                    <a:cubicBezTo>
                      <a:pt x="645" y="1741"/>
                      <a:pt x="542" y="2141"/>
                      <a:pt x="660" y="2503"/>
                    </a:cubicBezTo>
                    <a:cubicBezTo>
                      <a:pt x="709" y="2645"/>
                      <a:pt x="787" y="2806"/>
                      <a:pt x="704" y="2928"/>
                    </a:cubicBezTo>
                    <a:cubicBezTo>
                      <a:pt x="591" y="2537"/>
                      <a:pt x="479" y="2146"/>
                      <a:pt x="367" y="1755"/>
                    </a:cubicBezTo>
                    <a:cubicBezTo>
                      <a:pt x="166" y="2220"/>
                      <a:pt x="39" y="2723"/>
                      <a:pt x="0" y="3226"/>
                    </a:cubicBezTo>
                    <a:cubicBezTo>
                      <a:pt x="5" y="3187"/>
                      <a:pt x="10" y="3148"/>
                      <a:pt x="15" y="3109"/>
                    </a:cubicBezTo>
                    <a:lnTo>
                      <a:pt x="1122" y="2876"/>
                    </a:lnTo>
                    <a:lnTo>
                      <a:pt x="1122" y="2876"/>
                    </a:lnTo>
                    <a:cubicBezTo>
                      <a:pt x="1130" y="2964"/>
                      <a:pt x="1138" y="3051"/>
                      <a:pt x="1148" y="3138"/>
                    </a:cubicBezTo>
                    <a:cubicBezTo>
                      <a:pt x="1162" y="3043"/>
                      <a:pt x="1182" y="2950"/>
                      <a:pt x="1206" y="2858"/>
                    </a:cubicBezTo>
                    <a:lnTo>
                      <a:pt x="1206" y="2858"/>
                    </a:lnTo>
                    <a:lnTo>
                      <a:pt x="1122" y="2876"/>
                    </a:lnTo>
                    <a:lnTo>
                      <a:pt x="1122" y="2876"/>
                    </a:lnTo>
                    <a:cubicBezTo>
                      <a:pt x="1040" y="1919"/>
                      <a:pt x="1097" y="946"/>
                      <a:pt x="1290" y="6"/>
                    </a:cubicBezTo>
                    <a:cubicBezTo>
                      <a:pt x="1281" y="2"/>
                      <a:pt x="1272" y="1"/>
                      <a:pt x="12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" name="Google Shape;135;p6"/>
            <p:cNvGrpSpPr/>
            <p:nvPr/>
          </p:nvGrpSpPr>
          <p:grpSpPr>
            <a:xfrm>
              <a:off x="-138714" y="3328916"/>
              <a:ext cx="608529" cy="626128"/>
              <a:chOff x="4998570" y="1325956"/>
              <a:chExt cx="97850" cy="100675"/>
            </a:xfrm>
          </p:grpSpPr>
          <p:sp>
            <p:nvSpPr>
              <p:cNvPr id="136" name="Google Shape;136;p6"/>
              <p:cNvSpPr/>
              <p:nvPr/>
            </p:nvSpPr>
            <p:spPr>
              <a:xfrm>
                <a:off x="5029345" y="1361731"/>
                <a:ext cx="66600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2596" extrusionOk="0">
                    <a:moveTo>
                      <a:pt x="1014" y="1"/>
                    </a:moveTo>
                    <a:cubicBezTo>
                      <a:pt x="901" y="1"/>
                      <a:pt x="790" y="23"/>
                      <a:pt x="690" y="73"/>
                    </a:cubicBezTo>
                    <a:cubicBezTo>
                      <a:pt x="338" y="244"/>
                      <a:pt x="216" y="679"/>
                      <a:pt x="137" y="1065"/>
                    </a:cubicBezTo>
                    <a:cubicBezTo>
                      <a:pt x="69" y="1387"/>
                      <a:pt x="1" y="1719"/>
                      <a:pt x="74" y="2037"/>
                    </a:cubicBezTo>
                    <a:cubicBezTo>
                      <a:pt x="135" y="2318"/>
                      <a:pt x="363" y="2595"/>
                      <a:pt x="649" y="2595"/>
                    </a:cubicBezTo>
                    <a:cubicBezTo>
                      <a:pt x="661" y="2595"/>
                      <a:pt x="673" y="2595"/>
                      <a:pt x="685" y="2594"/>
                    </a:cubicBezTo>
                    <a:cubicBezTo>
                      <a:pt x="1002" y="2565"/>
                      <a:pt x="1183" y="2223"/>
                      <a:pt x="1457" y="2056"/>
                    </a:cubicBezTo>
                    <a:cubicBezTo>
                      <a:pt x="1706" y="1905"/>
                      <a:pt x="2028" y="1905"/>
                      <a:pt x="2277" y="1749"/>
                    </a:cubicBezTo>
                    <a:cubicBezTo>
                      <a:pt x="2531" y="1578"/>
                      <a:pt x="2663" y="1236"/>
                      <a:pt x="2580" y="943"/>
                    </a:cubicBezTo>
                    <a:cubicBezTo>
                      <a:pt x="2497" y="654"/>
                      <a:pt x="2282" y="542"/>
                      <a:pt x="2033" y="425"/>
                    </a:cubicBezTo>
                    <a:cubicBezTo>
                      <a:pt x="1794" y="312"/>
                      <a:pt x="1593" y="136"/>
                      <a:pt x="1330" y="53"/>
                    </a:cubicBezTo>
                    <a:cubicBezTo>
                      <a:pt x="1228" y="20"/>
                      <a:pt x="1120" y="1"/>
                      <a:pt x="10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6"/>
              <p:cNvSpPr/>
              <p:nvPr/>
            </p:nvSpPr>
            <p:spPr>
              <a:xfrm>
                <a:off x="5038620" y="1325956"/>
                <a:ext cx="23600" cy="2790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116" extrusionOk="0">
                    <a:moveTo>
                      <a:pt x="414" y="0"/>
                    </a:moveTo>
                    <a:cubicBezTo>
                      <a:pt x="390" y="0"/>
                      <a:pt x="367" y="3"/>
                      <a:pt x="343" y="9"/>
                    </a:cubicBezTo>
                    <a:cubicBezTo>
                      <a:pt x="123" y="63"/>
                      <a:pt x="1" y="351"/>
                      <a:pt x="74" y="654"/>
                    </a:cubicBezTo>
                    <a:cubicBezTo>
                      <a:pt x="136" y="926"/>
                      <a:pt x="335" y="1116"/>
                      <a:pt x="535" y="1116"/>
                    </a:cubicBezTo>
                    <a:cubicBezTo>
                      <a:pt x="557" y="1116"/>
                      <a:pt x="580" y="1113"/>
                      <a:pt x="602" y="1108"/>
                    </a:cubicBezTo>
                    <a:cubicBezTo>
                      <a:pt x="822" y="1054"/>
                      <a:pt x="944" y="766"/>
                      <a:pt x="871" y="463"/>
                    </a:cubicBezTo>
                    <a:cubicBezTo>
                      <a:pt x="810" y="193"/>
                      <a:pt x="612" y="0"/>
                      <a:pt x="4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6"/>
              <p:cNvSpPr/>
              <p:nvPr/>
            </p:nvSpPr>
            <p:spPr>
              <a:xfrm>
                <a:off x="5073695" y="1337431"/>
                <a:ext cx="22725" cy="28050"/>
              </a:xfrm>
              <a:custGeom>
                <a:avLst/>
                <a:gdLst/>
                <a:ahLst/>
                <a:cxnLst/>
                <a:rect l="l" t="t" r="r" b="b"/>
                <a:pathLst>
                  <a:path w="909" h="1122" extrusionOk="0">
                    <a:moveTo>
                      <a:pt x="492" y="1"/>
                    </a:moveTo>
                    <a:cubicBezTo>
                      <a:pt x="284" y="1"/>
                      <a:pt x="90" y="216"/>
                      <a:pt x="49" y="503"/>
                    </a:cubicBezTo>
                    <a:cubicBezTo>
                      <a:pt x="0" y="810"/>
                      <a:pt x="147" y="1084"/>
                      <a:pt x="371" y="1118"/>
                    </a:cubicBezTo>
                    <a:cubicBezTo>
                      <a:pt x="387" y="1121"/>
                      <a:pt x="402" y="1122"/>
                      <a:pt x="418" y="1122"/>
                    </a:cubicBezTo>
                    <a:cubicBezTo>
                      <a:pt x="626" y="1122"/>
                      <a:pt x="819" y="911"/>
                      <a:pt x="860" y="625"/>
                    </a:cubicBezTo>
                    <a:cubicBezTo>
                      <a:pt x="909" y="317"/>
                      <a:pt x="762" y="39"/>
                      <a:pt x="538" y="4"/>
                    </a:cubicBezTo>
                    <a:cubicBezTo>
                      <a:pt x="522" y="2"/>
                      <a:pt x="507" y="1"/>
                      <a:pt x="4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6"/>
              <p:cNvSpPr/>
              <p:nvPr/>
            </p:nvSpPr>
            <p:spPr>
              <a:xfrm>
                <a:off x="5009195" y="1339981"/>
                <a:ext cx="2605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27" extrusionOk="0">
                    <a:moveTo>
                      <a:pt x="379" y="0"/>
                    </a:moveTo>
                    <a:cubicBezTo>
                      <a:pt x="306" y="0"/>
                      <a:pt x="238" y="21"/>
                      <a:pt x="181" y="64"/>
                    </a:cubicBezTo>
                    <a:cubicBezTo>
                      <a:pt x="1" y="200"/>
                      <a:pt x="5" y="513"/>
                      <a:pt x="191" y="762"/>
                    </a:cubicBezTo>
                    <a:cubicBezTo>
                      <a:pt x="321" y="932"/>
                      <a:pt x="501" y="1027"/>
                      <a:pt x="659" y="1027"/>
                    </a:cubicBezTo>
                    <a:cubicBezTo>
                      <a:pt x="733" y="1027"/>
                      <a:pt x="803" y="1006"/>
                      <a:pt x="860" y="962"/>
                    </a:cubicBezTo>
                    <a:cubicBezTo>
                      <a:pt x="1041" y="826"/>
                      <a:pt x="1036" y="518"/>
                      <a:pt x="846" y="269"/>
                    </a:cubicBezTo>
                    <a:cubicBezTo>
                      <a:pt x="718" y="98"/>
                      <a:pt x="538" y="0"/>
                      <a:pt x="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6"/>
              <p:cNvSpPr/>
              <p:nvPr/>
            </p:nvSpPr>
            <p:spPr>
              <a:xfrm>
                <a:off x="4998570" y="1375781"/>
                <a:ext cx="30075" cy="22925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917" extrusionOk="0">
                    <a:moveTo>
                      <a:pt x="457" y="1"/>
                    </a:moveTo>
                    <a:cubicBezTo>
                      <a:pt x="312" y="1"/>
                      <a:pt x="186" y="57"/>
                      <a:pt x="118" y="166"/>
                    </a:cubicBezTo>
                    <a:cubicBezTo>
                      <a:pt x="1" y="361"/>
                      <a:pt x="123" y="649"/>
                      <a:pt x="386" y="810"/>
                    </a:cubicBezTo>
                    <a:cubicBezTo>
                      <a:pt x="503" y="882"/>
                      <a:pt x="629" y="917"/>
                      <a:pt x="744" y="917"/>
                    </a:cubicBezTo>
                    <a:cubicBezTo>
                      <a:pt x="889" y="917"/>
                      <a:pt x="1015" y="861"/>
                      <a:pt x="1080" y="752"/>
                    </a:cubicBezTo>
                    <a:cubicBezTo>
                      <a:pt x="1202" y="561"/>
                      <a:pt x="1080" y="273"/>
                      <a:pt x="816" y="107"/>
                    </a:cubicBezTo>
                    <a:cubicBezTo>
                      <a:pt x="698" y="36"/>
                      <a:pt x="571" y="1"/>
                      <a:pt x="4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150900"/>
            <a:ext cx="6350100" cy="149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3" name="Google Shape;183;p11"/>
          <p:cNvSpPr txBox="1">
            <a:spLocks noGrp="1"/>
          </p:cNvSpPr>
          <p:nvPr>
            <p:ph type="subTitle" idx="1"/>
          </p:nvPr>
        </p:nvSpPr>
        <p:spPr>
          <a:xfrm>
            <a:off x="840350" y="2810700"/>
            <a:ext cx="4650900" cy="3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84" name="Google Shape;184;p11"/>
          <p:cNvGrpSpPr/>
          <p:nvPr/>
        </p:nvGrpSpPr>
        <p:grpSpPr>
          <a:xfrm>
            <a:off x="-188130" y="-165335"/>
            <a:ext cx="7020167" cy="5006056"/>
            <a:chOff x="269073" y="54585"/>
            <a:chExt cx="6836271" cy="4874920"/>
          </a:xfrm>
        </p:grpSpPr>
        <p:grpSp>
          <p:nvGrpSpPr>
            <p:cNvPr id="185" name="Google Shape;185;p11"/>
            <p:cNvGrpSpPr/>
            <p:nvPr/>
          </p:nvGrpSpPr>
          <p:grpSpPr>
            <a:xfrm>
              <a:off x="6665551" y="181001"/>
              <a:ext cx="439793" cy="441853"/>
              <a:chOff x="6162226" y="2380651"/>
              <a:chExt cx="439793" cy="441853"/>
            </a:xfrm>
          </p:grpSpPr>
          <p:sp>
            <p:nvSpPr>
              <p:cNvPr id="186" name="Google Shape;186;p11"/>
              <p:cNvSpPr/>
              <p:nvPr/>
            </p:nvSpPr>
            <p:spPr>
              <a:xfrm>
                <a:off x="6319385" y="2528938"/>
                <a:ext cx="282635" cy="293566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853" extrusionOk="0">
                    <a:moveTo>
                      <a:pt x="675" y="0"/>
                    </a:moveTo>
                    <a:cubicBezTo>
                      <a:pt x="642" y="0"/>
                      <a:pt x="610" y="2"/>
                      <a:pt x="577" y="6"/>
                    </a:cubicBezTo>
                    <a:cubicBezTo>
                      <a:pt x="426" y="26"/>
                      <a:pt x="274" y="84"/>
                      <a:pt x="176" y="207"/>
                    </a:cubicBezTo>
                    <a:cubicBezTo>
                      <a:pt x="1" y="417"/>
                      <a:pt x="49" y="729"/>
                      <a:pt x="108" y="998"/>
                    </a:cubicBezTo>
                    <a:cubicBezTo>
                      <a:pt x="157" y="1218"/>
                      <a:pt x="211" y="1452"/>
                      <a:pt x="347" y="1633"/>
                    </a:cubicBezTo>
                    <a:cubicBezTo>
                      <a:pt x="441" y="1756"/>
                      <a:pt x="597" y="1852"/>
                      <a:pt x="747" y="1852"/>
                    </a:cubicBezTo>
                    <a:cubicBezTo>
                      <a:pt x="800" y="1852"/>
                      <a:pt x="851" y="1841"/>
                      <a:pt x="899" y="1814"/>
                    </a:cubicBezTo>
                    <a:cubicBezTo>
                      <a:pt x="1090" y="1702"/>
                      <a:pt x="1110" y="1433"/>
                      <a:pt x="1237" y="1247"/>
                    </a:cubicBezTo>
                    <a:cubicBezTo>
                      <a:pt x="1354" y="1076"/>
                      <a:pt x="1559" y="983"/>
                      <a:pt x="1667" y="812"/>
                    </a:cubicBezTo>
                    <a:cubicBezTo>
                      <a:pt x="1784" y="632"/>
                      <a:pt x="1769" y="378"/>
                      <a:pt x="1632" y="211"/>
                    </a:cubicBezTo>
                    <a:cubicBezTo>
                      <a:pt x="1496" y="50"/>
                      <a:pt x="1325" y="40"/>
                      <a:pt x="1134" y="40"/>
                    </a:cubicBezTo>
                    <a:cubicBezTo>
                      <a:pt x="980" y="40"/>
                      <a:pt x="830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>
                <a:off x="6261401" y="2401881"/>
                <a:ext cx="116127" cy="113751"/>
              </a:xfrm>
              <a:custGeom>
                <a:avLst/>
                <a:gdLst/>
                <a:ahLst/>
                <a:cxnLst/>
                <a:rect l="l" t="t" r="r" b="b"/>
                <a:pathLst>
                  <a:path w="733" h="718" extrusionOk="0">
                    <a:moveTo>
                      <a:pt x="266" y="0"/>
                    </a:moveTo>
                    <a:cubicBezTo>
                      <a:pt x="214" y="0"/>
                      <a:pt x="166" y="15"/>
                      <a:pt x="127" y="46"/>
                    </a:cubicBezTo>
                    <a:cubicBezTo>
                      <a:pt x="0" y="144"/>
                      <a:pt x="5" y="359"/>
                      <a:pt x="137" y="535"/>
                    </a:cubicBezTo>
                    <a:cubicBezTo>
                      <a:pt x="230" y="651"/>
                      <a:pt x="357" y="717"/>
                      <a:pt x="467" y="717"/>
                    </a:cubicBezTo>
                    <a:cubicBezTo>
                      <a:pt x="519" y="717"/>
                      <a:pt x="567" y="703"/>
                      <a:pt x="606" y="671"/>
                    </a:cubicBezTo>
                    <a:cubicBezTo>
                      <a:pt x="733" y="574"/>
                      <a:pt x="728" y="359"/>
                      <a:pt x="596" y="183"/>
                    </a:cubicBezTo>
                    <a:cubicBezTo>
                      <a:pt x="503" y="67"/>
                      <a:pt x="376" y="0"/>
                      <a:pt x="26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>
                <a:off x="6426956" y="2380651"/>
                <a:ext cx="106939" cy="12278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775" extrusionOk="0">
                    <a:moveTo>
                      <a:pt x="288" y="1"/>
                    </a:moveTo>
                    <a:cubicBezTo>
                      <a:pt x="269" y="1"/>
                      <a:pt x="249" y="4"/>
                      <a:pt x="230" y="9"/>
                    </a:cubicBezTo>
                    <a:cubicBezTo>
                      <a:pt x="79" y="53"/>
                      <a:pt x="1" y="258"/>
                      <a:pt x="59" y="468"/>
                    </a:cubicBezTo>
                    <a:cubicBezTo>
                      <a:pt x="115" y="651"/>
                      <a:pt x="251" y="775"/>
                      <a:pt x="386" y="775"/>
                    </a:cubicBezTo>
                    <a:cubicBezTo>
                      <a:pt x="406" y="775"/>
                      <a:pt x="426" y="772"/>
                      <a:pt x="445" y="766"/>
                    </a:cubicBezTo>
                    <a:cubicBezTo>
                      <a:pt x="597" y="722"/>
                      <a:pt x="675" y="517"/>
                      <a:pt x="616" y="312"/>
                    </a:cubicBezTo>
                    <a:cubicBezTo>
                      <a:pt x="561" y="128"/>
                      <a:pt x="423" y="1"/>
                      <a:pt x="2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>
                <a:off x="6162226" y="2512620"/>
                <a:ext cx="134030" cy="100126"/>
              </a:xfrm>
              <a:custGeom>
                <a:avLst/>
                <a:gdLst/>
                <a:ahLst/>
                <a:cxnLst/>
                <a:rect l="l" t="t" r="r" b="b"/>
                <a:pathLst>
                  <a:path w="846" h="632" extrusionOk="0">
                    <a:moveTo>
                      <a:pt x="323" y="0"/>
                    </a:moveTo>
                    <a:cubicBezTo>
                      <a:pt x="215" y="0"/>
                      <a:pt x="120" y="45"/>
                      <a:pt x="74" y="129"/>
                    </a:cubicBezTo>
                    <a:cubicBezTo>
                      <a:pt x="1" y="266"/>
                      <a:pt x="94" y="466"/>
                      <a:pt x="284" y="568"/>
                    </a:cubicBezTo>
                    <a:cubicBezTo>
                      <a:pt x="362" y="611"/>
                      <a:pt x="445" y="631"/>
                      <a:pt x="520" y="631"/>
                    </a:cubicBezTo>
                    <a:cubicBezTo>
                      <a:pt x="628" y="631"/>
                      <a:pt x="722" y="589"/>
                      <a:pt x="768" y="505"/>
                    </a:cubicBezTo>
                    <a:cubicBezTo>
                      <a:pt x="846" y="368"/>
                      <a:pt x="753" y="168"/>
                      <a:pt x="558" y="65"/>
                    </a:cubicBezTo>
                    <a:cubicBezTo>
                      <a:pt x="480" y="21"/>
                      <a:pt x="398" y="0"/>
                      <a:pt x="3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>
                <a:off x="6191693" y="2671521"/>
                <a:ext cx="130227" cy="92046"/>
              </a:xfrm>
              <a:custGeom>
                <a:avLst/>
                <a:gdLst/>
                <a:ahLst/>
                <a:cxnLst/>
                <a:rect l="l" t="t" r="r" b="b"/>
                <a:pathLst>
                  <a:path w="822" h="581" extrusionOk="0">
                    <a:moveTo>
                      <a:pt x="379" y="0"/>
                    </a:moveTo>
                    <a:cubicBezTo>
                      <a:pt x="194" y="0"/>
                      <a:pt x="37" y="101"/>
                      <a:pt x="20" y="240"/>
                    </a:cubicBezTo>
                    <a:cubicBezTo>
                      <a:pt x="0" y="396"/>
                      <a:pt x="162" y="547"/>
                      <a:pt x="377" y="577"/>
                    </a:cubicBezTo>
                    <a:cubicBezTo>
                      <a:pt x="398" y="579"/>
                      <a:pt x="419" y="580"/>
                      <a:pt x="439" y="580"/>
                    </a:cubicBezTo>
                    <a:cubicBezTo>
                      <a:pt x="628" y="580"/>
                      <a:pt x="785" y="483"/>
                      <a:pt x="807" y="337"/>
                    </a:cubicBezTo>
                    <a:cubicBezTo>
                      <a:pt x="821" y="181"/>
                      <a:pt x="665" y="30"/>
                      <a:pt x="450" y="5"/>
                    </a:cubicBezTo>
                    <a:cubicBezTo>
                      <a:pt x="426" y="2"/>
                      <a:pt x="402" y="0"/>
                      <a:pt x="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1" name="Google Shape;191;p11"/>
            <p:cNvGrpSpPr/>
            <p:nvPr/>
          </p:nvGrpSpPr>
          <p:grpSpPr>
            <a:xfrm>
              <a:off x="4765372" y="4278507"/>
              <a:ext cx="725890" cy="650998"/>
              <a:chOff x="2201272" y="-95393"/>
              <a:chExt cx="725890" cy="650998"/>
            </a:xfrm>
          </p:grpSpPr>
          <p:sp>
            <p:nvSpPr>
              <p:cNvPr id="192" name="Google Shape;192;p11"/>
              <p:cNvSpPr/>
              <p:nvPr/>
            </p:nvSpPr>
            <p:spPr>
              <a:xfrm>
                <a:off x="2201272" y="-95393"/>
                <a:ext cx="485742" cy="421744"/>
              </a:xfrm>
              <a:custGeom>
                <a:avLst/>
                <a:gdLst/>
                <a:ahLst/>
                <a:cxnLst/>
                <a:rect l="l" t="t" r="r" b="b"/>
                <a:pathLst>
                  <a:path w="3924" h="3407" extrusionOk="0">
                    <a:moveTo>
                      <a:pt x="2624" y="1"/>
                    </a:moveTo>
                    <a:cubicBezTo>
                      <a:pt x="2383" y="1"/>
                      <a:pt x="2142" y="78"/>
                      <a:pt x="1960" y="232"/>
                    </a:cubicBezTo>
                    <a:cubicBezTo>
                      <a:pt x="1642" y="495"/>
                      <a:pt x="1515" y="925"/>
                      <a:pt x="1202" y="1199"/>
                    </a:cubicBezTo>
                    <a:cubicBezTo>
                      <a:pt x="865" y="1492"/>
                      <a:pt x="318" y="1595"/>
                      <a:pt x="157" y="2010"/>
                    </a:cubicBezTo>
                    <a:cubicBezTo>
                      <a:pt x="0" y="2401"/>
                      <a:pt x="298" y="2845"/>
                      <a:pt x="680" y="3060"/>
                    </a:cubicBezTo>
                    <a:cubicBezTo>
                      <a:pt x="1090" y="3290"/>
                      <a:pt x="1574" y="3339"/>
                      <a:pt x="2043" y="3378"/>
                    </a:cubicBezTo>
                    <a:cubicBezTo>
                      <a:pt x="2208" y="3394"/>
                      <a:pt x="2382" y="3407"/>
                      <a:pt x="2553" y="3407"/>
                    </a:cubicBezTo>
                    <a:cubicBezTo>
                      <a:pt x="2964" y="3407"/>
                      <a:pt x="3365" y="3333"/>
                      <a:pt x="3630" y="3051"/>
                    </a:cubicBezTo>
                    <a:cubicBezTo>
                      <a:pt x="3840" y="2826"/>
                      <a:pt x="3924" y="2508"/>
                      <a:pt x="3914" y="2200"/>
                    </a:cubicBezTo>
                    <a:cubicBezTo>
                      <a:pt x="3909" y="1815"/>
                      <a:pt x="3743" y="1477"/>
                      <a:pt x="3684" y="1106"/>
                    </a:cubicBezTo>
                    <a:cubicBezTo>
                      <a:pt x="3626" y="720"/>
                      <a:pt x="3557" y="388"/>
                      <a:pt x="3191" y="158"/>
                    </a:cubicBezTo>
                    <a:cubicBezTo>
                      <a:pt x="3021" y="53"/>
                      <a:pt x="2822" y="1"/>
                      <a:pt x="262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>
                <a:off x="2712886" y="226330"/>
                <a:ext cx="214276" cy="157829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275" extrusionOk="0">
                    <a:moveTo>
                      <a:pt x="650" y="0"/>
                    </a:moveTo>
                    <a:cubicBezTo>
                      <a:pt x="432" y="0"/>
                      <a:pt x="245" y="85"/>
                      <a:pt x="157" y="246"/>
                    </a:cubicBezTo>
                    <a:cubicBezTo>
                      <a:pt x="1" y="520"/>
                      <a:pt x="196" y="921"/>
                      <a:pt x="587" y="1140"/>
                    </a:cubicBezTo>
                    <a:cubicBezTo>
                      <a:pt x="751" y="1231"/>
                      <a:pt x="925" y="1275"/>
                      <a:pt x="1083" y="1275"/>
                    </a:cubicBezTo>
                    <a:cubicBezTo>
                      <a:pt x="1300" y="1275"/>
                      <a:pt x="1486" y="1191"/>
                      <a:pt x="1574" y="1033"/>
                    </a:cubicBezTo>
                    <a:cubicBezTo>
                      <a:pt x="1730" y="754"/>
                      <a:pt x="1535" y="354"/>
                      <a:pt x="1144" y="134"/>
                    </a:cubicBezTo>
                    <a:cubicBezTo>
                      <a:pt x="980" y="44"/>
                      <a:pt x="807" y="0"/>
                      <a:pt x="6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>
                <a:off x="2704468" y="-19883"/>
                <a:ext cx="209944" cy="144212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165" extrusionOk="0">
                    <a:moveTo>
                      <a:pt x="765" y="1"/>
                    </a:moveTo>
                    <a:cubicBezTo>
                      <a:pt x="391" y="1"/>
                      <a:pt x="83" y="188"/>
                      <a:pt x="44" y="462"/>
                    </a:cubicBezTo>
                    <a:cubicBezTo>
                      <a:pt x="0" y="775"/>
                      <a:pt x="328" y="1087"/>
                      <a:pt x="767" y="1151"/>
                    </a:cubicBezTo>
                    <a:cubicBezTo>
                      <a:pt x="826" y="1160"/>
                      <a:pt x="884" y="1164"/>
                      <a:pt x="940" y="1164"/>
                    </a:cubicBezTo>
                    <a:cubicBezTo>
                      <a:pt x="1310" y="1164"/>
                      <a:pt x="1613" y="977"/>
                      <a:pt x="1652" y="701"/>
                    </a:cubicBezTo>
                    <a:cubicBezTo>
                      <a:pt x="1695" y="389"/>
                      <a:pt x="1368" y="81"/>
                      <a:pt x="928" y="12"/>
                    </a:cubicBezTo>
                    <a:cubicBezTo>
                      <a:pt x="873" y="5"/>
                      <a:pt x="818" y="1"/>
                      <a:pt x="7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>
                <a:off x="2583528" y="375989"/>
                <a:ext cx="184567" cy="179616"/>
              </a:xfrm>
              <a:custGeom>
                <a:avLst/>
                <a:gdLst/>
                <a:ahLst/>
                <a:cxnLst/>
                <a:rect l="l" t="t" r="r" b="b"/>
                <a:pathLst>
                  <a:path w="1491" h="1451" extrusionOk="0">
                    <a:moveTo>
                      <a:pt x="532" y="0"/>
                    </a:moveTo>
                    <a:cubicBezTo>
                      <a:pt x="431" y="0"/>
                      <a:pt x="337" y="27"/>
                      <a:pt x="259" y="83"/>
                    </a:cubicBezTo>
                    <a:cubicBezTo>
                      <a:pt x="0" y="269"/>
                      <a:pt x="5" y="708"/>
                      <a:pt x="269" y="1060"/>
                    </a:cubicBezTo>
                    <a:cubicBezTo>
                      <a:pt x="456" y="1309"/>
                      <a:pt x="722" y="1451"/>
                      <a:pt x="954" y="1451"/>
                    </a:cubicBezTo>
                    <a:cubicBezTo>
                      <a:pt x="1054" y="1451"/>
                      <a:pt x="1148" y="1424"/>
                      <a:pt x="1226" y="1368"/>
                    </a:cubicBezTo>
                    <a:cubicBezTo>
                      <a:pt x="1490" y="1182"/>
                      <a:pt x="1485" y="747"/>
                      <a:pt x="1217" y="391"/>
                    </a:cubicBezTo>
                    <a:cubicBezTo>
                      <a:pt x="1029" y="142"/>
                      <a:pt x="763" y="0"/>
                      <a:pt x="5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>
                <a:off x="2338552" y="355564"/>
                <a:ext cx="170084" cy="193232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561" extrusionOk="0">
                    <a:moveTo>
                      <a:pt x="582" y="0"/>
                    </a:moveTo>
                    <a:cubicBezTo>
                      <a:pt x="546" y="0"/>
                      <a:pt x="510" y="4"/>
                      <a:pt x="474" y="13"/>
                    </a:cubicBezTo>
                    <a:cubicBezTo>
                      <a:pt x="157" y="92"/>
                      <a:pt x="0" y="497"/>
                      <a:pt x="118" y="922"/>
                    </a:cubicBezTo>
                    <a:cubicBezTo>
                      <a:pt x="222" y="1295"/>
                      <a:pt x="511" y="1560"/>
                      <a:pt x="793" y="1560"/>
                    </a:cubicBezTo>
                    <a:cubicBezTo>
                      <a:pt x="829" y="1560"/>
                      <a:pt x="864" y="1556"/>
                      <a:pt x="899" y="1547"/>
                    </a:cubicBezTo>
                    <a:cubicBezTo>
                      <a:pt x="1217" y="1469"/>
                      <a:pt x="1373" y="1064"/>
                      <a:pt x="1256" y="639"/>
                    </a:cubicBezTo>
                    <a:cubicBezTo>
                      <a:pt x="1152" y="262"/>
                      <a:pt x="864" y="0"/>
                      <a:pt x="5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" name="Google Shape;197;p11"/>
            <p:cNvGrpSpPr/>
            <p:nvPr/>
          </p:nvGrpSpPr>
          <p:grpSpPr>
            <a:xfrm>
              <a:off x="2427708" y="4278492"/>
              <a:ext cx="618824" cy="584724"/>
              <a:chOff x="840598" y="4654167"/>
              <a:chExt cx="618824" cy="584724"/>
            </a:xfrm>
          </p:grpSpPr>
          <p:sp>
            <p:nvSpPr>
              <p:cNvPr id="198" name="Google Shape;198;p11"/>
              <p:cNvSpPr/>
              <p:nvPr/>
            </p:nvSpPr>
            <p:spPr>
              <a:xfrm>
                <a:off x="1013955" y="4883096"/>
                <a:ext cx="436060" cy="355795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3329" extrusionOk="0">
                    <a:moveTo>
                      <a:pt x="1525" y="1"/>
                    </a:moveTo>
                    <a:cubicBezTo>
                      <a:pt x="1427" y="1"/>
                      <a:pt x="1329" y="15"/>
                      <a:pt x="1232" y="45"/>
                    </a:cubicBezTo>
                    <a:cubicBezTo>
                      <a:pt x="938" y="138"/>
                      <a:pt x="714" y="377"/>
                      <a:pt x="572" y="646"/>
                    </a:cubicBezTo>
                    <a:lnTo>
                      <a:pt x="567" y="646"/>
                    </a:lnTo>
                    <a:cubicBezTo>
                      <a:pt x="391" y="988"/>
                      <a:pt x="367" y="1364"/>
                      <a:pt x="240" y="1716"/>
                    </a:cubicBezTo>
                    <a:cubicBezTo>
                      <a:pt x="103" y="2078"/>
                      <a:pt x="0" y="2400"/>
                      <a:pt x="206" y="2781"/>
                    </a:cubicBezTo>
                    <a:cubicBezTo>
                      <a:pt x="392" y="3116"/>
                      <a:pt x="769" y="3329"/>
                      <a:pt x="1143" y="3329"/>
                    </a:cubicBezTo>
                    <a:cubicBezTo>
                      <a:pt x="1201" y="3329"/>
                      <a:pt x="1258" y="3324"/>
                      <a:pt x="1315" y="3314"/>
                    </a:cubicBezTo>
                    <a:cubicBezTo>
                      <a:pt x="1720" y="3240"/>
                      <a:pt x="2043" y="2928"/>
                      <a:pt x="2443" y="2840"/>
                    </a:cubicBezTo>
                    <a:cubicBezTo>
                      <a:pt x="2563" y="2814"/>
                      <a:pt x="2689" y="2809"/>
                      <a:pt x="2817" y="2809"/>
                    </a:cubicBezTo>
                    <a:cubicBezTo>
                      <a:pt x="2908" y="2809"/>
                      <a:pt x="3001" y="2812"/>
                      <a:pt x="3092" y="2812"/>
                    </a:cubicBezTo>
                    <a:cubicBezTo>
                      <a:pt x="3336" y="2812"/>
                      <a:pt x="3569" y="2792"/>
                      <a:pt x="3752" y="2644"/>
                    </a:cubicBezTo>
                    <a:cubicBezTo>
                      <a:pt x="4080" y="2380"/>
                      <a:pt x="4031" y="1843"/>
                      <a:pt x="3806" y="1477"/>
                    </a:cubicBezTo>
                    <a:cubicBezTo>
                      <a:pt x="3562" y="1076"/>
                      <a:pt x="3161" y="798"/>
                      <a:pt x="2775" y="529"/>
                    </a:cubicBezTo>
                    <a:cubicBezTo>
                      <a:pt x="2397" y="270"/>
                      <a:pt x="1959" y="1"/>
                      <a:pt x="15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11"/>
              <p:cNvSpPr/>
              <p:nvPr/>
            </p:nvSpPr>
            <p:spPr>
              <a:xfrm>
                <a:off x="950790" y="4718827"/>
                <a:ext cx="155186" cy="160851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505" extrusionOk="0">
                    <a:moveTo>
                      <a:pt x="526" y="1"/>
                    </a:moveTo>
                    <a:cubicBezTo>
                      <a:pt x="446" y="1"/>
                      <a:pt x="371" y="19"/>
                      <a:pt x="303" y="58"/>
                    </a:cubicBezTo>
                    <a:cubicBezTo>
                      <a:pt x="30" y="219"/>
                      <a:pt x="0" y="664"/>
                      <a:pt x="230" y="1045"/>
                    </a:cubicBezTo>
                    <a:cubicBezTo>
                      <a:pt x="402" y="1331"/>
                      <a:pt x="677" y="1504"/>
                      <a:pt x="919" y="1504"/>
                    </a:cubicBezTo>
                    <a:cubicBezTo>
                      <a:pt x="999" y="1504"/>
                      <a:pt x="1075" y="1485"/>
                      <a:pt x="1143" y="1445"/>
                    </a:cubicBezTo>
                    <a:cubicBezTo>
                      <a:pt x="1417" y="1284"/>
                      <a:pt x="1451" y="844"/>
                      <a:pt x="1217" y="463"/>
                    </a:cubicBezTo>
                    <a:cubicBezTo>
                      <a:pt x="1044" y="173"/>
                      <a:pt x="768" y="1"/>
                      <a:pt x="5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>
                <a:off x="840598" y="4922213"/>
                <a:ext cx="177630" cy="144498"/>
              </a:xfrm>
              <a:custGeom>
                <a:avLst/>
                <a:gdLst/>
                <a:ahLst/>
                <a:cxnLst/>
                <a:rect l="l" t="t" r="r" b="b"/>
                <a:pathLst>
                  <a:path w="1662" h="1352" extrusionOk="0">
                    <a:moveTo>
                      <a:pt x="597" y="1"/>
                    </a:moveTo>
                    <a:cubicBezTo>
                      <a:pt x="434" y="1"/>
                      <a:pt x="289" y="57"/>
                      <a:pt x="196" y="173"/>
                    </a:cubicBezTo>
                    <a:cubicBezTo>
                      <a:pt x="0" y="417"/>
                      <a:pt x="127" y="847"/>
                      <a:pt x="474" y="1125"/>
                    </a:cubicBezTo>
                    <a:cubicBezTo>
                      <a:pt x="663" y="1275"/>
                      <a:pt x="879" y="1351"/>
                      <a:pt x="1068" y="1351"/>
                    </a:cubicBezTo>
                    <a:cubicBezTo>
                      <a:pt x="1232" y="1351"/>
                      <a:pt x="1376" y="1294"/>
                      <a:pt x="1466" y="1179"/>
                    </a:cubicBezTo>
                    <a:cubicBezTo>
                      <a:pt x="1661" y="930"/>
                      <a:pt x="1539" y="505"/>
                      <a:pt x="1188" y="226"/>
                    </a:cubicBezTo>
                    <a:cubicBezTo>
                      <a:pt x="1001" y="77"/>
                      <a:pt x="787" y="1"/>
                      <a:pt x="5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>
                <a:off x="1136117" y="4654167"/>
                <a:ext cx="135841" cy="170363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594" extrusionOk="0">
                    <a:moveTo>
                      <a:pt x="574" y="1"/>
                    </a:moveTo>
                    <a:cubicBezTo>
                      <a:pt x="559" y="1"/>
                      <a:pt x="544" y="2"/>
                      <a:pt x="528" y="3"/>
                    </a:cubicBezTo>
                    <a:cubicBezTo>
                      <a:pt x="211" y="38"/>
                      <a:pt x="1" y="419"/>
                      <a:pt x="59" y="858"/>
                    </a:cubicBezTo>
                    <a:cubicBezTo>
                      <a:pt x="120" y="1277"/>
                      <a:pt x="401" y="1594"/>
                      <a:pt x="702" y="1594"/>
                    </a:cubicBezTo>
                    <a:cubicBezTo>
                      <a:pt x="718" y="1594"/>
                      <a:pt x="733" y="1593"/>
                      <a:pt x="748" y="1591"/>
                    </a:cubicBezTo>
                    <a:cubicBezTo>
                      <a:pt x="1066" y="1557"/>
                      <a:pt x="1271" y="1176"/>
                      <a:pt x="1212" y="736"/>
                    </a:cubicBezTo>
                    <a:cubicBezTo>
                      <a:pt x="1156" y="318"/>
                      <a:pt x="875" y="1"/>
                      <a:pt x="57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>
                <a:off x="1316848" y="4771410"/>
                <a:ext cx="142575" cy="168439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576" extrusionOk="0">
                    <a:moveTo>
                      <a:pt x="738" y="0"/>
                    </a:moveTo>
                    <a:cubicBezTo>
                      <a:pt x="464" y="0"/>
                      <a:pt x="193" y="258"/>
                      <a:pt x="103" y="636"/>
                    </a:cubicBezTo>
                    <a:cubicBezTo>
                      <a:pt x="0" y="1061"/>
                      <a:pt x="166" y="1476"/>
                      <a:pt x="479" y="1559"/>
                    </a:cubicBezTo>
                    <a:cubicBezTo>
                      <a:pt x="518" y="1570"/>
                      <a:pt x="557" y="1575"/>
                      <a:pt x="596" y="1575"/>
                    </a:cubicBezTo>
                    <a:cubicBezTo>
                      <a:pt x="871" y="1575"/>
                      <a:pt x="1137" y="1316"/>
                      <a:pt x="1231" y="944"/>
                    </a:cubicBezTo>
                    <a:cubicBezTo>
                      <a:pt x="1334" y="519"/>
                      <a:pt x="1163" y="103"/>
                      <a:pt x="850" y="15"/>
                    </a:cubicBezTo>
                    <a:cubicBezTo>
                      <a:pt x="813" y="5"/>
                      <a:pt x="775" y="0"/>
                      <a:pt x="7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269073" y="153791"/>
              <a:ext cx="571527" cy="536495"/>
              <a:chOff x="269073" y="153791"/>
              <a:chExt cx="571527" cy="536495"/>
            </a:xfrm>
          </p:grpSpPr>
          <p:sp>
            <p:nvSpPr>
              <p:cNvPr id="204" name="Google Shape;204;p11"/>
              <p:cNvSpPr/>
              <p:nvPr/>
            </p:nvSpPr>
            <p:spPr>
              <a:xfrm>
                <a:off x="449307" y="361878"/>
                <a:ext cx="391292" cy="328408"/>
              </a:xfrm>
              <a:custGeom>
                <a:avLst/>
                <a:gdLst/>
                <a:ahLst/>
                <a:cxnLst/>
                <a:rect l="l" t="t" r="r" b="b"/>
                <a:pathLst>
                  <a:path w="3161" h="2653" extrusionOk="0">
                    <a:moveTo>
                      <a:pt x="1021" y="1"/>
                    </a:moveTo>
                    <a:cubicBezTo>
                      <a:pt x="898" y="1"/>
                      <a:pt x="778" y="24"/>
                      <a:pt x="664" y="80"/>
                    </a:cubicBezTo>
                    <a:cubicBezTo>
                      <a:pt x="450" y="187"/>
                      <a:pt x="303" y="402"/>
                      <a:pt x="225" y="632"/>
                    </a:cubicBezTo>
                    <a:cubicBezTo>
                      <a:pt x="127" y="915"/>
                      <a:pt x="156" y="1213"/>
                      <a:pt x="98" y="1501"/>
                    </a:cubicBezTo>
                    <a:cubicBezTo>
                      <a:pt x="39" y="1799"/>
                      <a:pt x="0" y="2063"/>
                      <a:pt x="205" y="2332"/>
                    </a:cubicBezTo>
                    <a:cubicBezTo>
                      <a:pt x="365" y="2536"/>
                      <a:pt x="623" y="2653"/>
                      <a:pt x="877" y="2653"/>
                    </a:cubicBezTo>
                    <a:cubicBezTo>
                      <a:pt x="965" y="2653"/>
                      <a:pt x="1051" y="2639"/>
                      <a:pt x="1134" y="2610"/>
                    </a:cubicBezTo>
                    <a:cubicBezTo>
                      <a:pt x="1436" y="2503"/>
                      <a:pt x="1646" y="2219"/>
                      <a:pt x="1949" y="2102"/>
                    </a:cubicBezTo>
                    <a:cubicBezTo>
                      <a:pt x="2277" y="1975"/>
                      <a:pt x="2707" y="2048"/>
                      <a:pt x="2941" y="1790"/>
                    </a:cubicBezTo>
                    <a:cubicBezTo>
                      <a:pt x="3161" y="1545"/>
                      <a:pt x="3058" y="1135"/>
                      <a:pt x="2839" y="876"/>
                    </a:cubicBezTo>
                    <a:cubicBezTo>
                      <a:pt x="2599" y="593"/>
                      <a:pt x="2252" y="426"/>
                      <a:pt x="1920" y="270"/>
                    </a:cubicBezTo>
                    <a:cubicBezTo>
                      <a:pt x="1637" y="135"/>
                      <a:pt x="1319" y="1"/>
                      <a:pt x="102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>
                <a:off x="338641" y="239328"/>
                <a:ext cx="148793" cy="139632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128" extrusionOk="0">
                    <a:moveTo>
                      <a:pt x="425" y="1"/>
                    </a:moveTo>
                    <a:cubicBezTo>
                      <a:pt x="337" y="1"/>
                      <a:pt x="256" y="26"/>
                      <a:pt x="191" y="78"/>
                    </a:cubicBezTo>
                    <a:cubicBezTo>
                      <a:pt x="0" y="234"/>
                      <a:pt x="29" y="581"/>
                      <a:pt x="254" y="850"/>
                    </a:cubicBezTo>
                    <a:cubicBezTo>
                      <a:pt x="407" y="1029"/>
                      <a:pt x="607" y="1127"/>
                      <a:pt x="780" y="1127"/>
                    </a:cubicBezTo>
                    <a:cubicBezTo>
                      <a:pt x="867" y="1127"/>
                      <a:pt x="948" y="1102"/>
                      <a:pt x="1011" y="1050"/>
                    </a:cubicBezTo>
                    <a:cubicBezTo>
                      <a:pt x="1202" y="894"/>
                      <a:pt x="1177" y="547"/>
                      <a:pt x="948" y="278"/>
                    </a:cubicBezTo>
                    <a:cubicBezTo>
                      <a:pt x="798" y="99"/>
                      <a:pt x="599" y="1"/>
                      <a:pt x="4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>
                <a:off x="269073" y="436150"/>
                <a:ext cx="166989" cy="124283"/>
              </a:xfrm>
              <a:custGeom>
                <a:avLst/>
                <a:gdLst/>
                <a:ahLst/>
                <a:cxnLst/>
                <a:rect l="l" t="t" r="r" b="b"/>
                <a:pathLst>
                  <a:path w="1349" h="1004" extrusionOk="0">
                    <a:moveTo>
                      <a:pt x="504" y="0"/>
                    </a:moveTo>
                    <a:cubicBezTo>
                      <a:pt x="332" y="0"/>
                      <a:pt x="186" y="69"/>
                      <a:pt x="117" y="198"/>
                    </a:cubicBezTo>
                    <a:cubicBezTo>
                      <a:pt x="0" y="413"/>
                      <a:pt x="157" y="730"/>
                      <a:pt x="464" y="901"/>
                    </a:cubicBezTo>
                    <a:cubicBezTo>
                      <a:pt x="592" y="970"/>
                      <a:pt x="726" y="1004"/>
                      <a:pt x="847" y="1004"/>
                    </a:cubicBezTo>
                    <a:cubicBezTo>
                      <a:pt x="1017" y="1004"/>
                      <a:pt x="1163" y="937"/>
                      <a:pt x="1231" y="808"/>
                    </a:cubicBezTo>
                    <a:cubicBezTo>
                      <a:pt x="1349" y="589"/>
                      <a:pt x="1192" y="276"/>
                      <a:pt x="884" y="105"/>
                    </a:cubicBezTo>
                    <a:cubicBezTo>
                      <a:pt x="757" y="34"/>
                      <a:pt x="624" y="0"/>
                      <a:pt x="5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>
                <a:off x="495851" y="153791"/>
                <a:ext cx="133690" cy="152382"/>
              </a:xfrm>
              <a:custGeom>
                <a:avLst/>
                <a:gdLst/>
                <a:ahLst/>
                <a:cxnLst/>
                <a:rect l="l" t="t" r="r" b="b"/>
                <a:pathLst>
                  <a:path w="1080" h="1231" extrusionOk="0">
                    <a:moveTo>
                      <a:pt x="444" y="0"/>
                    </a:moveTo>
                    <a:cubicBezTo>
                      <a:pt x="415" y="0"/>
                      <a:pt x="386" y="4"/>
                      <a:pt x="357" y="12"/>
                    </a:cubicBezTo>
                    <a:cubicBezTo>
                      <a:pt x="118" y="80"/>
                      <a:pt x="0" y="402"/>
                      <a:pt x="103" y="735"/>
                    </a:cubicBezTo>
                    <a:cubicBezTo>
                      <a:pt x="193" y="1026"/>
                      <a:pt x="418" y="1231"/>
                      <a:pt x="633" y="1231"/>
                    </a:cubicBezTo>
                    <a:cubicBezTo>
                      <a:pt x="664" y="1231"/>
                      <a:pt x="694" y="1227"/>
                      <a:pt x="723" y="1218"/>
                    </a:cubicBezTo>
                    <a:cubicBezTo>
                      <a:pt x="968" y="1155"/>
                      <a:pt x="1080" y="832"/>
                      <a:pt x="977" y="495"/>
                    </a:cubicBezTo>
                    <a:cubicBezTo>
                      <a:pt x="891" y="202"/>
                      <a:pt x="664" y="0"/>
                      <a:pt x="4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1"/>
              <p:cNvSpPr/>
              <p:nvPr/>
            </p:nvSpPr>
            <p:spPr>
              <a:xfrm>
                <a:off x="684504" y="231158"/>
                <a:ext cx="119826" cy="154734"/>
              </a:xfrm>
              <a:custGeom>
                <a:avLst/>
                <a:gdLst/>
                <a:ahLst/>
                <a:cxnLst/>
                <a:rect l="l" t="t" r="r" b="b"/>
                <a:pathLst>
                  <a:path w="968" h="1250" extrusionOk="0">
                    <a:moveTo>
                      <a:pt x="500" y="1"/>
                    </a:moveTo>
                    <a:cubicBezTo>
                      <a:pt x="264" y="1"/>
                      <a:pt x="53" y="247"/>
                      <a:pt x="30" y="574"/>
                    </a:cubicBezTo>
                    <a:cubicBezTo>
                      <a:pt x="1" y="916"/>
                      <a:pt x="181" y="1219"/>
                      <a:pt x="435" y="1248"/>
                    </a:cubicBezTo>
                    <a:cubicBezTo>
                      <a:pt x="447" y="1249"/>
                      <a:pt x="458" y="1250"/>
                      <a:pt x="469" y="1250"/>
                    </a:cubicBezTo>
                    <a:cubicBezTo>
                      <a:pt x="709" y="1250"/>
                      <a:pt x="915" y="1003"/>
                      <a:pt x="943" y="676"/>
                    </a:cubicBezTo>
                    <a:cubicBezTo>
                      <a:pt x="968" y="329"/>
                      <a:pt x="787" y="31"/>
                      <a:pt x="533" y="2"/>
                    </a:cubicBezTo>
                    <a:cubicBezTo>
                      <a:pt x="522" y="1"/>
                      <a:pt x="511" y="1"/>
                      <a:pt x="5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11"/>
            <p:cNvGrpSpPr/>
            <p:nvPr/>
          </p:nvGrpSpPr>
          <p:grpSpPr>
            <a:xfrm>
              <a:off x="3403128" y="54585"/>
              <a:ext cx="699895" cy="694695"/>
              <a:chOff x="-209985" y="2910910"/>
              <a:chExt cx="699895" cy="694695"/>
            </a:xfrm>
          </p:grpSpPr>
          <p:sp>
            <p:nvSpPr>
              <p:cNvPr id="210" name="Google Shape;210;p11"/>
              <p:cNvSpPr/>
              <p:nvPr/>
            </p:nvSpPr>
            <p:spPr>
              <a:xfrm>
                <a:off x="-209985" y="3131870"/>
                <a:ext cx="443407" cy="473735"/>
              </a:xfrm>
              <a:custGeom>
                <a:avLst/>
                <a:gdLst/>
                <a:ahLst/>
                <a:cxnLst/>
                <a:rect l="l" t="t" r="r" b="b"/>
                <a:pathLst>
                  <a:path w="3582" h="3827" extrusionOk="0">
                    <a:moveTo>
                      <a:pt x="1067" y="1"/>
                    </a:moveTo>
                    <a:cubicBezTo>
                      <a:pt x="880" y="1"/>
                      <a:pt x="697" y="47"/>
                      <a:pt x="514" y="186"/>
                    </a:cubicBezTo>
                    <a:cubicBezTo>
                      <a:pt x="162" y="445"/>
                      <a:pt x="1" y="943"/>
                      <a:pt x="133" y="1348"/>
                    </a:cubicBezTo>
                    <a:cubicBezTo>
                      <a:pt x="265" y="1739"/>
                      <a:pt x="616" y="2013"/>
                      <a:pt x="753" y="2399"/>
                    </a:cubicBezTo>
                    <a:cubicBezTo>
                      <a:pt x="905" y="2819"/>
                      <a:pt x="802" y="3361"/>
                      <a:pt x="1125" y="3659"/>
                    </a:cubicBezTo>
                    <a:cubicBezTo>
                      <a:pt x="1248" y="3776"/>
                      <a:pt x="1407" y="3827"/>
                      <a:pt x="1575" y="3827"/>
                    </a:cubicBezTo>
                    <a:cubicBezTo>
                      <a:pt x="1821" y="3827"/>
                      <a:pt x="2085" y="3719"/>
                      <a:pt x="2282" y="3557"/>
                    </a:cubicBezTo>
                    <a:cubicBezTo>
                      <a:pt x="2644" y="3264"/>
                      <a:pt x="2869" y="2829"/>
                      <a:pt x="3074" y="2414"/>
                    </a:cubicBezTo>
                    <a:cubicBezTo>
                      <a:pt x="3328" y="1910"/>
                      <a:pt x="3582" y="1319"/>
                      <a:pt x="3347" y="826"/>
                    </a:cubicBezTo>
                    <a:cubicBezTo>
                      <a:pt x="3220" y="547"/>
                      <a:pt x="2952" y="357"/>
                      <a:pt x="2668" y="254"/>
                    </a:cubicBezTo>
                    <a:lnTo>
                      <a:pt x="2663" y="254"/>
                    </a:lnTo>
                    <a:cubicBezTo>
                      <a:pt x="2307" y="122"/>
                      <a:pt x="1931" y="152"/>
                      <a:pt x="1569" y="73"/>
                    </a:cubicBezTo>
                    <a:cubicBezTo>
                      <a:pt x="1395" y="35"/>
                      <a:pt x="1229" y="1"/>
                      <a:pt x="1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185516" y="3002265"/>
                <a:ext cx="204002" cy="167361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1352" extrusionOk="0">
                    <a:moveTo>
                      <a:pt x="1059" y="1"/>
                    </a:moveTo>
                    <a:cubicBezTo>
                      <a:pt x="871" y="1"/>
                      <a:pt x="657" y="78"/>
                      <a:pt x="470" y="231"/>
                    </a:cubicBezTo>
                    <a:cubicBezTo>
                      <a:pt x="123" y="510"/>
                      <a:pt x="1" y="935"/>
                      <a:pt x="196" y="1184"/>
                    </a:cubicBezTo>
                    <a:cubicBezTo>
                      <a:pt x="286" y="1296"/>
                      <a:pt x="428" y="1352"/>
                      <a:pt x="589" y="1352"/>
                    </a:cubicBezTo>
                    <a:cubicBezTo>
                      <a:pt x="777" y="1352"/>
                      <a:pt x="991" y="1276"/>
                      <a:pt x="1178" y="1125"/>
                    </a:cubicBezTo>
                    <a:cubicBezTo>
                      <a:pt x="1525" y="847"/>
                      <a:pt x="1647" y="417"/>
                      <a:pt x="1452" y="173"/>
                    </a:cubicBezTo>
                    <a:cubicBezTo>
                      <a:pt x="1362" y="58"/>
                      <a:pt x="1220" y="1"/>
                      <a:pt x="10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>
                <a:off x="-40025" y="2910910"/>
                <a:ext cx="178502" cy="186176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504" extrusionOk="0">
                    <a:moveTo>
                      <a:pt x="909" y="0"/>
                    </a:moveTo>
                    <a:cubicBezTo>
                      <a:pt x="668" y="0"/>
                      <a:pt x="396" y="178"/>
                      <a:pt x="225" y="471"/>
                    </a:cubicBezTo>
                    <a:cubicBezTo>
                      <a:pt x="1" y="857"/>
                      <a:pt x="45" y="1297"/>
                      <a:pt x="318" y="1448"/>
                    </a:cubicBezTo>
                    <a:cubicBezTo>
                      <a:pt x="385" y="1486"/>
                      <a:pt x="459" y="1503"/>
                      <a:pt x="536" y="1503"/>
                    </a:cubicBezTo>
                    <a:cubicBezTo>
                      <a:pt x="779" y="1503"/>
                      <a:pt x="1051" y="1326"/>
                      <a:pt x="1222" y="1033"/>
                    </a:cubicBezTo>
                    <a:cubicBezTo>
                      <a:pt x="1442" y="647"/>
                      <a:pt x="1403" y="207"/>
                      <a:pt x="1124" y="56"/>
                    </a:cubicBezTo>
                    <a:cubicBezTo>
                      <a:pt x="1059" y="18"/>
                      <a:pt x="985" y="0"/>
                      <a:pt x="9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>
                <a:off x="276871" y="3203172"/>
                <a:ext cx="213038" cy="148421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199" extrusionOk="0">
                    <a:moveTo>
                      <a:pt x="1005" y="0"/>
                    </a:moveTo>
                    <a:cubicBezTo>
                      <a:pt x="903" y="0"/>
                      <a:pt x="796" y="16"/>
                      <a:pt x="690" y="49"/>
                    </a:cubicBezTo>
                    <a:cubicBezTo>
                      <a:pt x="265" y="186"/>
                      <a:pt x="1" y="538"/>
                      <a:pt x="98" y="841"/>
                    </a:cubicBezTo>
                    <a:cubicBezTo>
                      <a:pt x="167" y="1066"/>
                      <a:pt x="416" y="1199"/>
                      <a:pt x="712" y="1199"/>
                    </a:cubicBezTo>
                    <a:cubicBezTo>
                      <a:pt x="815" y="1199"/>
                      <a:pt x="923" y="1183"/>
                      <a:pt x="1032" y="1149"/>
                    </a:cubicBezTo>
                    <a:cubicBezTo>
                      <a:pt x="1457" y="1017"/>
                      <a:pt x="1720" y="665"/>
                      <a:pt x="1623" y="362"/>
                    </a:cubicBezTo>
                    <a:cubicBezTo>
                      <a:pt x="1553" y="136"/>
                      <a:pt x="1302" y="0"/>
                      <a:pt x="10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1"/>
              <p:cNvSpPr/>
              <p:nvPr/>
            </p:nvSpPr>
            <p:spPr>
              <a:xfrm>
                <a:off x="176480" y="3433541"/>
                <a:ext cx="205116" cy="144212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165" extrusionOk="0">
                    <a:moveTo>
                      <a:pt x="794" y="0"/>
                    </a:moveTo>
                    <a:cubicBezTo>
                      <a:pt x="406" y="0"/>
                      <a:pt x="80" y="209"/>
                      <a:pt x="45" y="504"/>
                    </a:cubicBezTo>
                    <a:cubicBezTo>
                      <a:pt x="1" y="822"/>
                      <a:pt x="318" y="1115"/>
                      <a:pt x="753" y="1159"/>
                    </a:cubicBezTo>
                    <a:cubicBezTo>
                      <a:pt x="790" y="1163"/>
                      <a:pt x="826" y="1164"/>
                      <a:pt x="862" y="1164"/>
                    </a:cubicBezTo>
                    <a:cubicBezTo>
                      <a:pt x="1247" y="1164"/>
                      <a:pt x="1573" y="955"/>
                      <a:pt x="1613" y="660"/>
                    </a:cubicBezTo>
                    <a:cubicBezTo>
                      <a:pt x="1657" y="343"/>
                      <a:pt x="1339" y="50"/>
                      <a:pt x="905" y="6"/>
                    </a:cubicBezTo>
                    <a:cubicBezTo>
                      <a:pt x="867" y="2"/>
                      <a:pt x="830" y="0"/>
                      <a:pt x="7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11"/>
            <p:cNvGrpSpPr/>
            <p:nvPr/>
          </p:nvGrpSpPr>
          <p:grpSpPr>
            <a:xfrm>
              <a:off x="269076" y="3989051"/>
              <a:ext cx="439793" cy="441853"/>
              <a:chOff x="6162226" y="2380651"/>
              <a:chExt cx="439793" cy="441853"/>
            </a:xfrm>
          </p:grpSpPr>
          <p:sp>
            <p:nvSpPr>
              <p:cNvPr id="216" name="Google Shape;216;p11"/>
              <p:cNvSpPr/>
              <p:nvPr/>
            </p:nvSpPr>
            <p:spPr>
              <a:xfrm>
                <a:off x="6319385" y="2528938"/>
                <a:ext cx="282635" cy="293566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853" extrusionOk="0">
                    <a:moveTo>
                      <a:pt x="675" y="0"/>
                    </a:moveTo>
                    <a:cubicBezTo>
                      <a:pt x="642" y="0"/>
                      <a:pt x="610" y="2"/>
                      <a:pt x="577" y="6"/>
                    </a:cubicBezTo>
                    <a:cubicBezTo>
                      <a:pt x="426" y="26"/>
                      <a:pt x="274" y="84"/>
                      <a:pt x="176" y="207"/>
                    </a:cubicBezTo>
                    <a:cubicBezTo>
                      <a:pt x="1" y="417"/>
                      <a:pt x="49" y="729"/>
                      <a:pt x="108" y="998"/>
                    </a:cubicBezTo>
                    <a:cubicBezTo>
                      <a:pt x="157" y="1218"/>
                      <a:pt x="211" y="1452"/>
                      <a:pt x="347" y="1633"/>
                    </a:cubicBezTo>
                    <a:cubicBezTo>
                      <a:pt x="441" y="1756"/>
                      <a:pt x="597" y="1852"/>
                      <a:pt x="747" y="1852"/>
                    </a:cubicBezTo>
                    <a:cubicBezTo>
                      <a:pt x="800" y="1852"/>
                      <a:pt x="851" y="1841"/>
                      <a:pt x="899" y="1814"/>
                    </a:cubicBezTo>
                    <a:cubicBezTo>
                      <a:pt x="1090" y="1702"/>
                      <a:pt x="1110" y="1433"/>
                      <a:pt x="1237" y="1247"/>
                    </a:cubicBezTo>
                    <a:cubicBezTo>
                      <a:pt x="1354" y="1076"/>
                      <a:pt x="1559" y="983"/>
                      <a:pt x="1667" y="812"/>
                    </a:cubicBezTo>
                    <a:cubicBezTo>
                      <a:pt x="1784" y="632"/>
                      <a:pt x="1769" y="378"/>
                      <a:pt x="1632" y="211"/>
                    </a:cubicBezTo>
                    <a:cubicBezTo>
                      <a:pt x="1496" y="50"/>
                      <a:pt x="1325" y="40"/>
                      <a:pt x="1134" y="40"/>
                    </a:cubicBezTo>
                    <a:cubicBezTo>
                      <a:pt x="980" y="40"/>
                      <a:pt x="830" y="0"/>
                      <a:pt x="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>
                <a:off x="6261401" y="2401881"/>
                <a:ext cx="116127" cy="113751"/>
              </a:xfrm>
              <a:custGeom>
                <a:avLst/>
                <a:gdLst/>
                <a:ahLst/>
                <a:cxnLst/>
                <a:rect l="l" t="t" r="r" b="b"/>
                <a:pathLst>
                  <a:path w="733" h="718" extrusionOk="0">
                    <a:moveTo>
                      <a:pt x="266" y="0"/>
                    </a:moveTo>
                    <a:cubicBezTo>
                      <a:pt x="214" y="0"/>
                      <a:pt x="166" y="15"/>
                      <a:pt x="127" y="46"/>
                    </a:cubicBezTo>
                    <a:cubicBezTo>
                      <a:pt x="0" y="144"/>
                      <a:pt x="5" y="359"/>
                      <a:pt x="137" y="535"/>
                    </a:cubicBezTo>
                    <a:cubicBezTo>
                      <a:pt x="230" y="651"/>
                      <a:pt x="357" y="717"/>
                      <a:pt x="467" y="717"/>
                    </a:cubicBezTo>
                    <a:cubicBezTo>
                      <a:pt x="519" y="717"/>
                      <a:pt x="567" y="703"/>
                      <a:pt x="606" y="671"/>
                    </a:cubicBezTo>
                    <a:cubicBezTo>
                      <a:pt x="733" y="574"/>
                      <a:pt x="728" y="359"/>
                      <a:pt x="596" y="183"/>
                    </a:cubicBezTo>
                    <a:cubicBezTo>
                      <a:pt x="503" y="67"/>
                      <a:pt x="376" y="0"/>
                      <a:pt x="26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>
                <a:off x="6426956" y="2380651"/>
                <a:ext cx="106939" cy="12278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775" extrusionOk="0">
                    <a:moveTo>
                      <a:pt x="288" y="1"/>
                    </a:moveTo>
                    <a:cubicBezTo>
                      <a:pt x="269" y="1"/>
                      <a:pt x="249" y="4"/>
                      <a:pt x="230" y="9"/>
                    </a:cubicBezTo>
                    <a:cubicBezTo>
                      <a:pt x="79" y="53"/>
                      <a:pt x="1" y="258"/>
                      <a:pt x="59" y="468"/>
                    </a:cubicBezTo>
                    <a:cubicBezTo>
                      <a:pt x="115" y="651"/>
                      <a:pt x="251" y="775"/>
                      <a:pt x="386" y="775"/>
                    </a:cubicBezTo>
                    <a:cubicBezTo>
                      <a:pt x="406" y="775"/>
                      <a:pt x="426" y="772"/>
                      <a:pt x="445" y="766"/>
                    </a:cubicBezTo>
                    <a:cubicBezTo>
                      <a:pt x="597" y="722"/>
                      <a:pt x="675" y="517"/>
                      <a:pt x="616" y="312"/>
                    </a:cubicBezTo>
                    <a:cubicBezTo>
                      <a:pt x="561" y="128"/>
                      <a:pt x="423" y="1"/>
                      <a:pt x="2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1"/>
              <p:cNvSpPr/>
              <p:nvPr/>
            </p:nvSpPr>
            <p:spPr>
              <a:xfrm>
                <a:off x="6162226" y="2512620"/>
                <a:ext cx="134030" cy="100126"/>
              </a:xfrm>
              <a:custGeom>
                <a:avLst/>
                <a:gdLst/>
                <a:ahLst/>
                <a:cxnLst/>
                <a:rect l="l" t="t" r="r" b="b"/>
                <a:pathLst>
                  <a:path w="846" h="632" extrusionOk="0">
                    <a:moveTo>
                      <a:pt x="323" y="0"/>
                    </a:moveTo>
                    <a:cubicBezTo>
                      <a:pt x="215" y="0"/>
                      <a:pt x="120" y="45"/>
                      <a:pt x="74" y="129"/>
                    </a:cubicBezTo>
                    <a:cubicBezTo>
                      <a:pt x="1" y="266"/>
                      <a:pt x="94" y="466"/>
                      <a:pt x="284" y="568"/>
                    </a:cubicBezTo>
                    <a:cubicBezTo>
                      <a:pt x="362" y="611"/>
                      <a:pt x="445" y="631"/>
                      <a:pt x="520" y="631"/>
                    </a:cubicBezTo>
                    <a:cubicBezTo>
                      <a:pt x="628" y="631"/>
                      <a:pt x="722" y="589"/>
                      <a:pt x="768" y="505"/>
                    </a:cubicBezTo>
                    <a:cubicBezTo>
                      <a:pt x="846" y="368"/>
                      <a:pt x="753" y="168"/>
                      <a:pt x="558" y="65"/>
                    </a:cubicBezTo>
                    <a:cubicBezTo>
                      <a:pt x="480" y="21"/>
                      <a:pt x="398" y="0"/>
                      <a:pt x="3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1"/>
              <p:cNvSpPr/>
              <p:nvPr/>
            </p:nvSpPr>
            <p:spPr>
              <a:xfrm>
                <a:off x="6191693" y="2671521"/>
                <a:ext cx="130227" cy="92046"/>
              </a:xfrm>
              <a:custGeom>
                <a:avLst/>
                <a:gdLst/>
                <a:ahLst/>
                <a:cxnLst/>
                <a:rect l="l" t="t" r="r" b="b"/>
                <a:pathLst>
                  <a:path w="822" h="581" extrusionOk="0">
                    <a:moveTo>
                      <a:pt x="379" y="0"/>
                    </a:moveTo>
                    <a:cubicBezTo>
                      <a:pt x="194" y="0"/>
                      <a:pt x="37" y="101"/>
                      <a:pt x="20" y="240"/>
                    </a:cubicBezTo>
                    <a:cubicBezTo>
                      <a:pt x="0" y="396"/>
                      <a:pt x="162" y="547"/>
                      <a:pt x="377" y="577"/>
                    </a:cubicBezTo>
                    <a:cubicBezTo>
                      <a:pt x="398" y="579"/>
                      <a:pt x="419" y="580"/>
                      <a:pt x="439" y="580"/>
                    </a:cubicBezTo>
                    <a:cubicBezTo>
                      <a:pt x="628" y="580"/>
                      <a:pt x="785" y="483"/>
                      <a:pt x="807" y="337"/>
                    </a:cubicBezTo>
                    <a:cubicBezTo>
                      <a:pt x="821" y="181"/>
                      <a:pt x="665" y="30"/>
                      <a:pt x="450" y="5"/>
                    </a:cubicBezTo>
                    <a:cubicBezTo>
                      <a:pt x="426" y="2"/>
                      <a:pt x="402" y="0"/>
                      <a:pt x="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9"/>
          <p:cNvSpPr txBox="1">
            <a:spLocks noGrp="1"/>
          </p:cNvSpPr>
          <p:nvPr>
            <p:ph type="title" hasCustomPrompt="1"/>
          </p:nvPr>
        </p:nvSpPr>
        <p:spPr>
          <a:xfrm>
            <a:off x="4447025" y="2013039"/>
            <a:ext cx="3748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1" name="Google Shape;471;p19"/>
          <p:cNvSpPr txBox="1">
            <a:spLocks noGrp="1"/>
          </p:cNvSpPr>
          <p:nvPr>
            <p:ph type="subTitle" idx="1"/>
          </p:nvPr>
        </p:nvSpPr>
        <p:spPr>
          <a:xfrm>
            <a:off x="4447025" y="2741962"/>
            <a:ext cx="3748200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472" name="Google Shape;472;p19"/>
          <p:cNvSpPr txBox="1">
            <a:spLocks noGrp="1"/>
          </p:cNvSpPr>
          <p:nvPr>
            <p:ph type="title" idx="2" hasCustomPrompt="1"/>
          </p:nvPr>
        </p:nvSpPr>
        <p:spPr>
          <a:xfrm>
            <a:off x="4447025" y="634500"/>
            <a:ext cx="3748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3" name="Google Shape;473;p19"/>
          <p:cNvSpPr txBox="1">
            <a:spLocks noGrp="1"/>
          </p:cNvSpPr>
          <p:nvPr>
            <p:ph type="subTitle" idx="3"/>
          </p:nvPr>
        </p:nvSpPr>
        <p:spPr>
          <a:xfrm>
            <a:off x="4447025" y="1363424"/>
            <a:ext cx="3748200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474" name="Google Shape;474;p19"/>
          <p:cNvSpPr txBox="1">
            <a:spLocks noGrp="1"/>
          </p:cNvSpPr>
          <p:nvPr>
            <p:ph type="title" idx="4" hasCustomPrompt="1"/>
          </p:nvPr>
        </p:nvSpPr>
        <p:spPr>
          <a:xfrm>
            <a:off x="4447025" y="3391577"/>
            <a:ext cx="3748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5" name="Google Shape;475;p19"/>
          <p:cNvSpPr txBox="1">
            <a:spLocks noGrp="1"/>
          </p:cNvSpPr>
          <p:nvPr>
            <p:ph type="subTitle" idx="5"/>
          </p:nvPr>
        </p:nvSpPr>
        <p:spPr>
          <a:xfrm>
            <a:off x="4447025" y="4120500"/>
            <a:ext cx="3748200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476" name="Google Shape;476;p19"/>
          <p:cNvGrpSpPr/>
          <p:nvPr/>
        </p:nvGrpSpPr>
        <p:grpSpPr>
          <a:xfrm>
            <a:off x="-583995" y="-207326"/>
            <a:ext cx="9909233" cy="2619395"/>
            <a:chOff x="-583995" y="-207326"/>
            <a:chExt cx="9909233" cy="2619395"/>
          </a:xfrm>
        </p:grpSpPr>
        <p:grpSp>
          <p:nvGrpSpPr>
            <p:cNvPr id="477" name="Google Shape;477;p19"/>
            <p:cNvGrpSpPr/>
            <p:nvPr/>
          </p:nvGrpSpPr>
          <p:grpSpPr>
            <a:xfrm>
              <a:off x="-583995" y="156400"/>
              <a:ext cx="2125079" cy="1612856"/>
              <a:chOff x="-583995" y="156400"/>
              <a:chExt cx="2125079" cy="1612856"/>
            </a:xfrm>
          </p:grpSpPr>
          <p:sp>
            <p:nvSpPr>
              <p:cNvPr id="478" name="Google Shape;478;p19"/>
              <p:cNvSpPr/>
              <p:nvPr/>
            </p:nvSpPr>
            <p:spPr>
              <a:xfrm>
                <a:off x="-583995" y="156400"/>
                <a:ext cx="2125079" cy="1612856"/>
              </a:xfrm>
              <a:custGeom>
                <a:avLst/>
                <a:gdLst/>
                <a:ahLst/>
                <a:cxnLst/>
                <a:rect l="l" t="t" r="r" b="b"/>
                <a:pathLst>
                  <a:path w="19329" h="14670" extrusionOk="0">
                    <a:moveTo>
                      <a:pt x="4966" y="0"/>
                    </a:moveTo>
                    <a:cubicBezTo>
                      <a:pt x="0" y="0"/>
                      <a:pt x="1526" y="8064"/>
                      <a:pt x="2229" y="9803"/>
                    </a:cubicBezTo>
                    <a:cubicBezTo>
                      <a:pt x="2254" y="9871"/>
                      <a:pt x="2283" y="9940"/>
                      <a:pt x="2312" y="10008"/>
                    </a:cubicBezTo>
                    <a:cubicBezTo>
                      <a:pt x="3323" y="12319"/>
                      <a:pt x="5468" y="13941"/>
                      <a:pt x="7955" y="14376"/>
                    </a:cubicBezTo>
                    <a:lnTo>
                      <a:pt x="8473" y="14468"/>
                    </a:lnTo>
                    <a:cubicBezTo>
                      <a:pt x="8707" y="14512"/>
                      <a:pt x="8947" y="14542"/>
                      <a:pt x="9186" y="14561"/>
                    </a:cubicBezTo>
                    <a:cubicBezTo>
                      <a:pt x="9938" y="14621"/>
                      <a:pt x="10705" y="14669"/>
                      <a:pt x="11466" y="14669"/>
                    </a:cubicBezTo>
                    <a:cubicBezTo>
                      <a:pt x="13209" y="14669"/>
                      <a:pt x="14919" y="14415"/>
                      <a:pt x="16334" y="13452"/>
                    </a:cubicBezTo>
                    <a:cubicBezTo>
                      <a:pt x="18386" y="12055"/>
                      <a:pt x="19328" y="9226"/>
                      <a:pt x="18522" y="6881"/>
                    </a:cubicBezTo>
                    <a:cubicBezTo>
                      <a:pt x="17739" y="4601"/>
                      <a:pt x="15011" y="2469"/>
                      <a:pt x="12584" y="2469"/>
                    </a:cubicBezTo>
                    <a:cubicBezTo>
                      <a:pt x="12514" y="2469"/>
                      <a:pt x="12445" y="2471"/>
                      <a:pt x="12376" y="2475"/>
                    </a:cubicBezTo>
                    <a:cubicBezTo>
                      <a:pt x="12251" y="2481"/>
                      <a:pt x="12128" y="2484"/>
                      <a:pt x="12007" y="2484"/>
                    </a:cubicBezTo>
                    <a:cubicBezTo>
                      <a:pt x="8931" y="2484"/>
                      <a:pt x="7669" y="509"/>
                      <a:pt x="6475" y="208"/>
                    </a:cubicBezTo>
                    <a:cubicBezTo>
                      <a:pt x="5915" y="66"/>
                      <a:pt x="5414" y="0"/>
                      <a:pt x="496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-184525" y="676475"/>
                <a:ext cx="1444534" cy="572699"/>
              </a:xfrm>
              <a:custGeom>
                <a:avLst/>
                <a:gdLst/>
                <a:ahLst/>
                <a:cxnLst/>
                <a:rect l="l" t="t" r="r" b="b"/>
                <a:pathLst>
                  <a:path w="9489" h="3762" extrusionOk="0">
                    <a:moveTo>
                      <a:pt x="2781" y="1"/>
                    </a:moveTo>
                    <a:cubicBezTo>
                      <a:pt x="2659" y="1"/>
                      <a:pt x="2537" y="9"/>
                      <a:pt x="2414" y="27"/>
                    </a:cubicBezTo>
                    <a:cubicBezTo>
                      <a:pt x="1808" y="115"/>
                      <a:pt x="968" y="496"/>
                      <a:pt x="694" y="1072"/>
                    </a:cubicBezTo>
                    <a:cubicBezTo>
                      <a:pt x="519" y="1439"/>
                      <a:pt x="514" y="2684"/>
                      <a:pt x="1105" y="2772"/>
                    </a:cubicBezTo>
                    <a:cubicBezTo>
                      <a:pt x="981" y="2754"/>
                      <a:pt x="851" y="2736"/>
                      <a:pt x="724" y="2736"/>
                    </a:cubicBezTo>
                    <a:cubicBezTo>
                      <a:pt x="611" y="2736"/>
                      <a:pt x="500" y="2751"/>
                      <a:pt x="396" y="2792"/>
                    </a:cubicBezTo>
                    <a:cubicBezTo>
                      <a:pt x="177" y="2885"/>
                      <a:pt x="1" y="3144"/>
                      <a:pt x="93" y="3364"/>
                    </a:cubicBezTo>
                    <a:cubicBezTo>
                      <a:pt x="191" y="3593"/>
                      <a:pt x="484" y="3642"/>
                      <a:pt x="733" y="3662"/>
                    </a:cubicBezTo>
                    <a:cubicBezTo>
                      <a:pt x="1717" y="3728"/>
                      <a:pt x="2702" y="3761"/>
                      <a:pt x="3687" y="3761"/>
                    </a:cubicBezTo>
                    <a:cubicBezTo>
                      <a:pt x="5384" y="3761"/>
                      <a:pt x="7081" y="3662"/>
                      <a:pt x="8765" y="3461"/>
                    </a:cubicBezTo>
                    <a:cubicBezTo>
                      <a:pt x="8980" y="3437"/>
                      <a:pt x="9229" y="3388"/>
                      <a:pt x="9322" y="3193"/>
                    </a:cubicBezTo>
                    <a:cubicBezTo>
                      <a:pt x="9488" y="2860"/>
                      <a:pt x="9049" y="2553"/>
                      <a:pt x="8682" y="2465"/>
                    </a:cubicBezTo>
                    <a:cubicBezTo>
                      <a:pt x="8213" y="2352"/>
                      <a:pt x="7732" y="2296"/>
                      <a:pt x="7250" y="2296"/>
                    </a:cubicBezTo>
                    <a:cubicBezTo>
                      <a:pt x="6643" y="2296"/>
                      <a:pt x="6036" y="2385"/>
                      <a:pt x="5453" y="2562"/>
                    </a:cubicBezTo>
                    <a:cubicBezTo>
                      <a:pt x="5453" y="1124"/>
                      <a:pt x="4176" y="1"/>
                      <a:pt x="27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0" name="Google Shape;480;p19"/>
            <p:cNvGrpSpPr/>
            <p:nvPr/>
          </p:nvGrpSpPr>
          <p:grpSpPr>
            <a:xfrm>
              <a:off x="7270326" y="-207326"/>
              <a:ext cx="2054912" cy="2619395"/>
              <a:chOff x="7295925" y="-54926"/>
              <a:chExt cx="2054912" cy="2619395"/>
            </a:xfrm>
          </p:grpSpPr>
          <p:grpSp>
            <p:nvGrpSpPr>
              <p:cNvPr id="481" name="Google Shape;481;p19"/>
              <p:cNvGrpSpPr/>
              <p:nvPr/>
            </p:nvGrpSpPr>
            <p:grpSpPr>
              <a:xfrm>
                <a:off x="7295925" y="-54926"/>
                <a:ext cx="556624" cy="572712"/>
                <a:chOff x="4950281" y="1339295"/>
                <a:chExt cx="89504" cy="92086"/>
              </a:xfrm>
            </p:grpSpPr>
            <p:sp>
              <p:nvSpPr>
                <p:cNvPr id="482" name="Google Shape;482;p19"/>
                <p:cNvSpPr/>
                <p:nvPr/>
              </p:nvSpPr>
              <p:spPr>
                <a:xfrm>
                  <a:off x="4978431" y="1372017"/>
                  <a:ext cx="60919" cy="59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4" h="2596" extrusionOk="0">
                      <a:moveTo>
                        <a:pt x="1014" y="1"/>
                      </a:moveTo>
                      <a:cubicBezTo>
                        <a:pt x="901" y="1"/>
                        <a:pt x="790" y="23"/>
                        <a:pt x="690" y="73"/>
                      </a:cubicBezTo>
                      <a:cubicBezTo>
                        <a:pt x="338" y="244"/>
                        <a:pt x="216" y="679"/>
                        <a:pt x="137" y="1065"/>
                      </a:cubicBezTo>
                      <a:cubicBezTo>
                        <a:pt x="69" y="1387"/>
                        <a:pt x="1" y="1719"/>
                        <a:pt x="74" y="2037"/>
                      </a:cubicBezTo>
                      <a:cubicBezTo>
                        <a:pt x="135" y="2318"/>
                        <a:pt x="363" y="2595"/>
                        <a:pt x="649" y="2595"/>
                      </a:cubicBezTo>
                      <a:cubicBezTo>
                        <a:pt x="661" y="2595"/>
                        <a:pt x="673" y="2595"/>
                        <a:pt x="685" y="2594"/>
                      </a:cubicBezTo>
                      <a:cubicBezTo>
                        <a:pt x="1002" y="2565"/>
                        <a:pt x="1183" y="2223"/>
                        <a:pt x="1457" y="2056"/>
                      </a:cubicBezTo>
                      <a:cubicBezTo>
                        <a:pt x="1706" y="1905"/>
                        <a:pt x="2028" y="1905"/>
                        <a:pt x="2277" y="1749"/>
                      </a:cubicBezTo>
                      <a:cubicBezTo>
                        <a:pt x="2531" y="1578"/>
                        <a:pt x="2663" y="1236"/>
                        <a:pt x="2580" y="943"/>
                      </a:cubicBezTo>
                      <a:cubicBezTo>
                        <a:pt x="2497" y="654"/>
                        <a:pt x="2282" y="542"/>
                        <a:pt x="2033" y="425"/>
                      </a:cubicBezTo>
                      <a:cubicBezTo>
                        <a:pt x="1794" y="312"/>
                        <a:pt x="1593" y="136"/>
                        <a:pt x="1330" y="53"/>
                      </a:cubicBezTo>
                      <a:cubicBezTo>
                        <a:pt x="1228" y="20"/>
                        <a:pt x="1120" y="1"/>
                        <a:pt x="10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19"/>
                <p:cNvSpPr/>
                <p:nvPr/>
              </p:nvSpPr>
              <p:spPr>
                <a:xfrm>
                  <a:off x="4986915" y="1339295"/>
                  <a:ext cx="21587" cy="25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" h="1116" extrusionOk="0">
                      <a:moveTo>
                        <a:pt x="414" y="0"/>
                      </a:moveTo>
                      <a:cubicBezTo>
                        <a:pt x="390" y="0"/>
                        <a:pt x="367" y="3"/>
                        <a:pt x="343" y="9"/>
                      </a:cubicBezTo>
                      <a:cubicBezTo>
                        <a:pt x="123" y="63"/>
                        <a:pt x="1" y="351"/>
                        <a:pt x="74" y="654"/>
                      </a:cubicBezTo>
                      <a:cubicBezTo>
                        <a:pt x="136" y="926"/>
                        <a:pt x="335" y="1116"/>
                        <a:pt x="535" y="1116"/>
                      </a:cubicBezTo>
                      <a:cubicBezTo>
                        <a:pt x="557" y="1116"/>
                        <a:pt x="580" y="1113"/>
                        <a:pt x="602" y="1108"/>
                      </a:cubicBezTo>
                      <a:cubicBezTo>
                        <a:pt x="822" y="1054"/>
                        <a:pt x="944" y="766"/>
                        <a:pt x="871" y="463"/>
                      </a:cubicBezTo>
                      <a:cubicBezTo>
                        <a:pt x="810" y="193"/>
                        <a:pt x="612" y="0"/>
                        <a:pt x="41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19"/>
                <p:cNvSpPr/>
                <p:nvPr/>
              </p:nvSpPr>
              <p:spPr>
                <a:xfrm>
                  <a:off x="5018998" y="1349790"/>
                  <a:ext cx="20787" cy="256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9" h="1122" extrusionOk="0">
                      <a:moveTo>
                        <a:pt x="492" y="1"/>
                      </a:moveTo>
                      <a:cubicBezTo>
                        <a:pt x="284" y="1"/>
                        <a:pt x="90" y="216"/>
                        <a:pt x="49" y="503"/>
                      </a:cubicBezTo>
                      <a:cubicBezTo>
                        <a:pt x="0" y="810"/>
                        <a:pt x="147" y="1084"/>
                        <a:pt x="371" y="1118"/>
                      </a:cubicBezTo>
                      <a:cubicBezTo>
                        <a:pt x="387" y="1121"/>
                        <a:pt x="402" y="1122"/>
                        <a:pt x="418" y="1122"/>
                      </a:cubicBezTo>
                      <a:cubicBezTo>
                        <a:pt x="626" y="1122"/>
                        <a:pt x="819" y="911"/>
                        <a:pt x="860" y="625"/>
                      </a:cubicBezTo>
                      <a:cubicBezTo>
                        <a:pt x="909" y="317"/>
                        <a:pt x="762" y="39"/>
                        <a:pt x="538" y="4"/>
                      </a:cubicBezTo>
                      <a:cubicBezTo>
                        <a:pt x="522" y="2"/>
                        <a:pt x="507" y="1"/>
                        <a:pt x="49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19"/>
                <p:cNvSpPr/>
                <p:nvPr/>
              </p:nvSpPr>
              <p:spPr>
                <a:xfrm>
                  <a:off x="4959999" y="1352123"/>
                  <a:ext cx="23828" cy="23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" h="1027" extrusionOk="0">
                      <a:moveTo>
                        <a:pt x="379" y="0"/>
                      </a:moveTo>
                      <a:cubicBezTo>
                        <a:pt x="306" y="0"/>
                        <a:pt x="238" y="21"/>
                        <a:pt x="181" y="64"/>
                      </a:cubicBezTo>
                      <a:cubicBezTo>
                        <a:pt x="1" y="200"/>
                        <a:pt x="5" y="513"/>
                        <a:pt x="191" y="762"/>
                      </a:cubicBezTo>
                      <a:cubicBezTo>
                        <a:pt x="321" y="932"/>
                        <a:pt x="501" y="1027"/>
                        <a:pt x="659" y="1027"/>
                      </a:cubicBezTo>
                      <a:cubicBezTo>
                        <a:pt x="733" y="1027"/>
                        <a:pt x="803" y="1006"/>
                        <a:pt x="860" y="962"/>
                      </a:cubicBezTo>
                      <a:cubicBezTo>
                        <a:pt x="1041" y="826"/>
                        <a:pt x="1036" y="518"/>
                        <a:pt x="846" y="269"/>
                      </a:cubicBezTo>
                      <a:cubicBezTo>
                        <a:pt x="718" y="98"/>
                        <a:pt x="538" y="0"/>
                        <a:pt x="37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19"/>
                <p:cNvSpPr/>
                <p:nvPr/>
              </p:nvSpPr>
              <p:spPr>
                <a:xfrm>
                  <a:off x="4950281" y="1384868"/>
                  <a:ext cx="27510" cy="20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917" extrusionOk="0">
                      <a:moveTo>
                        <a:pt x="457" y="1"/>
                      </a:moveTo>
                      <a:cubicBezTo>
                        <a:pt x="312" y="1"/>
                        <a:pt x="186" y="57"/>
                        <a:pt x="118" y="166"/>
                      </a:cubicBezTo>
                      <a:cubicBezTo>
                        <a:pt x="1" y="361"/>
                        <a:pt x="123" y="649"/>
                        <a:pt x="386" y="810"/>
                      </a:cubicBezTo>
                      <a:cubicBezTo>
                        <a:pt x="503" y="882"/>
                        <a:pt x="629" y="917"/>
                        <a:pt x="744" y="917"/>
                      </a:cubicBezTo>
                      <a:cubicBezTo>
                        <a:pt x="889" y="917"/>
                        <a:pt x="1015" y="861"/>
                        <a:pt x="1080" y="752"/>
                      </a:cubicBezTo>
                      <a:cubicBezTo>
                        <a:pt x="1202" y="561"/>
                        <a:pt x="1080" y="273"/>
                        <a:pt x="816" y="107"/>
                      </a:cubicBezTo>
                      <a:cubicBezTo>
                        <a:pt x="698" y="36"/>
                        <a:pt x="571" y="1"/>
                        <a:pt x="4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87" name="Google Shape;487;p19"/>
              <p:cNvGrpSpPr/>
              <p:nvPr/>
            </p:nvGrpSpPr>
            <p:grpSpPr>
              <a:xfrm>
                <a:off x="8126511" y="1938341"/>
                <a:ext cx="608529" cy="626128"/>
                <a:chOff x="4998570" y="1325956"/>
                <a:chExt cx="97850" cy="100675"/>
              </a:xfrm>
            </p:grpSpPr>
            <p:sp>
              <p:nvSpPr>
                <p:cNvPr id="488" name="Google Shape;488;p19"/>
                <p:cNvSpPr/>
                <p:nvPr/>
              </p:nvSpPr>
              <p:spPr>
                <a:xfrm>
                  <a:off x="5029345" y="1361731"/>
                  <a:ext cx="66600" cy="6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4" h="2596" extrusionOk="0">
                      <a:moveTo>
                        <a:pt x="1014" y="1"/>
                      </a:moveTo>
                      <a:cubicBezTo>
                        <a:pt x="901" y="1"/>
                        <a:pt x="790" y="23"/>
                        <a:pt x="690" y="73"/>
                      </a:cubicBezTo>
                      <a:cubicBezTo>
                        <a:pt x="338" y="244"/>
                        <a:pt x="216" y="679"/>
                        <a:pt x="137" y="1065"/>
                      </a:cubicBezTo>
                      <a:cubicBezTo>
                        <a:pt x="69" y="1387"/>
                        <a:pt x="1" y="1719"/>
                        <a:pt x="74" y="2037"/>
                      </a:cubicBezTo>
                      <a:cubicBezTo>
                        <a:pt x="135" y="2318"/>
                        <a:pt x="363" y="2595"/>
                        <a:pt x="649" y="2595"/>
                      </a:cubicBezTo>
                      <a:cubicBezTo>
                        <a:pt x="661" y="2595"/>
                        <a:pt x="673" y="2595"/>
                        <a:pt x="685" y="2594"/>
                      </a:cubicBezTo>
                      <a:cubicBezTo>
                        <a:pt x="1002" y="2565"/>
                        <a:pt x="1183" y="2223"/>
                        <a:pt x="1457" y="2056"/>
                      </a:cubicBezTo>
                      <a:cubicBezTo>
                        <a:pt x="1706" y="1905"/>
                        <a:pt x="2028" y="1905"/>
                        <a:pt x="2277" y="1749"/>
                      </a:cubicBezTo>
                      <a:cubicBezTo>
                        <a:pt x="2531" y="1578"/>
                        <a:pt x="2663" y="1236"/>
                        <a:pt x="2580" y="943"/>
                      </a:cubicBezTo>
                      <a:cubicBezTo>
                        <a:pt x="2497" y="654"/>
                        <a:pt x="2282" y="542"/>
                        <a:pt x="2033" y="425"/>
                      </a:cubicBezTo>
                      <a:cubicBezTo>
                        <a:pt x="1794" y="312"/>
                        <a:pt x="1593" y="136"/>
                        <a:pt x="1330" y="53"/>
                      </a:cubicBezTo>
                      <a:cubicBezTo>
                        <a:pt x="1228" y="20"/>
                        <a:pt x="1120" y="1"/>
                        <a:pt x="10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" name="Google Shape;489;p19"/>
                <p:cNvSpPr/>
                <p:nvPr/>
              </p:nvSpPr>
              <p:spPr>
                <a:xfrm>
                  <a:off x="5038620" y="1325956"/>
                  <a:ext cx="23600" cy="2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" h="1116" extrusionOk="0">
                      <a:moveTo>
                        <a:pt x="414" y="0"/>
                      </a:moveTo>
                      <a:cubicBezTo>
                        <a:pt x="390" y="0"/>
                        <a:pt x="367" y="3"/>
                        <a:pt x="343" y="9"/>
                      </a:cubicBezTo>
                      <a:cubicBezTo>
                        <a:pt x="123" y="63"/>
                        <a:pt x="1" y="351"/>
                        <a:pt x="74" y="654"/>
                      </a:cubicBezTo>
                      <a:cubicBezTo>
                        <a:pt x="136" y="926"/>
                        <a:pt x="335" y="1116"/>
                        <a:pt x="535" y="1116"/>
                      </a:cubicBezTo>
                      <a:cubicBezTo>
                        <a:pt x="557" y="1116"/>
                        <a:pt x="580" y="1113"/>
                        <a:pt x="602" y="1108"/>
                      </a:cubicBezTo>
                      <a:cubicBezTo>
                        <a:pt x="822" y="1054"/>
                        <a:pt x="944" y="766"/>
                        <a:pt x="871" y="463"/>
                      </a:cubicBezTo>
                      <a:cubicBezTo>
                        <a:pt x="810" y="193"/>
                        <a:pt x="612" y="0"/>
                        <a:pt x="41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0" name="Google Shape;490;p19"/>
                <p:cNvSpPr/>
                <p:nvPr/>
              </p:nvSpPr>
              <p:spPr>
                <a:xfrm>
                  <a:off x="5073695" y="1337431"/>
                  <a:ext cx="22725" cy="2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9" h="1122" extrusionOk="0">
                      <a:moveTo>
                        <a:pt x="492" y="1"/>
                      </a:moveTo>
                      <a:cubicBezTo>
                        <a:pt x="284" y="1"/>
                        <a:pt x="90" y="216"/>
                        <a:pt x="49" y="503"/>
                      </a:cubicBezTo>
                      <a:cubicBezTo>
                        <a:pt x="0" y="810"/>
                        <a:pt x="147" y="1084"/>
                        <a:pt x="371" y="1118"/>
                      </a:cubicBezTo>
                      <a:cubicBezTo>
                        <a:pt x="387" y="1121"/>
                        <a:pt x="402" y="1122"/>
                        <a:pt x="418" y="1122"/>
                      </a:cubicBezTo>
                      <a:cubicBezTo>
                        <a:pt x="626" y="1122"/>
                        <a:pt x="819" y="911"/>
                        <a:pt x="860" y="625"/>
                      </a:cubicBezTo>
                      <a:cubicBezTo>
                        <a:pt x="909" y="317"/>
                        <a:pt x="762" y="39"/>
                        <a:pt x="538" y="4"/>
                      </a:cubicBezTo>
                      <a:cubicBezTo>
                        <a:pt x="522" y="2"/>
                        <a:pt x="507" y="1"/>
                        <a:pt x="49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1" name="Google Shape;491;p19"/>
                <p:cNvSpPr/>
                <p:nvPr/>
              </p:nvSpPr>
              <p:spPr>
                <a:xfrm>
                  <a:off x="5009195" y="1339981"/>
                  <a:ext cx="26050" cy="2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" h="1027" extrusionOk="0">
                      <a:moveTo>
                        <a:pt x="379" y="0"/>
                      </a:moveTo>
                      <a:cubicBezTo>
                        <a:pt x="306" y="0"/>
                        <a:pt x="238" y="21"/>
                        <a:pt x="181" y="64"/>
                      </a:cubicBezTo>
                      <a:cubicBezTo>
                        <a:pt x="1" y="200"/>
                        <a:pt x="5" y="513"/>
                        <a:pt x="191" y="762"/>
                      </a:cubicBezTo>
                      <a:cubicBezTo>
                        <a:pt x="321" y="932"/>
                        <a:pt x="501" y="1027"/>
                        <a:pt x="659" y="1027"/>
                      </a:cubicBezTo>
                      <a:cubicBezTo>
                        <a:pt x="733" y="1027"/>
                        <a:pt x="803" y="1006"/>
                        <a:pt x="860" y="962"/>
                      </a:cubicBezTo>
                      <a:cubicBezTo>
                        <a:pt x="1041" y="826"/>
                        <a:pt x="1036" y="518"/>
                        <a:pt x="846" y="269"/>
                      </a:cubicBezTo>
                      <a:cubicBezTo>
                        <a:pt x="718" y="98"/>
                        <a:pt x="538" y="0"/>
                        <a:pt x="37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19"/>
                <p:cNvSpPr/>
                <p:nvPr/>
              </p:nvSpPr>
              <p:spPr>
                <a:xfrm>
                  <a:off x="4998570" y="1375781"/>
                  <a:ext cx="30075" cy="2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917" extrusionOk="0">
                      <a:moveTo>
                        <a:pt x="457" y="1"/>
                      </a:moveTo>
                      <a:cubicBezTo>
                        <a:pt x="312" y="1"/>
                        <a:pt x="186" y="57"/>
                        <a:pt x="118" y="166"/>
                      </a:cubicBezTo>
                      <a:cubicBezTo>
                        <a:pt x="1" y="361"/>
                        <a:pt x="123" y="649"/>
                        <a:pt x="386" y="810"/>
                      </a:cubicBezTo>
                      <a:cubicBezTo>
                        <a:pt x="503" y="882"/>
                        <a:pt x="629" y="917"/>
                        <a:pt x="744" y="917"/>
                      </a:cubicBezTo>
                      <a:cubicBezTo>
                        <a:pt x="889" y="917"/>
                        <a:pt x="1015" y="861"/>
                        <a:pt x="1080" y="752"/>
                      </a:cubicBezTo>
                      <a:cubicBezTo>
                        <a:pt x="1202" y="561"/>
                        <a:pt x="1080" y="273"/>
                        <a:pt x="816" y="107"/>
                      </a:cubicBezTo>
                      <a:cubicBezTo>
                        <a:pt x="698" y="36"/>
                        <a:pt x="571" y="1"/>
                        <a:pt x="4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93" name="Google Shape;493;p19"/>
              <p:cNvGrpSpPr/>
              <p:nvPr/>
            </p:nvGrpSpPr>
            <p:grpSpPr>
              <a:xfrm flipH="1">
                <a:off x="8485735" y="517778"/>
                <a:ext cx="865102" cy="890088"/>
                <a:chOff x="4998570" y="1325956"/>
                <a:chExt cx="97850" cy="100675"/>
              </a:xfrm>
            </p:grpSpPr>
            <p:sp>
              <p:nvSpPr>
                <p:cNvPr id="494" name="Google Shape;494;p19"/>
                <p:cNvSpPr/>
                <p:nvPr/>
              </p:nvSpPr>
              <p:spPr>
                <a:xfrm>
                  <a:off x="5029345" y="1361731"/>
                  <a:ext cx="66600" cy="6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4" h="2596" extrusionOk="0">
                      <a:moveTo>
                        <a:pt x="1014" y="1"/>
                      </a:moveTo>
                      <a:cubicBezTo>
                        <a:pt x="901" y="1"/>
                        <a:pt x="790" y="23"/>
                        <a:pt x="690" y="73"/>
                      </a:cubicBezTo>
                      <a:cubicBezTo>
                        <a:pt x="338" y="244"/>
                        <a:pt x="216" y="679"/>
                        <a:pt x="137" y="1065"/>
                      </a:cubicBezTo>
                      <a:cubicBezTo>
                        <a:pt x="69" y="1387"/>
                        <a:pt x="1" y="1719"/>
                        <a:pt x="74" y="2037"/>
                      </a:cubicBezTo>
                      <a:cubicBezTo>
                        <a:pt x="135" y="2318"/>
                        <a:pt x="363" y="2595"/>
                        <a:pt x="649" y="2595"/>
                      </a:cubicBezTo>
                      <a:cubicBezTo>
                        <a:pt x="661" y="2595"/>
                        <a:pt x="673" y="2595"/>
                        <a:pt x="685" y="2594"/>
                      </a:cubicBezTo>
                      <a:cubicBezTo>
                        <a:pt x="1002" y="2565"/>
                        <a:pt x="1183" y="2223"/>
                        <a:pt x="1457" y="2056"/>
                      </a:cubicBezTo>
                      <a:cubicBezTo>
                        <a:pt x="1706" y="1905"/>
                        <a:pt x="2028" y="1905"/>
                        <a:pt x="2277" y="1749"/>
                      </a:cubicBezTo>
                      <a:cubicBezTo>
                        <a:pt x="2531" y="1578"/>
                        <a:pt x="2663" y="1236"/>
                        <a:pt x="2580" y="943"/>
                      </a:cubicBezTo>
                      <a:cubicBezTo>
                        <a:pt x="2497" y="654"/>
                        <a:pt x="2282" y="542"/>
                        <a:pt x="2033" y="425"/>
                      </a:cubicBezTo>
                      <a:cubicBezTo>
                        <a:pt x="1794" y="312"/>
                        <a:pt x="1593" y="136"/>
                        <a:pt x="1330" y="53"/>
                      </a:cubicBezTo>
                      <a:cubicBezTo>
                        <a:pt x="1228" y="20"/>
                        <a:pt x="1120" y="1"/>
                        <a:pt x="10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495;p19"/>
                <p:cNvSpPr/>
                <p:nvPr/>
              </p:nvSpPr>
              <p:spPr>
                <a:xfrm>
                  <a:off x="5038620" y="1325956"/>
                  <a:ext cx="23600" cy="2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" h="1116" extrusionOk="0">
                      <a:moveTo>
                        <a:pt x="414" y="0"/>
                      </a:moveTo>
                      <a:cubicBezTo>
                        <a:pt x="390" y="0"/>
                        <a:pt x="367" y="3"/>
                        <a:pt x="343" y="9"/>
                      </a:cubicBezTo>
                      <a:cubicBezTo>
                        <a:pt x="123" y="63"/>
                        <a:pt x="1" y="351"/>
                        <a:pt x="74" y="654"/>
                      </a:cubicBezTo>
                      <a:cubicBezTo>
                        <a:pt x="136" y="926"/>
                        <a:pt x="335" y="1116"/>
                        <a:pt x="535" y="1116"/>
                      </a:cubicBezTo>
                      <a:cubicBezTo>
                        <a:pt x="557" y="1116"/>
                        <a:pt x="580" y="1113"/>
                        <a:pt x="602" y="1108"/>
                      </a:cubicBezTo>
                      <a:cubicBezTo>
                        <a:pt x="822" y="1054"/>
                        <a:pt x="944" y="766"/>
                        <a:pt x="871" y="463"/>
                      </a:cubicBezTo>
                      <a:cubicBezTo>
                        <a:pt x="810" y="193"/>
                        <a:pt x="612" y="0"/>
                        <a:pt x="41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6" name="Google Shape;496;p19"/>
                <p:cNvSpPr/>
                <p:nvPr/>
              </p:nvSpPr>
              <p:spPr>
                <a:xfrm>
                  <a:off x="5073695" y="1337431"/>
                  <a:ext cx="22725" cy="2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9" h="1122" extrusionOk="0">
                      <a:moveTo>
                        <a:pt x="492" y="1"/>
                      </a:moveTo>
                      <a:cubicBezTo>
                        <a:pt x="284" y="1"/>
                        <a:pt x="90" y="216"/>
                        <a:pt x="49" y="503"/>
                      </a:cubicBezTo>
                      <a:cubicBezTo>
                        <a:pt x="0" y="810"/>
                        <a:pt x="147" y="1084"/>
                        <a:pt x="371" y="1118"/>
                      </a:cubicBezTo>
                      <a:cubicBezTo>
                        <a:pt x="387" y="1121"/>
                        <a:pt x="402" y="1122"/>
                        <a:pt x="418" y="1122"/>
                      </a:cubicBezTo>
                      <a:cubicBezTo>
                        <a:pt x="626" y="1122"/>
                        <a:pt x="819" y="911"/>
                        <a:pt x="860" y="625"/>
                      </a:cubicBezTo>
                      <a:cubicBezTo>
                        <a:pt x="909" y="317"/>
                        <a:pt x="762" y="39"/>
                        <a:pt x="538" y="4"/>
                      </a:cubicBezTo>
                      <a:cubicBezTo>
                        <a:pt x="522" y="2"/>
                        <a:pt x="507" y="1"/>
                        <a:pt x="49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7" name="Google Shape;497;p19"/>
                <p:cNvSpPr/>
                <p:nvPr/>
              </p:nvSpPr>
              <p:spPr>
                <a:xfrm>
                  <a:off x="5009195" y="1339981"/>
                  <a:ext cx="26050" cy="2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" h="1027" extrusionOk="0">
                      <a:moveTo>
                        <a:pt x="379" y="0"/>
                      </a:moveTo>
                      <a:cubicBezTo>
                        <a:pt x="306" y="0"/>
                        <a:pt x="238" y="21"/>
                        <a:pt x="181" y="64"/>
                      </a:cubicBezTo>
                      <a:cubicBezTo>
                        <a:pt x="1" y="200"/>
                        <a:pt x="5" y="513"/>
                        <a:pt x="191" y="762"/>
                      </a:cubicBezTo>
                      <a:cubicBezTo>
                        <a:pt x="321" y="932"/>
                        <a:pt x="501" y="1027"/>
                        <a:pt x="659" y="1027"/>
                      </a:cubicBezTo>
                      <a:cubicBezTo>
                        <a:pt x="733" y="1027"/>
                        <a:pt x="803" y="1006"/>
                        <a:pt x="860" y="962"/>
                      </a:cubicBezTo>
                      <a:cubicBezTo>
                        <a:pt x="1041" y="826"/>
                        <a:pt x="1036" y="518"/>
                        <a:pt x="846" y="269"/>
                      </a:cubicBezTo>
                      <a:cubicBezTo>
                        <a:pt x="718" y="98"/>
                        <a:pt x="538" y="0"/>
                        <a:pt x="37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8" name="Google Shape;498;p19"/>
                <p:cNvSpPr/>
                <p:nvPr/>
              </p:nvSpPr>
              <p:spPr>
                <a:xfrm>
                  <a:off x="4998570" y="1375781"/>
                  <a:ext cx="30075" cy="2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917" extrusionOk="0">
                      <a:moveTo>
                        <a:pt x="457" y="1"/>
                      </a:moveTo>
                      <a:cubicBezTo>
                        <a:pt x="312" y="1"/>
                        <a:pt x="186" y="57"/>
                        <a:pt x="118" y="166"/>
                      </a:cubicBezTo>
                      <a:cubicBezTo>
                        <a:pt x="1" y="361"/>
                        <a:pt x="123" y="649"/>
                        <a:pt x="386" y="810"/>
                      </a:cubicBezTo>
                      <a:cubicBezTo>
                        <a:pt x="503" y="882"/>
                        <a:pt x="629" y="917"/>
                        <a:pt x="744" y="917"/>
                      </a:cubicBezTo>
                      <a:cubicBezTo>
                        <a:pt x="889" y="917"/>
                        <a:pt x="1015" y="861"/>
                        <a:pt x="1080" y="752"/>
                      </a:cubicBezTo>
                      <a:cubicBezTo>
                        <a:pt x="1202" y="561"/>
                        <a:pt x="1080" y="273"/>
                        <a:pt x="816" y="107"/>
                      </a:cubicBezTo>
                      <a:cubicBezTo>
                        <a:pt x="698" y="36"/>
                        <a:pt x="571" y="1"/>
                        <a:pt x="4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21"/>
          <p:cNvGrpSpPr/>
          <p:nvPr/>
        </p:nvGrpSpPr>
        <p:grpSpPr>
          <a:xfrm>
            <a:off x="-1349000" y="-254325"/>
            <a:ext cx="11270184" cy="5652151"/>
            <a:chOff x="-1349000" y="-266925"/>
            <a:chExt cx="11270184" cy="5652151"/>
          </a:xfrm>
        </p:grpSpPr>
        <p:sp>
          <p:nvSpPr>
            <p:cNvPr id="554" name="Google Shape;554;p21"/>
            <p:cNvSpPr/>
            <p:nvPr/>
          </p:nvSpPr>
          <p:spPr>
            <a:xfrm>
              <a:off x="7633780" y="-266925"/>
              <a:ext cx="2125079" cy="1612856"/>
            </a:xfrm>
            <a:custGeom>
              <a:avLst/>
              <a:gdLst/>
              <a:ahLst/>
              <a:cxnLst/>
              <a:rect l="l" t="t" r="r" b="b"/>
              <a:pathLst>
                <a:path w="19329" h="14670" extrusionOk="0">
                  <a:moveTo>
                    <a:pt x="4966" y="0"/>
                  </a:moveTo>
                  <a:cubicBezTo>
                    <a:pt x="0" y="0"/>
                    <a:pt x="1526" y="8064"/>
                    <a:pt x="2229" y="9803"/>
                  </a:cubicBezTo>
                  <a:cubicBezTo>
                    <a:pt x="2254" y="9871"/>
                    <a:pt x="2283" y="9940"/>
                    <a:pt x="2312" y="10008"/>
                  </a:cubicBezTo>
                  <a:cubicBezTo>
                    <a:pt x="3323" y="12319"/>
                    <a:pt x="5468" y="13941"/>
                    <a:pt x="7955" y="14376"/>
                  </a:cubicBezTo>
                  <a:lnTo>
                    <a:pt x="8473" y="14468"/>
                  </a:lnTo>
                  <a:cubicBezTo>
                    <a:pt x="8707" y="14512"/>
                    <a:pt x="8947" y="14542"/>
                    <a:pt x="9186" y="14561"/>
                  </a:cubicBezTo>
                  <a:cubicBezTo>
                    <a:pt x="9938" y="14621"/>
                    <a:pt x="10705" y="14669"/>
                    <a:pt x="11466" y="14669"/>
                  </a:cubicBezTo>
                  <a:cubicBezTo>
                    <a:pt x="13209" y="14669"/>
                    <a:pt x="14919" y="14415"/>
                    <a:pt x="16334" y="13452"/>
                  </a:cubicBezTo>
                  <a:cubicBezTo>
                    <a:pt x="18386" y="12055"/>
                    <a:pt x="19328" y="9226"/>
                    <a:pt x="18522" y="6881"/>
                  </a:cubicBezTo>
                  <a:cubicBezTo>
                    <a:pt x="17739" y="4601"/>
                    <a:pt x="15011" y="2469"/>
                    <a:pt x="12584" y="2469"/>
                  </a:cubicBezTo>
                  <a:cubicBezTo>
                    <a:pt x="12514" y="2469"/>
                    <a:pt x="12445" y="2471"/>
                    <a:pt x="12376" y="2475"/>
                  </a:cubicBezTo>
                  <a:cubicBezTo>
                    <a:pt x="12251" y="2481"/>
                    <a:pt x="12128" y="2484"/>
                    <a:pt x="12007" y="2484"/>
                  </a:cubicBezTo>
                  <a:cubicBezTo>
                    <a:pt x="8931" y="2484"/>
                    <a:pt x="7669" y="509"/>
                    <a:pt x="6475" y="208"/>
                  </a:cubicBezTo>
                  <a:cubicBezTo>
                    <a:pt x="5915" y="66"/>
                    <a:pt x="5414" y="0"/>
                    <a:pt x="49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5" name="Google Shape;555;p21"/>
            <p:cNvGrpSpPr/>
            <p:nvPr/>
          </p:nvGrpSpPr>
          <p:grpSpPr>
            <a:xfrm>
              <a:off x="8704975" y="1751650"/>
              <a:ext cx="556624" cy="572712"/>
              <a:chOff x="4950281" y="1339295"/>
              <a:chExt cx="89504" cy="92086"/>
            </a:xfrm>
          </p:grpSpPr>
          <p:sp>
            <p:nvSpPr>
              <p:cNvPr id="556" name="Google Shape;556;p21"/>
              <p:cNvSpPr/>
              <p:nvPr/>
            </p:nvSpPr>
            <p:spPr>
              <a:xfrm>
                <a:off x="4978431" y="1372017"/>
                <a:ext cx="60919" cy="59364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2596" extrusionOk="0">
                    <a:moveTo>
                      <a:pt x="1014" y="1"/>
                    </a:moveTo>
                    <a:cubicBezTo>
                      <a:pt x="901" y="1"/>
                      <a:pt x="790" y="23"/>
                      <a:pt x="690" y="73"/>
                    </a:cubicBezTo>
                    <a:cubicBezTo>
                      <a:pt x="338" y="244"/>
                      <a:pt x="216" y="679"/>
                      <a:pt x="137" y="1065"/>
                    </a:cubicBezTo>
                    <a:cubicBezTo>
                      <a:pt x="69" y="1387"/>
                      <a:pt x="1" y="1719"/>
                      <a:pt x="74" y="2037"/>
                    </a:cubicBezTo>
                    <a:cubicBezTo>
                      <a:pt x="135" y="2318"/>
                      <a:pt x="363" y="2595"/>
                      <a:pt x="649" y="2595"/>
                    </a:cubicBezTo>
                    <a:cubicBezTo>
                      <a:pt x="661" y="2595"/>
                      <a:pt x="673" y="2595"/>
                      <a:pt x="685" y="2594"/>
                    </a:cubicBezTo>
                    <a:cubicBezTo>
                      <a:pt x="1002" y="2565"/>
                      <a:pt x="1183" y="2223"/>
                      <a:pt x="1457" y="2056"/>
                    </a:cubicBezTo>
                    <a:cubicBezTo>
                      <a:pt x="1706" y="1905"/>
                      <a:pt x="2028" y="1905"/>
                      <a:pt x="2277" y="1749"/>
                    </a:cubicBezTo>
                    <a:cubicBezTo>
                      <a:pt x="2531" y="1578"/>
                      <a:pt x="2663" y="1236"/>
                      <a:pt x="2580" y="943"/>
                    </a:cubicBezTo>
                    <a:cubicBezTo>
                      <a:pt x="2497" y="654"/>
                      <a:pt x="2282" y="542"/>
                      <a:pt x="2033" y="425"/>
                    </a:cubicBezTo>
                    <a:cubicBezTo>
                      <a:pt x="1794" y="312"/>
                      <a:pt x="1593" y="136"/>
                      <a:pt x="1330" y="53"/>
                    </a:cubicBezTo>
                    <a:cubicBezTo>
                      <a:pt x="1228" y="20"/>
                      <a:pt x="1120" y="1"/>
                      <a:pt x="10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1"/>
              <p:cNvSpPr/>
              <p:nvPr/>
            </p:nvSpPr>
            <p:spPr>
              <a:xfrm>
                <a:off x="4986915" y="1339295"/>
                <a:ext cx="21587" cy="2552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116" extrusionOk="0">
                    <a:moveTo>
                      <a:pt x="414" y="0"/>
                    </a:moveTo>
                    <a:cubicBezTo>
                      <a:pt x="390" y="0"/>
                      <a:pt x="367" y="3"/>
                      <a:pt x="343" y="9"/>
                    </a:cubicBezTo>
                    <a:cubicBezTo>
                      <a:pt x="123" y="63"/>
                      <a:pt x="1" y="351"/>
                      <a:pt x="74" y="654"/>
                    </a:cubicBezTo>
                    <a:cubicBezTo>
                      <a:pt x="136" y="926"/>
                      <a:pt x="335" y="1116"/>
                      <a:pt x="535" y="1116"/>
                    </a:cubicBezTo>
                    <a:cubicBezTo>
                      <a:pt x="557" y="1116"/>
                      <a:pt x="580" y="1113"/>
                      <a:pt x="602" y="1108"/>
                    </a:cubicBezTo>
                    <a:cubicBezTo>
                      <a:pt x="822" y="1054"/>
                      <a:pt x="944" y="766"/>
                      <a:pt x="871" y="463"/>
                    </a:cubicBezTo>
                    <a:cubicBezTo>
                      <a:pt x="810" y="193"/>
                      <a:pt x="612" y="0"/>
                      <a:pt x="4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21"/>
              <p:cNvSpPr/>
              <p:nvPr/>
            </p:nvSpPr>
            <p:spPr>
              <a:xfrm>
                <a:off x="5018998" y="1349790"/>
                <a:ext cx="20787" cy="25657"/>
              </a:xfrm>
              <a:custGeom>
                <a:avLst/>
                <a:gdLst/>
                <a:ahLst/>
                <a:cxnLst/>
                <a:rect l="l" t="t" r="r" b="b"/>
                <a:pathLst>
                  <a:path w="909" h="1122" extrusionOk="0">
                    <a:moveTo>
                      <a:pt x="492" y="1"/>
                    </a:moveTo>
                    <a:cubicBezTo>
                      <a:pt x="284" y="1"/>
                      <a:pt x="90" y="216"/>
                      <a:pt x="49" y="503"/>
                    </a:cubicBezTo>
                    <a:cubicBezTo>
                      <a:pt x="0" y="810"/>
                      <a:pt x="147" y="1084"/>
                      <a:pt x="371" y="1118"/>
                    </a:cubicBezTo>
                    <a:cubicBezTo>
                      <a:pt x="387" y="1121"/>
                      <a:pt x="402" y="1122"/>
                      <a:pt x="418" y="1122"/>
                    </a:cubicBezTo>
                    <a:cubicBezTo>
                      <a:pt x="626" y="1122"/>
                      <a:pt x="819" y="911"/>
                      <a:pt x="860" y="625"/>
                    </a:cubicBezTo>
                    <a:cubicBezTo>
                      <a:pt x="909" y="317"/>
                      <a:pt x="762" y="39"/>
                      <a:pt x="538" y="4"/>
                    </a:cubicBezTo>
                    <a:cubicBezTo>
                      <a:pt x="522" y="2"/>
                      <a:pt x="507" y="1"/>
                      <a:pt x="4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21"/>
              <p:cNvSpPr/>
              <p:nvPr/>
            </p:nvSpPr>
            <p:spPr>
              <a:xfrm>
                <a:off x="4959999" y="1352123"/>
                <a:ext cx="23828" cy="23485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27" extrusionOk="0">
                    <a:moveTo>
                      <a:pt x="379" y="0"/>
                    </a:moveTo>
                    <a:cubicBezTo>
                      <a:pt x="306" y="0"/>
                      <a:pt x="238" y="21"/>
                      <a:pt x="181" y="64"/>
                    </a:cubicBezTo>
                    <a:cubicBezTo>
                      <a:pt x="1" y="200"/>
                      <a:pt x="5" y="513"/>
                      <a:pt x="191" y="762"/>
                    </a:cubicBezTo>
                    <a:cubicBezTo>
                      <a:pt x="321" y="932"/>
                      <a:pt x="501" y="1027"/>
                      <a:pt x="659" y="1027"/>
                    </a:cubicBezTo>
                    <a:cubicBezTo>
                      <a:pt x="733" y="1027"/>
                      <a:pt x="803" y="1006"/>
                      <a:pt x="860" y="962"/>
                    </a:cubicBezTo>
                    <a:cubicBezTo>
                      <a:pt x="1041" y="826"/>
                      <a:pt x="1036" y="518"/>
                      <a:pt x="846" y="269"/>
                    </a:cubicBezTo>
                    <a:cubicBezTo>
                      <a:pt x="718" y="98"/>
                      <a:pt x="538" y="0"/>
                      <a:pt x="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21"/>
              <p:cNvSpPr/>
              <p:nvPr/>
            </p:nvSpPr>
            <p:spPr>
              <a:xfrm>
                <a:off x="4950281" y="1384868"/>
                <a:ext cx="27510" cy="20969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917" extrusionOk="0">
                    <a:moveTo>
                      <a:pt x="457" y="1"/>
                    </a:moveTo>
                    <a:cubicBezTo>
                      <a:pt x="312" y="1"/>
                      <a:pt x="186" y="57"/>
                      <a:pt x="118" y="166"/>
                    </a:cubicBezTo>
                    <a:cubicBezTo>
                      <a:pt x="1" y="361"/>
                      <a:pt x="123" y="649"/>
                      <a:pt x="386" y="810"/>
                    </a:cubicBezTo>
                    <a:cubicBezTo>
                      <a:pt x="503" y="882"/>
                      <a:pt x="629" y="917"/>
                      <a:pt x="744" y="917"/>
                    </a:cubicBezTo>
                    <a:cubicBezTo>
                      <a:pt x="889" y="917"/>
                      <a:pt x="1015" y="861"/>
                      <a:pt x="1080" y="752"/>
                    </a:cubicBezTo>
                    <a:cubicBezTo>
                      <a:pt x="1202" y="561"/>
                      <a:pt x="1080" y="273"/>
                      <a:pt x="816" y="107"/>
                    </a:cubicBezTo>
                    <a:cubicBezTo>
                      <a:pt x="698" y="36"/>
                      <a:pt x="571" y="1"/>
                      <a:pt x="4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1" name="Google Shape;561;p21"/>
            <p:cNvSpPr/>
            <p:nvPr/>
          </p:nvSpPr>
          <p:spPr>
            <a:xfrm>
              <a:off x="8476650" y="253150"/>
              <a:ext cx="1444534" cy="572699"/>
            </a:xfrm>
            <a:custGeom>
              <a:avLst/>
              <a:gdLst/>
              <a:ahLst/>
              <a:cxnLst/>
              <a:rect l="l" t="t" r="r" b="b"/>
              <a:pathLst>
                <a:path w="9489" h="3762" extrusionOk="0">
                  <a:moveTo>
                    <a:pt x="2781" y="1"/>
                  </a:moveTo>
                  <a:cubicBezTo>
                    <a:pt x="2659" y="1"/>
                    <a:pt x="2537" y="9"/>
                    <a:pt x="2414" y="27"/>
                  </a:cubicBezTo>
                  <a:cubicBezTo>
                    <a:pt x="1808" y="115"/>
                    <a:pt x="968" y="496"/>
                    <a:pt x="694" y="1072"/>
                  </a:cubicBezTo>
                  <a:cubicBezTo>
                    <a:pt x="519" y="1439"/>
                    <a:pt x="514" y="2684"/>
                    <a:pt x="1105" y="2772"/>
                  </a:cubicBezTo>
                  <a:cubicBezTo>
                    <a:pt x="981" y="2754"/>
                    <a:pt x="851" y="2736"/>
                    <a:pt x="724" y="2736"/>
                  </a:cubicBezTo>
                  <a:cubicBezTo>
                    <a:pt x="611" y="2736"/>
                    <a:pt x="500" y="2751"/>
                    <a:pt x="396" y="2792"/>
                  </a:cubicBezTo>
                  <a:cubicBezTo>
                    <a:pt x="177" y="2885"/>
                    <a:pt x="1" y="3144"/>
                    <a:pt x="93" y="3364"/>
                  </a:cubicBezTo>
                  <a:cubicBezTo>
                    <a:pt x="191" y="3593"/>
                    <a:pt x="484" y="3642"/>
                    <a:pt x="733" y="3662"/>
                  </a:cubicBezTo>
                  <a:cubicBezTo>
                    <a:pt x="1717" y="3728"/>
                    <a:pt x="2702" y="3761"/>
                    <a:pt x="3687" y="3761"/>
                  </a:cubicBezTo>
                  <a:cubicBezTo>
                    <a:pt x="5384" y="3761"/>
                    <a:pt x="7081" y="3662"/>
                    <a:pt x="8765" y="3461"/>
                  </a:cubicBezTo>
                  <a:cubicBezTo>
                    <a:pt x="8980" y="3437"/>
                    <a:pt x="9229" y="3388"/>
                    <a:pt x="9322" y="3193"/>
                  </a:cubicBezTo>
                  <a:cubicBezTo>
                    <a:pt x="9488" y="2860"/>
                    <a:pt x="9049" y="2553"/>
                    <a:pt x="8682" y="2465"/>
                  </a:cubicBezTo>
                  <a:cubicBezTo>
                    <a:pt x="8213" y="2352"/>
                    <a:pt x="7732" y="2296"/>
                    <a:pt x="7250" y="2296"/>
                  </a:cubicBezTo>
                  <a:cubicBezTo>
                    <a:pt x="6643" y="2296"/>
                    <a:pt x="6036" y="2385"/>
                    <a:pt x="5453" y="2562"/>
                  </a:cubicBezTo>
                  <a:cubicBezTo>
                    <a:pt x="5453" y="1124"/>
                    <a:pt x="4176" y="1"/>
                    <a:pt x="2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2" name="Google Shape;562;p21"/>
            <p:cNvGrpSpPr/>
            <p:nvPr/>
          </p:nvGrpSpPr>
          <p:grpSpPr>
            <a:xfrm>
              <a:off x="-1349000" y="4603993"/>
              <a:ext cx="4713113" cy="781233"/>
              <a:chOff x="-1349000" y="4603993"/>
              <a:chExt cx="4713113" cy="781233"/>
            </a:xfrm>
          </p:grpSpPr>
          <p:sp>
            <p:nvSpPr>
              <p:cNvPr id="563" name="Google Shape;563;p21"/>
              <p:cNvSpPr/>
              <p:nvPr/>
            </p:nvSpPr>
            <p:spPr>
              <a:xfrm>
                <a:off x="-1349000" y="4923525"/>
                <a:ext cx="4713113" cy="461701"/>
              </a:xfrm>
              <a:custGeom>
                <a:avLst/>
                <a:gdLst/>
                <a:ahLst/>
                <a:cxnLst/>
                <a:rect l="l" t="t" r="r" b="b"/>
                <a:pathLst>
                  <a:path w="34034" h="3334" extrusionOk="0">
                    <a:moveTo>
                      <a:pt x="15590" y="1"/>
                    </a:moveTo>
                    <a:cubicBezTo>
                      <a:pt x="15258" y="1"/>
                      <a:pt x="14921" y="1"/>
                      <a:pt x="14594" y="6"/>
                    </a:cubicBezTo>
                    <a:cubicBezTo>
                      <a:pt x="11511" y="30"/>
                      <a:pt x="8643" y="172"/>
                      <a:pt x="6215" y="401"/>
                    </a:cubicBezTo>
                    <a:cubicBezTo>
                      <a:pt x="4769" y="533"/>
                      <a:pt x="3474" y="704"/>
                      <a:pt x="2380" y="895"/>
                    </a:cubicBezTo>
                    <a:cubicBezTo>
                      <a:pt x="0" y="1310"/>
                      <a:pt x="4827" y="3157"/>
                      <a:pt x="12141" y="3333"/>
                    </a:cubicBezTo>
                    <a:cubicBezTo>
                      <a:pt x="12169" y="3333"/>
                      <a:pt x="12203" y="3334"/>
                      <a:pt x="12243" y="3334"/>
                    </a:cubicBezTo>
                    <a:cubicBezTo>
                      <a:pt x="14438" y="3334"/>
                      <a:pt x="34034" y="2289"/>
                      <a:pt x="26842" y="1066"/>
                    </a:cubicBezTo>
                    <a:cubicBezTo>
                      <a:pt x="23090" y="431"/>
                      <a:pt x="18326" y="1"/>
                      <a:pt x="1559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1"/>
              <p:cNvSpPr/>
              <p:nvPr/>
            </p:nvSpPr>
            <p:spPr>
              <a:xfrm>
                <a:off x="220058" y="4603993"/>
                <a:ext cx="249762" cy="395346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3226" extrusionOk="0">
                    <a:moveTo>
                      <a:pt x="1993" y="1311"/>
                    </a:moveTo>
                    <a:lnTo>
                      <a:pt x="1993" y="1311"/>
                    </a:lnTo>
                    <a:cubicBezTo>
                      <a:pt x="1679" y="1797"/>
                      <a:pt x="1354" y="2302"/>
                      <a:pt x="1206" y="2858"/>
                    </a:cubicBezTo>
                    <a:lnTo>
                      <a:pt x="1206" y="2858"/>
                    </a:lnTo>
                    <a:lnTo>
                      <a:pt x="2037" y="2684"/>
                    </a:lnTo>
                    <a:cubicBezTo>
                      <a:pt x="1989" y="2229"/>
                      <a:pt x="1974" y="1770"/>
                      <a:pt x="1993" y="1311"/>
                    </a:cubicBezTo>
                    <a:close/>
                    <a:moveTo>
                      <a:pt x="1263" y="1"/>
                    </a:moveTo>
                    <a:cubicBezTo>
                      <a:pt x="1208" y="1"/>
                      <a:pt x="1165" y="74"/>
                      <a:pt x="1148" y="133"/>
                    </a:cubicBezTo>
                    <a:cubicBezTo>
                      <a:pt x="1007" y="544"/>
                      <a:pt x="875" y="959"/>
                      <a:pt x="753" y="1374"/>
                    </a:cubicBezTo>
                    <a:cubicBezTo>
                      <a:pt x="645" y="1741"/>
                      <a:pt x="542" y="2141"/>
                      <a:pt x="660" y="2503"/>
                    </a:cubicBezTo>
                    <a:cubicBezTo>
                      <a:pt x="709" y="2645"/>
                      <a:pt x="787" y="2806"/>
                      <a:pt x="704" y="2928"/>
                    </a:cubicBezTo>
                    <a:cubicBezTo>
                      <a:pt x="591" y="2537"/>
                      <a:pt x="479" y="2146"/>
                      <a:pt x="367" y="1755"/>
                    </a:cubicBezTo>
                    <a:cubicBezTo>
                      <a:pt x="166" y="2220"/>
                      <a:pt x="39" y="2723"/>
                      <a:pt x="0" y="3226"/>
                    </a:cubicBezTo>
                    <a:cubicBezTo>
                      <a:pt x="5" y="3187"/>
                      <a:pt x="10" y="3148"/>
                      <a:pt x="15" y="3109"/>
                    </a:cubicBezTo>
                    <a:lnTo>
                      <a:pt x="1122" y="2876"/>
                    </a:lnTo>
                    <a:lnTo>
                      <a:pt x="1122" y="2876"/>
                    </a:lnTo>
                    <a:cubicBezTo>
                      <a:pt x="1130" y="2964"/>
                      <a:pt x="1138" y="3051"/>
                      <a:pt x="1148" y="3138"/>
                    </a:cubicBezTo>
                    <a:cubicBezTo>
                      <a:pt x="1162" y="3043"/>
                      <a:pt x="1182" y="2950"/>
                      <a:pt x="1206" y="2858"/>
                    </a:cubicBezTo>
                    <a:lnTo>
                      <a:pt x="1206" y="2858"/>
                    </a:lnTo>
                    <a:lnTo>
                      <a:pt x="1122" y="2876"/>
                    </a:lnTo>
                    <a:lnTo>
                      <a:pt x="1122" y="2876"/>
                    </a:lnTo>
                    <a:cubicBezTo>
                      <a:pt x="1040" y="1919"/>
                      <a:pt x="1097" y="946"/>
                      <a:pt x="1290" y="6"/>
                    </a:cubicBezTo>
                    <a:cubicBezTo>
                      <a:pt x="1281" y="2"/>
                      <a:pt x="1272" y="1"/>
                      <a:pt x="12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5" name="Google Shape;565;p21"/>
            <p:cNvGrpSpPr/>
            <p:nvPr/>
          </p:nvGrpSpPr>
          <p:grpSpPr>
            <a:xfrm>
              <a:off x="-138714" y="3328916"/>
              <a:ext cx="608529" cy="626128"/>
              <a:chOff x="4998570" y="1325956"/>
              <a:chExt cx="97850" cy="100675"/>
            </a:xfrm>
          </p:grpSpPr>
          <p:sp>
            <p:nvSpPr>
              <p:cNvPr id="566" name="Google Shape;566;p21"/>
              <p:cNvSpPr/>
              <p:nvPr/>
            </p:nvSpPr>
            <p:spPr>
              <a:xfrm>
                <a:off x="5029345" y="1361731"/>
                <a:ext cx="66600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2596" extrusionOk="0">
                    <a:moveTo>
                      <a:pt x="1014" y="1"/>
                    </a:moveTo>
                    <a:cubicBezTo>
                      <a:pt x="901" y="1"/>
                      <a:pt x="790" y="23"/>
                      <a:pt x="690" y="73"/>
                    </a:cubicBezTo>
                    <a:cubicBezTo>
                      <a:pt x="338" y="244"/>
                      <a:pt x="216" y="679"/>
                      <a:pt x="137" y="1065"/>
                    </a:cubicBezTo>
                    <a:cubicBezTo>
                      <a:pt x="69" y="1387"/>
                      <a:pt x="1" y="1719"/>
                      <a:pt x="74" y="2037"/>
                    </a:cubicBezTo>
                    <a:cubicBezTo>
                      <a:pt x="135" y="2318"/>
                      <a:pt x="363" y="2595"/>
                      <a:pt x="649" y="2595"/>
                    </a:cubicBezTo>
                    <a:cubicBezTo>
                      <a:pt x="661" y="2595"/>
                      <a:pt x="673" y="2595"/>
                      <a:pt x="685" y="2594"/>
                    </a:cubicBezTo>
                    <a:cubicBezTo>
                      <a:pt x="1002" y="2565"/>
                      <a:pt x="1183" y="2223"/>
                      <a:pt x="1457" y="2056"/>
                    </a:cubicBezTo>
                    <a:cubicBezTo>
                      <a:pt x="1706" y="1905"/>
                      <a:pt x="2028" y="1905"/>
                      <a:pt x="2277" y="1749"/>
                    </a:cubicBezTo>
                    <a:cubicBezTo>
                      <a:pt x="2531" y="1578"/>
                      <a:pt x="2663" y="1236"/>
                      <a:pt x="2580" y="943"/>
                    </a:cubicBezTo>
                    <a:cubicBezTo>
                      <a:pt x="2497" y="654"/>
                      <a:pt x="2282" y="542"/>
                      <a:pt x="2033" y="425"/>
                    </a:cubicBezTo>
                    <a:cubicBezTo>
                      <a:pt x="1794" y="312"/>
                      <a:pt x="1593" y="136"/>
                      <a:pt x="1330" y="53"/>
                    </a:cubicBezTo>
                    <a:cubicBezTo>
                      <a:pt x="1228" y="20"/>
                      <a:pt x="1120" y="1"/>
                      <a:pt x="10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21"/>
              <p:cNvSpPr/>
              <p:nvPr/>
            </p:nvSpPr>
            <p:spPr>
              <a:xfrm>
                <a:off x="5038620" y="1325956"/>
                <a:ext cx="23600" cy="2790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116" extrusionOk="0">
                    <a:moveTo>
                      <a:pt x="414" y="0"/>
                    </a:moveTo>
                    <a:cubicBezTo>
                      <a:pt x="390" y="0"/>
                      <a:pt x="367" y="3"/>
                      <a:pt x="343" y="9"/>
                    </a:cubicBezTo>
                    <a:cubicBezTo>
                      <a:pt x="123" y="63"/>
                      <a:pt x="1" y="351"/>
                      <a:pt x="74" y="654"/>
                    </a:cubicBezTo>
                    <a:cubicBezTo>
                      <a:pt x="136" y="926"/>
                      <a:pt x="335" y="1116"/>
                      <a:pt x="535" y="1116"/>
                    </a:cubicBezTo>
                    <a:cubicBezTo>
                      <a:pt x="557" y="1116"/>
                      <a:pt x="580" y="1113"/>
                      <a:pt x="602" y="1108"/>
                    </a:cubicBezTo>
                    <a:cubicBezTo>
                      <a:pt x="822" y="1054"/>
                      <a:pt x="944" y="766"/>
                      <a:pt x="871" y="463"/>
                    </a:cubicBezTo>
                    <a:cubicBezTo>
                      <a:pt x="810" y="193"/>
                      <a:pt x="612" y="0"/>
                      <a:pt x="4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1"/>
              <p:cNvSpPr/>
              <p:nvPr/>
            </p:nvSpPr>
            <p:spPr>
              <a:xfrm>
                <a:off x="5073695" y="1337431"/>
                <a:ext cx="22725" cy="28050"/>
              </a:xfrm>
              <a:custGeom>
                <a:avLst/>
                <a:gdLst/>
                <a:ahLst/>
                <a:cxnLst/>
                <a:rect l="l" t="t" r="r" b="b"/>
                <a:pathLst>
                  <a:path w="909" h="1122" extrusionOk="0">
                    <a:moveTo>
                      <a:pt x="492" y="1"/>
                    </a:moveTo>
                    <a:cubicBezTo>
                      <a:pt x="284" y="1"/>
                      <a:pt x="90" y="216"/>
                      <a:pt x="49" y="503"/>
                    </a:cubicBezTo>
                    <a:cubicBezTo>
                      <a:pt x="0" y="810"/>
                      <a:pt x="147" y="1084"/>
                      <a:pt x="371" y="1118"/>
                    </a:cubicBezTo>
                    <a:cubicBezTo>
                      <a:pt x="387" y="1121"/>
                      <a:pt x="402" y="1122"/>
                      <a:pt x="418" y="1122"/>
                    </a:cubicBezTo>
                    <a:cubicBezTo>
                      <a:pt x="626" y="1122"/>
                      <a:pt x="819" y="911"/>
                      <a:pt x="860" y="625"/>
                    </a:cubicBezTo>
                    <a:cubicBezTo>
                      <a:pt x="909" y="317"/>
                      <a:pt x="762" y="39"/>
                      <a:pt x="538" y="4"/>
                    </a:cubicBezTo>
                    <a:cubicBezTo>
                      <a:pt x="522" y="2"/>
                      <a:pt x="507" y="1"/>
                      <a:pt x="4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21"/>
              <p:cNvSpPr/>
              <p:nvPr/>
            </p:nvSpPr>
            <p:spPr>
              <a:xfrm>
                <a:off x="5009195" y="1339981"/>
                <a:ext cx="2605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27" extrusionOk="0">
                    <a:moveTo>
                      <a:pt x="379" y="0"/>
                    </a:moveTo>
                    <a:cubicBezTo>
                      <a:pt x="306" y="0"/>
                      <a:pt x="238" y="21"/>
                      <a:pt x="181" y="64"/>
                    </a:cubicBezTo>
                    <a:cubicBezTo>
                      <a:pt x="1" y="200"/>
                      <a:pt x="5" y="513"/>
                      <a:pt x="191" y="762"/>
                    </a:cubicBezTo>
                    <a:cubicBezTo>
                      <a:pt x="321" y="932"/>
                      <a:pt x="501" y="1027"/>
                      <a:pt x="659" y="1027"/>
                    </a:cubicBezTo>
                    <a:cubicBezTo>
                      <a:pt x="733" y="1027"/>
                      <a:pt x="803" y="1006"/>
                      <a:pt x="860" y="962"/>
                    </a:cubicBezTo>
                    <a:cubicBezTo>
                      <a:pt x="1041" y="826"/>
                      <a:pt x="1036" y="518"/>
                      <a:pt x="846" y="269"/>
                    </a:cubicBezTo>
                    <a:cubicBezTo>
                      <a:pt x="718" y="98"/>
                      <a:pt x="538" y="0"/>
                      <a:pt x="3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21"/>
              <p:cNvSpPr/>
              <p:nvPr/>
            </p:nvSpPr>
            <p:spPr>
              <a:xfrm>
                <a:off x="4998570" y="1375781"/>
                <a:ext cx="30075" cy="22925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917" extrusionOk="0">
                    <a:moveTo>
                      <a:pt x="457" y="1"/>
                    </a:moveTo>
                    <a:cubicBezTo>
                      <a:pt x="312" y="1"/>
                      <a:pt x="186" y="57"/>
                      <a:pt x="118" y="166"/>
                    </a:cubicBezTo>
                    <a:cubicBezTo>
                      <a:pt x="1" y="361"/>
                      <a:pt x="123" y="649"/>
                      <a:pt x="386" y="810"/>
                    </a:cubicBezTo>
                    <a:cubicBezTo>
                      <a:pt x="503" y="882"/>
                      <a:pt x="629" y="917"/>
                      <a:pt x="744" y="917"/>
                    </a:cubicBezTo>
                    <a:cubicBezTo>
                      <a:pt x="889" y="917"/>
                      <a:pt x="1015" y="861"/>
                      <a:pt x="1080" y="752"/>
                    </a:cubicBezTo>
                    <a:cubicBezTo>
                      <a:pt x="1202" y="561"/>
                      <a:pt x="1080" y="273"/>
                      <a:pt x="816" y="107"/>
                    </a:cubicBezTo>
                    <a:cubicBezTo>
                      <a:pt x="698" y="36"/>
                      <a:pt x="571" y="1"/>
                      <a:pt x="4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" name="Google Shape;572;p22"/>
          <p:cNvGrpSpPr/>
          <p:nvPr/>
        </p:nvGrpSpPr>
        <p:grpSpPr>
          <a:xfrm>
            <a:off x="-1010695" y="3282365"/>
            <a:ext cx="3447838" cy="3016600"/>
            <a:chOff x="-1404583" y="3699457"/>
            <a:chExt cx="2828879" cy="2475058"/>
          </a:xfrm>
        </p:grpSpPr>
        <p:grpSp>
          <p:nvGrpSpPr>
            <p:cNvPr id="573" name="Google Shape;573;p22"/>
            <p:cNvGrpSpPr/>
            <p:nvPr/>
          </p:nvGrpSpPr>
          <p:grpSpPr>
            <a:xfrm>
              <a:off x="-1404583" y="3699457"/>
              <a:ext cx="2828879" cy="2475058"/>
              <a:chOff x="-1404583" y="3699457"/>
              <a:chExt cx="2828879" cy="2475058"/>
            </a:xfrm>
          </p:grpSpPr>
          <p:sp>
            <p:nvSpPr>
              <p:cNvPr id="574" name="Google Shape;574;p22"/>
              <p:cNvSpPr/>
              <p:nvPr/>
            </p:nvSpPr>
            <p:spPr>
              <a:xfrm flipH="1">
                <a:off x="-1404583" y="3699457"/>
                <a:ext cx="2828879" cy="2475058"/>
              </a:xfrm>
              <a:custGeom>
                <a:avLst/>
                <a:gdLst/>
                <a:ahLst/>
                <a:cxnLst/>
                <a:rect l="l" t="t" r="r" b="b"/>
                <a:pathLst>
                  <a:path w="28391" h="24840" extrusionOk="0">
                    <a:moveTo>
                      <a:pt x="13468" y="1"/>
                    </a:moveTo>
                    <a:cubicBezTo>
                      <a:pt x="11230" y="1"/>
                      <a:pt x="8654" y="1038"/>
                      <a:pt x="7598" y="3657"/>
                    </a:cubicBezTo>
                    <a:cubicBezTo>
                      <a:pt x="6972" y="5201"/>
                      <a:pt x="7788" y="6163"/>
                      <a:pt x="7065" y="7639"/>
                    </a:cubicBezTo>
                    <a:cubicBezTo>
                      <a:pt x="5321" y="11200"/>
                      <a:pt x="1" y="11664"/>
                      <a:pt x="953" y="20112"/>
                    </a:cubicBezTo>
                    <a:cubicBezTo>
                      <a:pt x="1357" y="23668"/>
                      <a:pt x="4932" y="24840"/>
                      <a:pt x="9122" y="24840"/>
                    </a:cubicBezTo>
                    <a:cubicBezTo>
                      <a:pt x="14066" y="24840"/>
                      <a:pt x="19864" y="23208"/>
                      <a:pt x="22313" y="21939"/>
                    </a:cubicBezTo>
                    <a:cubicBezTo>
                      <a:pt x="25420" y="20326"/>
                      <a:pt x="28391" y="6217"/>
                      <a:pt x="15923" y="486"/>
                    </a:cubicBezTo>
                    <a:cubicBezTo>
                      <a:pt x="15246" y="175"/>
                      <a:pt x="14385" y="1"/>
                      <a:pt x="134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75" name="Google Shape;575;p22"/>
              <p:cNvGrpSpPr/>
              <p:nvPr/>
            </p:nvGrpSpPr>
            <p:grpSpPr>
              <a:xfrm>
                <a:off x="-459323" y="3910099"/>
                <a:ext cx="1590987" cy="1387819"/>
                <a:chOff x="6923950" y="1180900"/>
                <a:chExt cx="294600" cy="256975"/>
              </a:xfrm>
            </p:grpSpPr>
            <p:sp>
              <p:nvSpPr>
                <p:cNvPr id="576" name="Google Shape;576;p22"/>
                <p:cNvSpPr/>
                <p:nvPr/>
              </p:nvSpPr>
              <p:spPr>
                <a:xfrm>
                  <a:off x="7054125" y="1250350"/>
                  <a:ext cx="650" cy="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" h="16" extrusionOk="0">
                      <a:moveTo>
                        <a:pt x="21" y="1"/>
                      </a:moveTo>
                      <a:cubicBezTo>
                        <a:pt x="11" y="6"/>
                        <a:pt x="6" y="6"/>
                        <a:pt x="1" y="15"/>
                      </a:cubicBezTo>
                      <a:cubicBezTo>
                        <a:pt x="6" y="11"/>
                        <a:pt x="16" y="6"/>
                        <a:pt x="25" y="1"/>
                      </a:cubicBezTo>
                      <a:close/>
                    </a:path>
                  </a:pathLst>
                </a:custGeom>
                <a:solidFill>
                  <a:srgbClr val="8153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577;p22"/>
                <p:cNvSpPr/>
                <p:nvPr/>
              </p:nvSpPr>
              <p:spPr>
                <a:xfrm>
                  <a:off x="7068675" y="1202125"/>
                  <a:ext cx="1600" cy="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59" extrusionOk="0">
                      <a:moveTo>
                        <a:pt x="21" y="0"/>
                      </a:moveTo>
                      <a:cubicBezTo>
                        <a:pt x="14" y="0"/>
                        <a:pt x="7" y="2"/>
                        <a:pt x="0" y="5"/>
                      </a:cubicBezTo>
                      <a:cubicBezTo>
                        <a:pt x="20" y="20"/>
                        <a:pt x="39" y="39"/>
                        <a:pt x="59" y="59"/>
                      </a:cubicBezTo>
                      <a:cubicBezTo>
                        <a:pt x="64" y="44"/>
                        <a:pt x="64" y="29"/>
                        <a:pt x="54" y="20"/>
                      </a:cubicBezTo>
                      <a:cubicBezTo>
                        <a:pt x="48" y="7"/>
                        <a:pt x="35" y="0"/>
                        <a:pt x="21" y="0"/>
                      </a:cubicBezTo>
                      <a:close/>
                    </a:path>
                  </a:pathLst>
                </a:custGeom>
                <a:solidFill>
                  <a:srgbClr val="8153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578;p22"/>
                <p:cNvSpPr/>
                <p:nvPr/>
              </p:nvSpPr>
              <p:spPr>
                <a:xfrm>
                  <a:off x="6946400" y="1366775"/>
                  <a:ext cx="193875" cy="1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" h="450" extrusionOk="0">
                      <a:moveTo>
                        <a:pt x="2637" y="212"/>
                      </a:moveTo>
                      <a:cubicBezTo>
                        <a:pt x="2450" y="212"/>
                        <a:pt x="2279" y="266"/>
                        <a:pt x="2151" y="366"/>
                      </a:cubicBezTo>
                      <a:cubicBezTo>
                        <a:pt x="2151" y="371"/>
                        <a:pt x="2146" y="371"/>
                        <a:pt x="2141" y="376"/>
                      </a:cubicBezTo>
                      <a:lnTo>
                        <a:pt x="2302" y="376"/>
                      </a:lnTo>
                      <a:cubicBezTo>
                        <a:pt x="2395" y="371"/>
                        <a:pt x="2493" y="371"/>
                        <a:pt x="2585" y="366"/>
                      </a:cubicBezTo>
                      <a:cubicBezTo>
                        <a:pt x="2717" y="366"/>
                        <a:pt x="2849" y="361"/>
                        <a:pt x="2986" y="356"/>
                      </a:cubicBezTo>
                      <a:lnTo>
                        <a:pt x="3064" y="356"/>
                      </a:lnTo>
                      <a:cubicBezTo>
                        <a:pt x="3157" y="356"/>
                        <a:pt x="3255" y="351"/>
                        <a:pt x="3348" y="351"/>
                      </a:cubicBezTo>
                      <a:cubicBezTo>
                        <a:pt x="3245" y="312"/>
                        <a:pt x="3128" y="278"/>
                        <a:pt x="2996" y="259"/>
                      </a:cubicBezTo>
                      <a:cubicBezTo>
                        <a:pt x="2922" y="239"/>
                        <a:pt x="2849" y="229"/>
                        <a:pt x="2761" y="220"/>
                      </a:cubicBezTo>
                      <a:cubicBezTo>
                        <a:pt x="2719" y="214"/>
                        <a:pt x="2678" y="212"/>
                        <a:pt x="2637" y="212"/>
                      </a:cubicBezTo>
                      <a:close/>
                      <a:moveTo>
                        <a:pt x="2035" y="379"/>
                      </a:moveTo>
                      <a:cubicBezTo>
                        <a:pt x="2034" y="379"/>
                        <a:pt x="2033" y="379"/>
                        <a:pt x="2033" y="381"/>
                      </a:cubicBezTo>
                      <a:lnTo>
                        <a:pt x="2038" y="381"/>
                      </a:lnTo>
                      <a:cubicBezTo>
                        <a:pt x="2038" y="381"/>
                        <a:pt x="2036" y="379"/>
                        <a:pt x="2035" y="379"/>
                      </a:cubicBezTo>
                      <a:close/>
                      <a:moveTo>
                        <a:pt x="80" y="63"/>
                      </a:moveTo>
                      <a:cubicBezTo>
                        <a:pt x="73" y="63"/>
                        <a:pt x="66" y="63"/>
                        <a:pt x="60" y="63"/>
                      </a:cubicBezTo>
                      <a:cubicBezTo>
                        <a:pt x="40" y="63"/>
                        <a:pt x="20" y="68"/>
                        <a:pt x="1" y="73"/>
                      </a:cubicBezTo>
                      <a:cubicBezTo>
                        <a:pt x="16" y="97"/>
                        <a:pt x="35" y="127"/>
                        <a:pt x="60" y="146"/>
                      </a:cubicBezTo>
                      <a:cubicBezTo>
                        <a:pt x="60" y="151"/>
                        <a:pt x="60" y="151"/>
                        <a:pt x="64" y="156"/>
                      </a:cubicBezTo>
                      <a:cubicBezTo>
                        <a:pt x="128" y="220"/>
                        <a:pt x="211" y="259"/>
                        <a:pt x="294" y="259"/>
                      </a:cubicBezTo>
                      <a:lnTo>
                        <a:pt x="304" y="259"/>
                      </a:lnTo>
                      <a:cubicBezTo>
                        <a:pt x="309" y="259"/>
                        <a:pt x="314" y="259"/>
                        <a:pt x="314" y="254"/>
                      </a:cubicBezTo>
                      <a:lnTo>
                        <a:pt x="323" y="254"/>
                      </a:lnTo>
                      <a:cubicBezTo>
                        <a:pt x="323" y="249"/>
                        <a:pt x="328" y="249"/>
                        <a:pt x="328" y="244"/>
                      </a:cubicBezTo>
                      <a:lnTo>
                        <a:pt x="333" y="244"/>
                      </a:lnTo>
                      <a:cubicBezTo>
                        <a:pt x="333" y="244"/>
                        <a:pt x="333" y="239"/>
                        <a:pt x="338" y="239"/>
                      </a:cubicBezTo>
                      <a:cubicBezTo>
                        <a:pt x="353" y="278"/>
                        <a:pt x="372" y="312"/>
                        <a:pt x="392" y="351"/>
                      </a:cubicBezTo>
                      <a:cubicBezTo>
                        <a:pt x="406" y="371"/>
                        <a:pt x="416" y="386"/>
                        <a:pt x="431" y="405"/>
                      </a:cubicBezTo>
                      <a:cubicBezTo>
                        <a:pt x="441" y="415"/>
                        <a:pt x="450" y="420"/>
                        <a:pt x="465" y="420"/>
                      </a:cubicBezTo>
                      <a:cubicBezTo>
                        <a:pt x="709" y="410"/>
                        <a:pt x="959" y="405"/>
                        <a:pt x="1208" y="400"/>
                      </a:cubicBezTo>
                      <a:cubicBezTo>
                        <a:pt x="1330" y="395"/>
                        <a:pt x="1447" y="395"/>
                        <a:pt x="1569" y="391"/>
                      </a:cubicBezTo>
                      <a:cubicBezTo>
                        <a:pt x="1672" y="391"/>
                        <a:pt x="1770" y="386"/>
                        <a:pt x="1872" y="386"/>
                      </a:cubicBezTo>
                      <a:cubicBezTo>
                        <a:pt x="1921" y="381"/>
                        <a:pt x="1970" y="381"/>
                        <a:pt x="2024" y="381"/>
                      </a:cubicBezTo>
                      <a:lnTo>
                        <a:pt x="2033" y="381"/>
                      </a:lnTo>
                      <a:cubicBezTo>
                        <a:pt x="1757" y="205"/>
                        <a:pt x="1421" y="114"/>
                        <a:pt x="1088" y="114"/>
                      </a:cubicBezTo>
                      <a:cubicBezTo>
                        <a:pt x="856" y="114"/>
                        <a:pt x="625" y="159"/>
                        <a:pt x="416" y="249"/>
                      </a:cubicBezTo>
                      <a:cubicBezTo>
                        <a:pt x="397" y="215"/>
                        <a:pt x="367" y="180"/>
                        <a:pt x="338" y="156"/>
                      </a:cubicBezTo>
                      <a:cubicBezTo>
                        <a:pt x="333" y="151"/>
                        <a:pt x="323" y="146"/>
                        <a:pt x="319" y="141"/>
                      </a:cubicBezTo>
                      <a:cubicBezTo>
                        <a:pt x="251" y="92"/>
                        <a:pt x="166" y="63"/>
                        <a:pt x="80" y="63"/>
                      </a:cubicBezTo>
                      <a:close/>
                      <a:moveTo>
                        <a:pt x="7118" y="0"/>
                      </a:moveTo>
                      <a:cubicBezTo>
                        <a:pt x="6872" y="0"/>
                        <a:pt x="6622" y="46"/>
                        <a:pt x="6401" y="132"/>
                      </a:cubicBezTo>
                      <a:cubicBezTo>
                        <a:pt x="6259" y="190"/>
                        <a:pt x="6127" y="264"/>
                        <a:pt x="6020" y="351"/>
                      </a:cubicBezTo>
                      <a:lnTo>
                        <a:pt x="6010" y="361"/>
                      </a:lnTo>
                      <a:cubicBezTo>
                        <a:pt x="5966" y="395"/>
                        <a:pt x="5927" y="430"/>
                        <a:pt x="5878" y="435"/>
                      </a:cubicBezTo>
                      <a:cubicBezTo>
                        <a:pt x="5875" y="435"/>
                        <a:pt x="5872" y="435"/>
                        <a:pt x="5869" y="435"/>
                      </a:cubicBezTo>
                      <a:cubicBezTo>
                        <a:pt x="5822" y="435"/>
                        <a:pt x="5772" y="403"/>
                        <a:pt x="5727" y="371"/>
                      </a:cubicBezTo>
                      <a:lnTo>
                        <a:pt x="5702" y="356"/>
                      </a:lnTo>
                      <a:cubicBezTo>
                        <a:pt x="5548" y="253"/>
                        <a:pt x="5364" y="199"/>
                        <a:pt x="5179" y="199"/>
                      </a:cubicBezTo>
                      <a:cubicBezTo>
                        <a:pt x="5077" y="199"/>
                        <a:pt x="4974" y="216"/>
                        <a:pt x="4877" y="249"/>
                      </a:cubicBezTo>
                      <a:cubicBezTo>
                        <a:pt x="4862" y="239"/>
                        <a:pt x="4843" y="229"/>
                        <a:pt x="4823" y="220"/>
                      </a:cubicBezTo>
                      <a:cubicBezTo>
                        <a:pt x="4666" y="137"/>
                        <a:pt x="4486" y="95"/>
                        <a:pt x="4301" y="95"/>
                      </a:cubicBezTo>
                      <a:cubicBezTo>
                        <a:pt x="4244" y="95"/>
                        <a:pt x="4187" y="99"/>
                        <a:pt x="4129" y="107"/>
                      </a:cubicBezTo>
                      <a:cubicBezTo>
                        <a:pt x="3914" y="137"/>
                        <a:pt x="3699" y="215"/>
                        <a:pt x="3519" y="347"/>
                      </a:cubicBezTo>
                      <a:cubicBezTo>
                        <a:pt x="3572" y="347"/>
                        <a:pt x="3621" y="342"/>
                        <a:pt x="3670" y="342"/>
                      </a:cubicBezTo>
                      <a:lnTo>
                        <a:pt x="3763" y="342"/>
                      </a:lnTo>
                      <a:cubicBezTo>
                        <a:pt x="3885" y="337"/>
                        <a:pt x="4002" y="332"/>
                        <a:pt x="4124" y="332"/>
                      </a:cubicBezTo>
                      <a:cubicBezTo>
                        <a:pt x="4159" y="381"/>
                        <a:pt x="4212" y="410"/>
                        <a:pt x="4271" y="410"/>
                      </a:cubicBezTo>
                      <a:cubicBezTo>
                        <a:pt x="4325" y="415"/>
                        <a:pt x="4383" y="420"/>
                        <a:pt x="4437" y="420"/>
                      </a:cubicBezTo>
                      <a:cubicBezTo>
                        <a:pt x="4813" y="439"/>
                        <a:pt x="5175" y="449"/>
                        <a:pt x="5517" y="449"/>
                      </a:cubicBezTo>
                      <a:lnTo>
                        <a:pt x="5688" y="449"/>
                      </a:lnTo>
                      <a:cubicBezTo>
                        <a:pt x="5722" y="449"/>
                        <a:pt x="5751" y="444"/>
                        <a:pt x="5785" y="444"/>
                      </a:cubicBezTo>
                      <a:cubicBezTo>
                        <a:pt x="5873" y="444"/>
                        <a:pt x="5961" y="444"/>
                        <a:pt x="6049" y="439"/>
                      </a:cubicBezTo>
                      <a:cubicBezTo>
                        <a:pt x="6098" y="439"/>
                        <a:pt x="6147" y="435"/>
                        <a:pt x="6196" y="435"/>
                      </a:cubicBezTo>
                      <a:cubicBezTo>
                        <a:pt x="6274" y="435"/>
                        <a:pt x="6352" y="430"/>
                        <a:pt x="6430" y="425"/>
                      </a:cubicBezTo>
                      <a:lnTo>
                        <a:pt x="6465" y="425"/>
                      </a:lnTo>
                      <a:cubicBezTo>
                        <a:pt x="6548" y="420"/>
                        <a:pt x="6635" y="410"/>
                        <a:pt x="6719" y="405"/>
                      </a:cubicBezTo>
                      <a:cubicBezTo>
                        <a:pt x="6753" y="405"/>
                        <a:pt x="6787" y="400"/>
                        <a:pt x="6821" y="395"/>
                      </a:cubicBezTo>
                      <a:cubicBezTo>
                        <a:pt x="6855" y="395"/>
                        <a:pt x="6890" y="391"/>
                        <a:pt x="6924" y="391"/>
                      </a:cubicBezTo>
                      <a:cubicBezTo>
                        <a:pt x="6982" y="386"/>
                        <a:pt x="7041" y="381"/>
                        <a:pt x="7095" y="376"/>
                      </a:cubicBezTo>
                      <a:cubicBezTo>
                        <a:pt x="7222" y="361"/>
                        <a:pt x="7344" y="347"/>
                        <a:pt x="7461" y="332"/>
                      </a:cubicBezTo>
                      <a:cubicBezTo>
                        <a:pt x="7464" y="332"/>
                        <a:pt x="7467" y="332"/>
                        <a:pt x="7469" y="331"/>
                      </a:cubicBezTo>
                      <a:lnTo>
                        <a:pt x="7469" y="331"/>
                      </a:lnTo>
                      <a:cubicBezTo>
                        <a:pt x="7432" y="354"/>
                        <a:pt x="7391" y="378"/>
                        <a:pt x="7354" y="405"/>
                      </a:cubicBezTo>
                      <a:cubicBezTo>
                        <a:pt x="7354" y="405"/>
                        <a:pt x="7355" y="406"/>
                        <a:pt x="7355" y="406"/>
                      </a:cubicBezTo>
                      <a:cubicBezTo>
                        <a:pt x="7388" y="406"/>
                        <a:pt x="7740" y="180"/>
                        <a:pt x="7749" y="161"/>
                      </a:cubicBezTo>
                      <a:cubicBezTo>
                        <a:pt x="7754" y="137"/>
                        <a:pt x="7745" y="112"/>
                        <a:pt x="7725" y="107"/>
                      </a:cubicBezTo>
                      <a:cubicBezTo>
                        <a:pt x="7666" y="83"/>
                        <a:pt x="7603" y="63"/>
                        <a:pt x="7539" y="49"/>
                      </a:cubicBezTo>
                      <a:cubicBezTo>
                        <a:pt x="7405" y="16"/>
                        <a:pt x="7262" y="0"/>
                        <a:pt x="7118" y="0"/>
                      </a:cubicBezTo>
                      <a:close/>
                    </a:path>
                  </a:pathLst>
                </a:custGeom>
                <a:solidFill>
                  <a:srgbClr val="A3A2A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579;p22"/>
                <p:cNvSpPr/>
                <p:nvPr/>
              </p:nvSpPr>
              <p:spPr>
                <a:xfrm>
                  <a:off x="6944950" y="1180900"/>
                  <a:ext cx="241850" cy="25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74" h="10279" extrusionOk="0">
                      <a:moveTo>
                        <a:pt x="3473" y="1945"/>
                      </a:moveTo>
                      <a:cubicBezTo>
                        <a:pt x="3504" y="1945"/>
                        <a:pt x="3535" y="1946"/>
                        <a:pt x="3567" y="1948"/>
                      </a:cubicBezTo>
                      <a:cubicBezTo>
                        <a:pt x="3596" y="1948"/>
                        <a:pt x="3625" y="1948"/>
                        <a:pt x="3650" y="1953"/>
                      </a:cubicBezTo>
                      <a:cubicBezTo>
                        <a:pt x="3674" y="1958"/>
                        <a:pt x="3699" y="1958"/>
                        <a:pt x="3723" y="1963"/>
                      </a:cubicBezTo>
                      <a:cubicBezTo>
                        <a:pt x="3733" y="1963"/>
                        <a:pt x="3738" y="1963"/>
                        <a:pt x="3748" y="1968"/>
                      </a:cubicBezTo>
                      <a:cubicBezTo>
                        <a:pt x="3772" y="1973"/>
                        <a:pt x="3796" y="1973"/>
                        <a:pt x="3816" y="1982"/>
                      </a:cubicBezTo>
                      <a:cubicBezTo>
                        <a:pt x="3928" y="2007"/>
                        <a:pt x="4036" y="2041"/>
                        <a:pt x="4133" y="2090"/>
                      </a:cubicBezTo>
                      <a:cubicBezTo>
                        <a:pt x="4158" y="2100"/>
                        <a:pt x="4168" y="2124"/>
                        <a:pt x="4158" y="2144"/>
                      </a:cubicBezTo>
                      <a:cubicBezTo>
                        <a:pt x="4148" y="2158"/>
                        <a:pt x="4133" y="2168"/>
                        <a:pt x="4119" y="2168"/>
                      </a:cubicBezTo>
                      <a:cubicBezTo>
                        <a:pt x="4109" y="2168"/>
                        <a:pt x="4104" y="2168"/>
                        <a:pt x="4099" y="2163"/>
                      </a:cubicBezTo>
                      <a:cubicBezTo>
                        <a:pt x="4075" y="2153"/>
                        <a:pt x="4055" y="2144"/>
                        <a:pt x="4031" y="2134"/>
                      </a:cubicBezTo>
                      <a:cubicBezTo>
                        <a:pt x="3992" y="2119"/>
                        <a:pt x="3948" y="2105"/>
                        <a:pt x="3909" y="2090"/>
                      </a:cubicBezTo>
                      <a:cubicBezTo>
                        <a:pt x="3894" y="2090"/>
                        <a:pt x="3884" y="2085"/>
                        <a:pt x="3870" y="2080"/>
                      </a:cubicBezTo>
                      <a:cubicBezTo>
                        <a:pt x="3845" y="2075"/>
                        <a:pt x="3821" y="2070"/>
                        <a:pt x="3801" y="2066"/>
                      </a:cubicBezTo>
                      <a:cubicBezTo>
                        <a:pt x="3777" y="2061"/>
                        <a:pt x="3752" y="2056"/>
                        <a:pt x="3733" y="2051"/>
                      </a:cubicBezTo>
                      <a:cubicBezTo>
                        <a:pt x="3718" y="2046"/>
                        <a:pt x="3699" y="2046"/>
                        <a:pt x="3684" y="2041"/>
                      </a:cubicBezTo>
                      <a:cubicBezTo>
                        <a:pt x="3669" y="2041"/>
                        <a:pt x="3650" y="2036"/>
                        <a:pt x="3630" y="2036"/>
                      </a:cubicBezTo>
                      <a:cubicBezTo>
                        <a:pt x="3583" y="2032"/>
                        <a:pt x="3536" y="2030"/>
                        <a:pt x="3488" y="2030"/>
                      </a:cubicBezTo>
                      <a:cubicBezTo>
                        <a:pt x="3367" y="2030"/>
                        <a:pt x="3246" y="2044"/>
                        <a:pt x="3127" y="2075"/>
                      </a:cubicBezTo>
                      <a:cubicBezTo>
                        <a:pt x="3125" y="2076"/>
                        <a:pt x="3122" y="2076"/>
                        <a:pt x="3119" y="2076"/>
                      </a:cubicBezTo>
                      <a:cubicBezTo>
                        <a:pt x="3102" y="2076"/>
                        <a:pt x="3082" y="2062"/>
                        <a:pt x="3078" y="2041"/>
                      </a:cubicBezTo>
                      <a:cubicBezTo>
                        <a:pt x="3073" y="2022"/>
                        <a:pt x="3083" y="1997"/>
                        <a:pt x="3108" y="1992"/>
                      </a:cubicBezTo>
                      <a:cubicBezTo>
                        <a:pt x="3225" y="1961"/>
                        <a:pt x="3348" y="1945"/>
                        <a:pt x="3473" y="1945"/>
                      </a:cubicBezTo>
                      <a:close/>
                      <a:moveTo>
                        <a:pt x="5284" y="1670"/>
                      </a:moveTo>
                      <a:cubicBezTo>
                        <a:pt x="5297" y="1670"/>
                        <a:pt x="5309" y="1675"/>
                        <a:pt x="5316" y="1684"/>
                      </a:cubicBezTo>
                      <a:cubicBezTo>
                        <a:pt x="5326" y="1699"/>
                        <a:pt x="5326" y="1709"/>
                        <a:pt x="5321" y="1724"/>
                      </a:cubicBezTo>
                      <a:cubicBezTo>
                        <a:pt x="5321" y="1728"/>
                        <a:pt x="5311" y="1738"/>
                        <a:pt x="5306" y="1743"/>
                      </a:cubicBezTo>
                      <a:cubicBezTo>
                        <a:pt x="5286" y="1758"/>
                        <a:pt x="5267" y="1772"/>
                        <a:pt x="5252" y="1787"/>
                      </a:cubicBezTo>
                      <a:lnTo>
                        <a:pt x="5238" y="1802"/>
                      </a:lnTo>
                      <a:cubicBezTo>
                        <a:pt x="5238" y="1802"/>
                        <a:pt x="5233" y="1802"/>
                        <a:pt x="5233" y="1807"/>
                      </a:cubicBezTo>
                      <a:cubicBezTo>
                        <a:pt x="5228" y="1811"/>
                        <a:pt x="5223" y="1816"/>
                        <a:pt x="5213" y="1821"/>
                      </a:cubicBezTo>
                      <a:cubicBezTo>
                        <a:pt x="5208" y="1831"/>
                        <a:pt x="5199" y="1841"/>
                        <a:pt x="5194" y="1846"/>
                      </a:cubicBezTo>
                      <a:cubicBezTo>
                        <a:pt x="5184" y="1855"/>
                        <a:pt x="5179" y="1865"/>
                        <a:pt x="5169" y="1870"/>
                      </a:cubicBezTo>
                      <a:cubicBezTo>
                        <a:pt x="5159" y="1885"/>
                        <a:pt x="5155" y="1895"/>
                        <a:pt x="5145" y="1904"/>
                      </a:cubicBezTo>
                      <a:cubicBezTo>
                        <a:pt x="5140" y="1919"/>
                        <a:pt x="5130" y="1929"/>
                        <a:pt x="5125" y="1939"/>
                      </a:cubicBezTo>
                      <a:cubicBezTo>
                        <a:pt x="5120" y="1948"/>
                        <a:pt x="5115" y="1958"/>
                        <a:pt x="5111" y="1968"/>
                      </a:cubicBezTo>
                      <a:cubicBezTo>
                        <a:pt x="5101" y="1987"/>
                        <a:pt x="5091" y="2002"/>
                        <a:pt x="5086" y="2022"/>
                      </a:cubicBezTo>
                      <a:cubicBezTo>
                        <a:pt x="5096" y="2022"/>
                        <a:pt x="5106" y="2026"/>
                        <a:pt x="5115" y="2036"/>
                      </a:cubicBezTo>
                      <a:cubicBezTo>
                        <a:pt x="5120" y="2041"/>
                        <a:pt x="5130" y="2051"/>
                        <a:pt x="5135" y="2056"/>
                      </a:cubicBezTo>
                      <a:cubicBezTo>
                        <a:pt x="5150" y="2085"/>
                        <a:pt x="5150" y="2119"/>
                        <a:pt x="5135" y="2149"/>
                      </a:cubicBezTo>
                      <a:lnTo>
                        <a:pt x="5125" y="2163"/>
                      </a:lnTo>
                      <a:cubicBezTo>
                        <a:pt x="5071" y="2256"/>
                        <a:pt x="5003" y="2368"/>
                        <a:pt x="4925" y="2408"/>
                      </a:cubicBezTo>
                      <a:cubicBezTo>
                        <a:pt x="5010" y="2513"/>
                        <a:pt x="5148" y="2578"/>
                        <a:pt x="5285" y="2578"/>
                      </a:cubicBezTo>
                      <a:cubicBezTo>
                        <a:pt x="5313" y="2578"/>
                        <a:pt x="5342" y="2575"/>
                        <a:pt x="5370" y="2569"/>
                      </a:cubicBezTo>
                      <a:cubicBezTo>
                        <a:pt x="5373" y="2568"/>
                        <a:pt x="5376" y="2568"/>
                        <a:pt x="5379" y="2568"/>
                      </a:cubicBezTo>
                      <a:cubicBezTo>
                        <a:pt x="5400" y="2568"/>
                        <a:pt x="5419" y="2582"/>
                        <a:pt x="5423" y="2603"/>
                      </a:cubicBezTo>
                      <a:cubicBezTo>
                        <a:pt x="5428" y="2627"/>
                        <a:pt x="5413" y="2647"/>
                        <a:pt x="5389" y="2652"/>
                      </a:cubicBezTo>
                      <a:cubicBezTo>
                        <a:pt x="5356" y="2659"/>
                        <a:pt x="5321" y="2662"/>
                        <a:pt x="5287" y="2662"/>
                      </a:cubicBezTo>
                      <a:cubicBezTo>
                        <a:pt x="5130" y="2662"/>
                        <a:pt x="4970" y="2592"/>
                        <a:pt x="4866" y="2476"/>
                      </a:cubicBezTo>
                      <a:cubicBezTo>
                        <a:pt x="4783" y="2671"/>
                        <a:pt x="4593" y="2813"/>
                        <a:pt x="4388" y="2823"/>
                      </a:cubicBezTo>
                      <a:lnTo>
                        <a:pt x="4383" y="2823"/>
                      </a:lnTo>
                      <a:cubicBezTo>
                        <a:pt x="4363" y="2823"/>
                        <a:pt x="4344" y="2808"/>
                        <a:pt x="4339" y="2784"/>
                      </a:cubicBezTo>
                      <a:lnTo>
                        <a:pt x="4344" y="2784"/>
                      </a:lnTo>
                      <a:cubicBezTo>
                        <a:pt x="4344" y="2759"/>
                        <a:pt x="4358" y="2740"/>
                        <a:pt x="4383" y="2735"/>
                      </a:cubicBezTo>
                      <a:cubicBezTo>
                        <a:pt x="4568" y="2725"/>
                        <a:pt x="4739" y="2588"/>
                        <a:pt x="4803" y="2412"/>
                      </a:cubicBezTo>
                      <a:cubicBezTo>
                        <a:pt x="4734" y="2388"/>
                        <a:pt x="4646" y="2329"/>
                        <a:pt x="4534" y="2222"/>
                      </a:cubicBezTo>
                      <a:cubicBezTo>
                        <a:pt x="4515" y="2207"/>
                        <a:pt x="4510" y="2178"/>
                        <a:pt x="4519" y="2153"/>
                      </a:cubicBezTo>
                      <a:cubicBezTo>
                        <a:pt x="4519" y="2149"/>
                        <a:pt x="4519" y="2144"/>
                        <a:pt x="4524" y="2144"/>
                      </a:cubicBezTo>
                      <a:cubicBezTo>
                        <a:pt x="4524" y="2139"/>
                        <a:pt x="4529" y="2139"/>
                        <a:pt x="4529" y="2134"/>
                      </a:cubicBezTo>
                      <a:cubicBezTo>
                        <a:pt x="4534" y="2124"/>
                        <a:pt x="4544" y="2119"/>
                        <a:pt x="4554" y="2114"/>
                      </a:cubicBezTo>
                      <a:cubicBezTo>
                        <a:pt x="4559" y="2114"/>
                        <a:pt x="4563" y="2110"/>
                        <a:pt x="4568" y="2110"/>
                      </a:cubicBezTo>
                      <a:cubicBezTo>
                        <a:pt x="4578" y="2110"/>
                        <a:pt x="4583" y="2105"/>
                        <a:pt x="4593" y="2105"/>
                      </a:cubicBezTo>
                      <a:lnTo>
                        <a:pt x="4598" y="2105"/>
                      </a:lnTo>
                      <a:cubicBezTo>
                        <a:pt x="4632" y="2100"/>
                        <a:pt x="4666" y="2090"/>
                        <a:pt x="4705" y="2080"/>
                      </a:cubicBezTo>
                      <a:lnTo>
                        <a:pt x="4710" y="2080"/>
                      </a:lnTo>
                      <a:cubicBezTo>
                        <a:pt x="4725" y="2075"/>
                        <a:pt x="4739" y="2070"/>
                        <a:pt x="4754" y="2066"/>
                      </a:cubicBezTo>
                      <a:cubicBezTo>
                        <a:pt x="4837" y="2046"/>
                        <a:pt x="4920" y="2022"/>
                        <a:pt x="5003" y="2017"/>
                      </a:cubicBezTo>
                      <a:cubicBezTo>
                        <a:pt x="5003" y="2007"/>
                        <a:pt x="5003" y="2002"/>
                        <a:pt x="5008" y="1992"/>
                      </a:cubicBezTo>
                      <a:cubicBezTo>
                        <a:pt x="5018" y="1963"/>
                        <a:pt x="5028" y="1934"/>
                        <a:pt x="5047" y="1909"/>
                      </a:cubicBezTo>
                      <a:cubicBezTo>
                        <a:pt x="5047" y="1904"/>
                        <a:pt x="5052" y="1899"/>
                        <a:pt x="5057" y="1890"/>
                      </a:cubicBezTo>
                      <a:cubicBezTo>
                        <a:pt x="5062" y="1885"/>
                        <a:pt x="5067" y="1875"/>
                        <a:pt x="5071" y="1865"/>
                      </a:cubicBezTo>
                      <a:cubicBezTo>
                        <a:pt x="5081" y="1851"/>
                        <a:pt x="5091" y="1836"/>
                        <a:pt x="5106" y="1821"/>
                      </a:cubicBezTo>
                      <a:cubicBezTo>
                        <a:pt x="5106" y="1816"/>
                        <a:pt x="5106" y="1816"/>
                        <a:pt x="5106" y="1816"/>
                      </a:cubicBezTo>
                      <a:cubicBezTo>
                        <a:pt x="5120" y="1802"/>
                        <a:pt x="5130" y="1787"/>
                        <a:pt x="5145" y="1777"/>
                      </a:cubicBezTo>
                      <a:cubicBezTo>
                        <a:pt x="5155" y="1763"/>
                        <a:pt x="5164" y="1753"/>
                        <a:pt x="5174" y="1743"/>
                      </a:cubicBezTo>
                      <a:cubicBezTo>
                        <a:pt x="5184" y="1733"/>
                        <a:pt x="5194" y="1724"/>
                        <a:pt x="5203" y="1719"/>
                      </a:cubicBezTo>
                      <a:cubicBezTo>
                        <a:pt x="5218" y="1704"/>
                        <a:pt x="5238" y="1689"/>
                        <a:pt x="5257" y="1675"/>
                      </a:cubicBezTo>
                      <a:lnTo>
                        <a:pt x="5262" y="1675"/>
                      </a:lnTo>
                      <a:cubicBezTo>
                        <a:pt x="5269" y="1671"/>
                        <a:pt x="5276" y="1670"/>
                        <a:pt x="5284" y="1670"/>
                      </a:cubicBezTo>
                      <a:close/>
                      <a:moveTo>
                        <a:pt x="4766" y="0"/>
                      </a:moveTo>
                      <a:cubicBezTo>
                        <a:pt x="4733" y="0"/>
                        <a:pt x="4703" y="12"/>
                        <a:pt x="4681" y="38"/>
                      </a:cubicBezTo>
                      <a:cubicBezTo>
                        <a:pt x="4622" y="111"/>
                        <a:pt x="4554" y="189"/>
                        <a:pt x="4485" y="268"/>
                      </a:cubicBezTo>
                      <a:cubicBezTo>
                        <a:pt x="4290" y="512"/>
                        <a:pt x="4075" y="786"/>
                        <a:pt x="3914" y="1005"/>
                      </a:cubicBezTo>
                      <a:cubicBezTo>
                        <a:pt x="3909" y="1010"/>
                        <a:pt x="3909" y="1015"/>
                        <a:pt x="3904" y="1020"/>
                      </a:cubicBezTo>
                      <a:cubicBezTo>
                        <a:pt x="3904" y="1025"/>
                        <a:pt x="3904" y="1025"/>
                        <a:pt x="3904" y="1030"/>
                      </a:cubicBezTo>
                      <a:cubicBezTo>
                        <a:pt x="3801" y="1035"/>
                        <a:pt x="3674" y="1044"/>
                        <a:pt x="3523" y="1064"/>
                      </a:cubicBezTo>
                      <a:cubicBezTo>
                        <a:pt x="3479" y="1074"/>
                        <a:pt x="3430" y="1079"/>
                        <a:pt x="3381" y="1088"/>
                      </a:cubicBezTo>
                      <a:cubicBezTo>
                        <a:pt x="3166" y="859"/>
                        <a:pt x="2639" y="556"/>
                        <a:pt x="2326" y="370"/>
                      </a:cubicBezTo>
                      <a:cubicBezTo>
                        <a:pt x="2272" y="341"/>
                        <a:pt x="2228" y="317"/>
                        <a:pt x="2194" y="297"/>
                      </a:cubicBezTo>
                      <a:cubicBezTo>
                        <a:pt x="2169" y="282"/>
                        <a:pt x="2143" y="275"/>
                        <a:pt x="2116" y="275"/>
                      </a:cubicBezTo>
                      <a:cubicBezTo>
                        <a:pt x="2090" y="275"/>
                        <a:pt x="2064" y="282"/>
                        <a:pt x="2042" y="297"/>
                      </a:cubicBezTo>
                      <a:cubicBezTo>
                        <a:pt x="1994" y="326"/>
                        <a:pt x="1964" y="375"/>
                        <a:pt x="1969" y="429"/>
                      </a:cubicBezTo>
                      <a:cubicBezTo>
                        <a:pt x="1989" y="913"/>
                        <a:pt x="2033" y="1289"/>
                        <a:pt x="2101" y="1640"/>
                      </a:cubicBezTo>
                      <a:cubicBezTo>
                        <a:pt x="2091" y="1670"/>
                        <a:pt x="2082" y="1699"/>
                        <a:pt x="2077" y="1733"/>
                      </a:cubicBezTo>
                      <a:cubicBezTo>
                        <a:pt x="2042" y="1870"/>
                        <a:pt x="2023" y="2036"/>
                        <a:pt x="2023" y="2207"/>
                      </a:cubicBezTo>
                      <a:cubicBezTo>
                        <a:pt x="2023" y="2285"/>
                        <a:pt x="2028" y="2373"/>
                        <a:pt x="2038" y="2456"/>
                      </a:cubicBezTo>
                      <a:cubicBezTo>
                        <a:pt x="2057" y="2618"/>
                        <a:pt x="2091" y="2779"/>
                        <a:pt x="2140" y="2920"/>
                      </a:cubicBezTo>
                      <a:cubicBezTo>
                        <a:pt x="2189" y="3048"/>
                        <a:pt x="2248" y="3165"/>
                        <a:pt x="2321" y="3253"/>
                      </a:cubicBezTo>
                      <a:cubicBezTo>
                        <a:pt x="2135" y="3541"/>
                        <a:pt x="2003" y="3829"/>
                        <a:pt x="1925" y="4122"/>
                      </a:cubicBezTo>
                      <a:cubicBezTo>
                        <a:pt x="1886" y="4254"/>
                        <a:pt x="1862" y="4391"/>
                        <a:pt x="1847" y="4528"/>
                      </a:cubicBezTo>
                      <a:cubicBezTo>
                        <a:pt x="1842" y="4582"/>
                        <a:pt x="1837" y="4635"/>
                        <a:pt x="1832" y="4689"/>
                      </a:cubicBezTo>
                      <a:cubicBezTo>
                        <a:pt x="1828" y="4767"/>
                        <a:pt x="1828" y="4850"/>
                        <a:pt x="1832" y="4938"/>
                      </a:cubicBezTo>
                      <a:cubicBezTo>
                        <a:pt x="1832" y="5080"/>
                        <a:pt x="1847" y="5222"/>
                        <a:pt x="1867" y="5378"/>
                      </a:cubicBezTo>
                      <a:cubicBezTo>
                        <a:pt x="1876" y="5441"/>
                        <a:pt x="1891" y="5505"/>
                        <a:pt x="1901" y="5573"/>
                      </a:cubicBezTo>
                      <a:cubicBezTo>
                        <a:pt x="1915" y="5637"/>
                        <a:pt x="1930" y="5700"/>
                        <a:pt x="1945" y="5764"/>
                      </a:cubicBezTo>
                      <a:cubicBezTo>
                        <a:pt x="1979" y="5915"/>
                        <a:pt x="2023" y="6067"/>
                        <a:pt x="2077" y="6213"/>
                      </a:cubicBezTo>
                      <a:cubicBezTo>
                        <a:pt x="2101" y="6291"/>
                        <a:pt x="2130" y="6375"/>
                        <a:pt x="2160" y="6453"/>
                      </a:cubicBezTo>
                      <a:cubicBezTo>
                        <a:pt x="2150" y="6458"/>
                        <a:pt x="2135" y="6458"/>
                        <a:pt x="2126" y="6458"/>
                      </a:cubicBezTo>
                      <a:cubicBezTo>
                        <a:pt x="1925" y="6497"/>
                        <a:pt x="1725" y="6526"/>
                        <a:pt x="1529" y="6555"/>
                      </a:cubicBezTo>
                      <a:cubicBezTo>
                        <a:pt x="1305" y="6590"/>
                        <a:pt x="1075" y="6629"/>
                        <a:pt x="846" y="6668"/>
                      </a:cubicBezTo>
                      <a:cubicBezTo>
                        <a:pt x="670" y="6702"/>
                        <a:pt x="484" y="6736"/>
                        <a:pt x="318" y="6829"/>
                      </a:cubicBezTo>
                      <a:cubicBezTo>
                        <a:pt x="132" y="6936"/>
                        <a:pt x="15" y="7112"/>
                        <a:pt x="0" y="7288"/>
                      </a:cubicBezTo>
                      <a:lnTo>
                        <a:pt x="5" y="7288"/>
                      </a:lnTo>
                      <a:cubicBezTo>
                        <a:pt x="0" y="7361"/>
                        <a:pt x="20" y="7440"/>
                        <a:pt x="59" y="7508"/>
                      </a:cubicBezTo>
                      <a:cubicBezTo>
                        <a:pt x="78" y="7503"/>
                        <a:pt x="98" y="7498"/>
                        <a:pt x="118" y="7498"/>
                      </a:cubicBezTo>
                      <a:cubicBezTo>
                        <a:pt x="128" y="7497"/>
                        <a:pt x="139" y="7497"/>
                        <a:pt x="149" y="7497"/>
                      </a:cubicBezTo>
                      <a:cubicBezTo>
                        <a:pt x="231" y="7497"/>
                        <a:pt x="312" y="7529"/>
                        <a:pt x="377" y="7576"/>
                      </a:cubicBezTo>
                      <a:cubicBezTo>
                        <a:pt x="381" y="7581"/>
                        <a:pt x="386" y="7586"/>
                        <a:pt x="391" y="7591"/>
                      </a:cubicBezTo>
                      <a:cubicBezTo>
                        <a:pt x="425" y="7615"/>
                        <a:pt x="450" y="7650"/>
                        <a:pt x="474" y="7684"/>
                      </a:cubicBezTo>
                      <a:cubicBezTo>
                        <a:pt x="683" y="7594"/>
                        <a:pt x="914" y="7549"/>
                        <a:pt x="1146" y="7549"/>
                      </a:cubicBezTo>
                      <a:cubicBezTo>
                        <a:pt x="1479" y="7549"/>
                        <a:pt x="1815" y="7640"/>
                        <a:pt x="2091" y="7816"/>
                      </a:cubicBezTo>
                      <a:cubicBezTo>
                        <a:pt x="2126" y="7816"/>
                        <a:pt x="2160" y="7811"/>
                        <a:pt x="2199" y="7811"/>
                      </a:cubicBezTo>
                      <a:cubicBezTo>
                        <a:pt x="2204" y="7806"/>
                        <a:pt x="2204" y="7806"/>
                        <a:pt x="2209" y="7801"/>
                      </a:cubicBezTo>
                      <a:cubicBezTo>
                        <a:pt x="2337" y="7701"/>
                        <a:pt x="2508" y="7647"/>
                        <a:pt x="2695" y="7647"/>
                      </a:cubicBezTo>
                      <a:cubicBezTo>
                        <a:pt x="2736" y="7647"/>
                        <a:pt x="2777" y="7649"/>
                        <a:pt x="2819" y="7655"/>
                      </a:cubicBezTo>
                      <a:cubicBezTo>
                        <a:pt x="2902" y="7664"/>
                        <a:pt x="2980" y="7679"/>
                        <a:pt x="3054" y="7694"/>
                      </a:cubicBezTo>
                      <a:cubicBezTo>
                        <a:pt x="3186" y="7713"/>
                        <a:pt x="3298" y="7747"/>
                        <a:pt x="3401" y="7786"/>
                      </a:cubicBezTo>
                      <a:lnTo>
                        <a:pt x="3459" y="7786"/>
                      </a:lnTo>
                      <a:cubicBezTo>
                        <a:pt x="3469" y="7786"/>
                        <a:pt x="3484" y="7782"/>
                        <a:pt x="3498" y="7782"/>
                      </a:cubicBezTo>
                      <a:lnTo>
                        <a:pt x="3577" y="7782"/>
                      </a:lnTo>
                      <a:cubicBezTo>
                        <a:pt x="3757" y="7650"/>
                        <a:pt x="3972" y="7572"/>
                        <a:pt x="4187" y="7542"/>
                      </a:cubicBezTo>
                      <a:cubicBezTo>
                        <a:pt x="4244" y="7534"/>
                        <a:pt x="4300" y="7530"/>
                        <a:pt x="4357" y="7530"/>
                      </a:cubicBezTo>
                      <a:cubicBezTo>
                        <a:pt x="4541" y="7530"/>
                        <a:pt x="4724" y="7572"/>
                        <a:pt x="4881" y="7655"/>
                      </a:cubicBezTo>
                      <a:cubicBezTo>
                        <a:pt x="4901" y="7664"/>
                        <a:pt x="4915" y="7674"/>
                        <a:pt x="4935" y="7684"/>
                      </a:cubicBezTo>
                      <a:cubicBezTo>
                        <a:pt x="5033" y="7651"/>
                        <a:pt x="5136" y="7634"/>
                        <a:pt x="5239" y="7634"/>
                      </a:cubicBezTo>
                      <a:cubicBezTo>
                        <a:pt x="5423" y="7634"/>
                        <a:pt x="5607" y="7686"/>
                        <a:pt x="5760" y="7786"/>
                      </a:cubicBezTo>
                      <a:lnTo>
                        <a:pt x="5785" y="7806"/>
                      </a:lnTo>
                      <a:cubicBezTo>
                        <a:pt x="5830" y="7838"/>
                        <a:pt x="5880" y="7870"/>
                        <a:pt x="5927" y="7870"/>
                      </a:cubicBezTo>
                      <a:cubicBezTo>
                        <a:pt x="5930" y="7870"/>
                        <a:pt x="5933" y="7870"/>
                        <a:pt x="5936" y="7870"/>
                      </a:cubicBezTo>
                      <a:cubicBezTo>
                        <a:pt x="5985" y="7865"/>
                        <a:pt x="6024" y="7830"/>
                        <a:pt x="6068" y="7796"/>
                      </a:cubicBezTo>
                      <a:lnTo>
                        <a:pt x="6078" y="7786"/>
                      </a:lnTo>
                      <a:cubicBezTo>
                        <a:pt x="6185" y="7699"/>
                        <a:pt x="6317" y="7625"/>
                        <a:pt x="6459" y="7567"/>
                      </a:cubicBezTo>
                      <a:cubicBezTo>
                        <a:pt x="6681" y="7480"/>
                        <a:pt x="6932" y="7433"/>
                        <a:pt x="7177" y="7433"/>
                      </a:cubicBezTo>
                      <a:cubicBezTo>
                        <a:pt x="7321" y="7433"/>
                        <a:pt x="7464" y="7449"/>
                        <a:pt x="7597" y="7484"/>
                      </a:cubicBezTo>
                      <a:cubicBezTo>
                        <a:pt x="7661" y="7498"/>
                        <a:pt x="7719" y="7518"/>
                        <a:pt x="7783" y="7542"/>
                      </a:cubicBezTo>
                      <a:cubicBezTo>
                        <a:pt x="7803" y="7547"/>
                        <a:pt x="7812" y="7572"/>
                        <a:pt x="7807" y="7596"/>
                      </a:cubicBezTo>
                      <a:cubicBezTo>
                        <a:pt x="7798" y="7615"/>
                        <a:pt x="7446" y="7841"/>
                        <a:pt x="7409" y="7841"/>
                      </a:cubicBezTo>
                      <a:cubicBezTo>
                        <a:pt x="7408" y="7841"/>
                        <a:pt x="7407" y="7840"/>
                        <a:pt x="7407" y="7840"/>
                      </a:cubicBezTo>
                      <a:cubicBezTo>
                        <a:pt x="7128" y="8016"/>
                        <a:pt x="6781" y="8275"/>
                        <a:pt x="6508" y="8593"/>
                      </a:cubicBezTo>
                      <a:cubicBezTo>
                        <a:pt x="6498" y="8607"/>
                        <a:pt x="6483" y="8622"/>
                        <a:pt x="6474" y="8637"/>
                      </a:cubicBezTo>
                      <a:cubicBezTo>
                        <a:pt x="6376" y="8754"/>
                        <a:pt x="6288" y="8881"/>
                        <a:pt x="6220" y="9018"/>
                      </a:cubicBezTo>
                      <a:cubicBezTo>
                        <a:pt x="6210" y="9032"/>
                        <a:pt x="6200" y="9047"/>
                        <a:pt x="6195" y="9066"/>
                      </a:cubicBezTo>
                      <a:cubicBezTo>
                        <a:pt x="6185" y="9081"/>
                        <a:pt x="6181" y="9096"/>
                        <a:pt x="6171" y="9110"/>
                      </a:cubicBezTo>
                      <a:cubicBezTo>
                        <a:pt x="6166" y="9130"/>
                        <a:pt x="6156" y="9145"/>
                        <a:pt x="6151" y="9164"/>
                      </a:cubicBezTo>
                      <a:cubicBezTo>
                        <a:pt x="6146" y="9179"/>
                        <a:pt x="6137" y="9198"/>
                        <a:pt x="6132" y="9213"/>
                      </a:cubicBezTo>
                      <a:cubicBezTo>
                        <a:pt x="6127" y="9228"/>
                        <a:pt x="6122" y="9237"/>
                        <a:pt x="6117" y="9252"/>
                      </a:cubicBezTo>
                      <a:cubicBezTo>
                        <a:pt x="6112" y="9262"/>
                        <a:pt x="6112" y="9272"/>
                        <a:pt x="6107" y="9281"/>
                      </a:cubicBezTo>
                      <a:cubicBezTo>
                        <a:pt x="6102" y="9301"/>
                        <a:pt x="6097" y="9316"/>
                        <a:pt x="6093" y="9335"/>
                      </a:cubicBezTo>
                      <a:cubicBezTo>
                        <a:pt x="6093" y="9340"/>
                        <a:pt x="6093" y="9345"/>
                        <a:pt x="6088" y="9355"/>
                      </a:cubicBezTo>
                      <a:cubicBezTo>
                        <a:pt x="6083" y="9374"/>
                        <a:pt x="6078" y="9394"/>
                        <a:pt x="6078" y="9413"/>
                      </a:cubicBezTo>
                      <a:cubicBezTo>
                        <a:pt x="6073" y="9418"/>
                        <a:pt x="6073" y="9428"/>
                        <a:pt x="6073" y="9433"/>
                      </a:cubicBezTo>
                      <a:cubicBezTo>
                        <a:pt x="6068" y="9457"/>
                        <a:pt x="6063" y="9482"/>
                        <a:pt x="6058" y="9501"/>
                      </a:cubicBezTo>
                      <a:cubicBezTo>
                        <a:pt x="6058" y="9506"/>
                        <a:pt x="6058" y="9506"/>
                        <a:pt x="6058" y="9511"/>
                      </a:cubicBezTo>
                      <a:cubicBezTo>
                        <a:pt x="6058" y="9526"/>
                        <a:pt x="6058" y="9540"/>
                        <a:pt x="6058" y="9555"/>
                      </a:cubicBezTo>
                      <a:cubicBezTo>
                        <a:pt x="6053" y="9570"/>
                        <a:pt x="6053" y="9584"/>
                        <a:pt x="6053" y="9599"/>
                      </a:cubicBezTo>
                      <a:cubicBezTo>
                        <a:pt x="6044" y="9692"/>
                        <a:pt x="6053" y="9790"/>
                        <a:pt x="6068" y="9892"/>
                      </a:cubicBezTo>
                      <a:cubicBezTo>
                        <a:pt x="6073" y="9917"/>
                        <a:pt x="6078" y="9946"/>
                        <a:pt x="6088" y="9975"/>
                      </a:cubicBezTo>
                      <a:cubicBezTo>
                        <a:pt x="6102" y="10044"/>
                        <a:pt x="6122" y="10112"/>
                        <a:pt x="6151" y="10185"/>
                      </a:cubicBezTo>
                      <a:cubicBezTo>
                        <a:pt x="6176" y="10244"/>
                        <a:pt x="6249" y="10278"/>
                        <a:pt x="6352" y="10278"/>
                      </a:cubicBezTo>
                      <a:lnTo>
                        <a:pt x="6356" y="10278"/>
                      </a:lnTo>
                      <a:cubicBezTo>
                        <a:pt x="6479" y="10278"/>
                        <a:pt x="6566" y="10180"/>
                        <a:pt x="6606" y="10092"/>
                      </a:cubicBezTo>
                      <a:cubicBezTo>
                        <a:pt x="6620" y="10048"/>
                        <a:pt x="6635" y="10009"/>
                        <a:pt x="6645" y="9965"/>
                      </a:cubicBezTo>
                      <a:cubicBezTo>
                        <a:pt x="6650" y="9941"/>
                        <a:pt x="6654" y="9921"/>
                        <a:pt x="6659" y="9897"/>
                      </a:cubicBezTo>
                      <a:cubicBezTo>
                        <a:pt x="6659" y="9892"/>
                        <a:pt x="6659" y="9882"/>
                        <a:pt x="6664" y="9873"/>
                      </a:cubicBezTo>
                      <a:cubicBezTo>
                        <a:pt x="6664" y="9863"/>
                        <a:pt x="6669" y="9853"/>
                        <a:pt x="6669" y="9838"/>
                      </a:cubicBezTo>
                      <a:cubicBezTo>
                        <a:pt x="6674" y="9829"/>
                        <a:pt x="6674" y="9819"/>
                        <a:pt x="6679" y="9809"/>
                      </a:cubicBezTo>
                      <a:cubicBezTo>
                        <a:pt x="6698" y="9716"/>
                        <a:pt x="6737" y="9628"/>
                        <a:pt x="6786" y="9550"/>
                      </a:cubicBezTo>
                      <a:cubicBezTo>
                        <a:pt x="6860" y="9428"/>
                        <a:pt x="6957" y="9325"/>
                        <a:pt x="7060" y="9228"/>
                      </a:cubicBezTo>
                      <a:cubicBezTo>
                        <a:pt x="7153" y="9145"/>
                        <a:pt x="7250" y="9071"/>
                        <a:pt x="7343" y="9003"/>
                      </a:cubicBezTo>
                      <a:cubicBezTo>
                        <a:pt x="7348" y="8998"/>
                        <a:pt x="7348" y="8998"/>
                        <a:pt x="7353" y="8998"/>
                      </a:cubicBezTo>
                      <a:cubicBezTo>
                        <a:pt x="7412" y="8954"/>
                        <a:pt x="7475" y="8910"/>
                        <a:pt x="7539" y="8866"/>
                      </a:cubicBezTo>
                      <a:cubicBezTo>
                        <a:pt x="7651" y="8793"/>
                        <a:pt x="7763" y="8724"/>
                        <a:pt x="7876" y="8656"/>
                      </a:cubicBezTo>
                      <a:cubicBezTo>
                        <a:pt x="7998" y="8583"/>
                        <a:pt x="8125" y="8514"/>
                        <a:pt x="8247" y="8451"/>
                      </a:cubicBezTo>
                      <a:cubicBezTo>
                        <a:pt x="8272" y="8436"/>
                        <a:pt x="8296" y="8422"/>
                        <a:pt x="8320" y="8412"/>
                      </a:cubicBezTo>
                      <a:cubicBezTo>
                        <a:pt x="8364" y="8392"/>
                        <a:pt x="8403" y="8368"/>
                        <a:pt x="8447" y="8348"/>
                      </a:cubicBezTo>
                      <a:cubicBezTo>
                        <a:pt x="8535" y="8304"/>
                        <a:pt x="8628" y="8260"/>
                        <a:pt x="8716" y="8212"/>
                      </a:cubicBezTo>
                      <a:cubicBezTo>
                        <a:pt x="8912" y="8109"/>
                        <a:pt x="9107" y="7992"/>
                        <a:pt x="9268" y="7840"/>
                      </a:cubicBezTo>
                      <a:cubicBezTo>
                        <a:pt x="9297" y="7821"/>
                        <a:pt x="9322" y="7796"/>
                        <a:pt x="9346" y="7767"/>
                      </a:cubicBezTo>
                      <a:cubicBezTo>
                        <a:pt x="9381" y="7738"/>
                        <a:pt x="9405" y="7703"/>
                        <a:pt x="9434" y="7664"/>
                      </a:cubicBezTo>
                      <a:cubicBezTo>
                        <a:pt x="9459" y="7630"/>
                        <a:pt x="9483" y="7596"/>
                        <a:pt x="9503" y="7562"/>
                      </a:cubicBezTo>
                      <a:cubicBezTo>
                        <a:pt x="9512" y="7542"/>
                        <a:pt x="9527" y="7523"/>
                        <a:pt x="9532" y="7503"/>
                      </a:cubicBezTo>
                      <a:cubicBezTo>
                        <a:pt x="9654" y="7254"/>
                        <a:pt x="9674" y="6951"/>
                        <a:pt x="9591" y="6599"/>
                      </a:cubicBezTo>
                      <a:cubicBezTo>
                        <a:pt x="9483" y="6150"/>
                        <a:pt x="9361" y="5676"/>
                        <a:pt x="9170" y="5236"/>
                      </a:cubicBezTo>
                      <a:cubicBezTo>
                        <a:pt x="9131" y="5148"/>
                        <a:pt x="9092" y="5060"/>
                        <a:pt x="9048" y="4977"/>
                      </a:cubicBezTo>
                      <a:cubicBezTo>
                        <a:pt x="8995" y="4884"/>
                        <a:pt x="8936" y="4777"/>
                        <a:pt x="8868" y="4674"/>
                      </a:cubicBezTo>
                      <a:cubicBezTo>
                        <a:pt x="8848" y="4640"/>
                        <a:pt x="8824" y="4606"/>
                        <a:pt x="8799" y="4572"/>
                      </a:cubicBezTo>
                      <a:cubicBezTo>
                        <a:pt x="8721" y="4464"/>
                        <a:pt x="8638" y="4362"/>
                        <a:pt x="8540" y="4259"/>
                      </a:cubicBezTo>
                      <a:cubicBezTo>
                        <a:pt x="8438" y="4147"/>
                        <a:pt x="8320" y="4044"/>
                        <a:pt x="8188" y="3951"/>
                      </a:cubicBezTo>
                      <a:cubicBezTo>
                        <a:pt x="8086" y="3883"/>
                        <a:pt x="7978" y="3815"/>
                        <a:pt x="7856" y="3761"/>
                      </a:cubicBezTo>
                      <a:cubicBezTo>
                        <a:pt x="7793" y="3731"/>
                        <a:pt x="7724" y="3702"/>
                        <a:pt x="7656" y="3678"/>
                      </a:cubicBezTo>
                      <a:cubicBezTo>
                        <a:pt x="7490" y="3624"/>
                        <a:pt x="7319" y="3585"/>
                        <a:pt x="7143" y="3565"/>
                      </a:cubicBezTo>
                      <a:cubicBezTo>
                        <a:pt x="6979" y="3545"/>
                        <a:pt x="6816" y="3536"/>
                        <a:pt x="6654" y="3536"/>
                      </a:cubicBezTo>
                      <a:cubicBezTo>
                        <a:pt x="6584" y="3536"/>
                        <a:pt x="6514" y="3538"/>
                        <a:pt x="6444" y="3541"/>
                      </a:cubicBezTo>
                      <a:cubicBezTo>
                        <a:pt x="6327" y="3546"/>
                        <a:pt x="6215" y="3556"/>
                        <a:pt x="6102" y="3565"/>
                      </a:cubicBezTo>
                      <a:cubicBezTo>
                        <a:pt x="5970" y="3575"/>
                        <a:pt x="5839" y="3590"/>
                        <a:pt x="5712" y="3604"/>
                      </a:cubicBezTo>
                      <a:cubicBezTo>
                        <a:pt x="5682" y="3609"/>
                        <a:pt x="5648" y="3614"/>
                        <a:pt x="5619" y="3619"/>
                      </a:cubicBezTo>
                      <a:cubicBezTo>
                        <a:pt x="5453" y="3639"/>
                        <a:pt x="5306" y="3668"/>
                        <a:pt x="5174" y="3707"/>
                      </a:cubicBezTo>
                      <a:cubicBezTo>
                        <a:pt x="5023" y="3751"/>
                        <a:pt x="4891" y="3810"/>
                        <a:pt x="4769" y="3883"/>
                      </a:cubicBezTo>
                      <a:cubicBezTo>
                        <a:pt x="4778" y="3849"/>
                        <a:pt x="4778" y="3824"/>
                        <a:pt x="4783" y="3800"/>
                      </a:cubicBezTo>
                      <a:cubicBezTo>
                        <a:pt x="4793" y="3727"/>
                        <a:pt x="4788" y="3673"/>
                        <a:pt x="4783" y="3604"/>
                      </a:cubicBezTo>
                      <a:cubicBezTo>
                        <a:pt x="4783" y="3600"/>
                        <a:pt x="4783" y="3590"/>
                        <a:pt x="4783" y="3580"/>
                      </a:cubicBezTo>
                      <a:cubicBezTo>
                        <a:pt x="5037" y="3477"/>
                        <a:pt x="5267" y="3302"/>
                        <a:pt x="5428" y="3072"/>
                      </a:cubicBezTo>
                      <a:cubicBezTo>
                        <a:pt x="5570" y="2881"/>
                        <a:pt x="5663" y="2657"/>
                        <a:pt x="5707" y="2437"/>
                      </a:cubicBezTo>
                      <a:cubicBezTo>
                        <a:pt x="5707" y="2432"/>
                        <a:pt x="5712" y="2422"/>
                        <a:pt x="5712" y="2417"/>
                      </a:cubicBezTo>
                      <a:cubicBezTo>
                        <a:pt x="5726" y="2339"/>
                        <a:pt x="5731" y="2266"/>
                        <a:pt x="5731" y="2193"/>
                      </a:cubicBezTo>
                      <a:cubicBezTo>
                        <a:pt x="5736" y="2188"/>
                        <a:pt x="5736" y="2178"/>
                        <a:pt x="5736" y="2168"/>
                      </a:cubicBezTo>
                      <a:lnTo>
                        <a:pt x="5736" y="2144"/>
                      </a:lnTo>
                      <a:cubicBezTo>
                        <a:pt x="5731" y="2105"/>
                        <a:pt x="5726" y="2066"/>
                        <a:pt x="5712" y="2026"/>
                      </a:cubicBezTo>
                      <a:cubicBezTo>
                        <a:pt x="5712" y="2022"/>
                        <a:pt x="5707" y="2017"/>
                        <a:pt x="5707" y="2007"/>
                      </a:cubicBezTo>
                      <a:cubicBezTo>
                        <a:pt x="5687" y="1963"/>
                        <a:pt x="5653" y="1914"/>
                        <a:pt x="5614" y="1875"/>
                      </a:cubicBezTo>
                      <a:cubicBezTo>
                        <a:pt x="5457" y="1719"/>
                        <a:pt x="5316" y="1597"/>
                        <a:pt x="5179" y="1499"/>
                      </a:cubicBezTo>
                      <a:cubicBezTo>
                        <a:pt x="5169" y="1489"/>
                        <a:pt x="5155" y="1479"/>
                        <a:pt x="5145" y="1469"/>
                      </a:cubicBezTo>
                      <a:cubicBezTo>
                        <a:pt x="5135" y="1421"/>
                        <a:pt x="5125" y="1367"/>
                        <a:pt x="5115" y="1318"/>
                      </a:cubicBezTo>
                      <a:cubicBezTo>
                        <a:pt x="5076" y="1074"/>
                        <a:pt x="5028" y="854"/>
                        <a:pt x="4988" y="639"/>
                      </a:cubicBezTo>
                      <a:cubicBezTo>
                        <a:pt x="4949" y="463"/>
                        <a:pt x="4915" y="282"/>
                        <a:pt x="4881" y="92"/>
                      </a:cubicBezTo>
                      <a:cubicBezTo>
                        <a:pt x="4871" y="48"/>
                        <a:pt x="4842" y="14"/>
                        <a:pt x="4798" y="4"/>
                      </a:cubicBezTo>
                      <a:cubicBezTo>
                        <a:pt x="4787" y="1"/>
                        <a:pt x="4777" y="0"/>
                        <a:pt x="476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0" name="Google Shape;580;p22"/>
                <p:cNvSpPr/>
                <p:nvPr/>
              </p:nvSpPr>
              <p:spPr>
                <a:xfrm>
                  <a:off x="7042650" y="1187700"/>
                  <a:ext cx="30925" cy="2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" h="1198" extrusionOk="0">
                      <a:moveTo>
                        <a:pt x="582" y="1"/>
                      </a:moveTo>
                      <a:cubicBezTo>
                        <a:pt x="382" y="240"/>
                        <a:pt x="167" y="514"/>
                        <a:pt x="6" y="738"/>
                      </a:cubicBezTo>
                      <a:cubicBezTo>
                        <a:pt x="6" y="742"/>
                        <a:pt x="3" y="745"/>
                        <a:pt x="2" y="748"/>
                      </a:cubicBezTo>
                      <a:lnTo>
                        <a:pt x="2" y="748"/>
                      </a:lnTo>
                      <a:cubicBezTo>
                        <a:pt x="2" y="748"/>
                        <a:pt x="1" y="748"/>
                        <a:pt x="1" y="748"/>
                      </a:cubicBezTo>
                      <a:lnTo>
                        <a:pt x="1" y="753"/>
                      </a:lnTo>
                      <a:cubicBezTo>
                        <a:pt x="1" y="751"/>
                        <a:pt x="1" y="750"/>
                        <a:pt x="2" y="748"/>
                      </a:cubicBezTo>
                      <a:lnTo>
                        <a:pt x="2" y="748"/>
                      </a:lnTo>
                      <a:cubicBezTo>
                        <a:pt x="143" y="758"/>
                        <a:pt x="289" y="777"/>
                        <a:pt x="426" y="812"/>
                      </a:cubicBezTo>
                      <a:cubicBezTo>
                        <a:pt x="592" y="851"/>
                        <a:pt x="1105" y="1100"/>
                        <a:pt x="1237" y="1197"/>
                      </a:cubicBezTo>
                      <a:cubicBezTo>
                        <a:pt x="1227" y="1149"/>
                        <a:pt x="1012" y="929"/>
                        <a:pt x="831" y="841"/>
                      </a:cubicBezTo>
                      <a:cubicBezTo>
                        <a:pt x="763" y="807"/>
                        <a:pt x="543" y="709"/>
                        <a:pt x="489" y="650"/>
                      </a:cubicBezTo>
                      <a:cubicBezTo>
                        <a:pt x="372" y="523"/>
                        <a:pt x="509" y="357"/>
                        <a:pt x="558" y="191"/>
                      </a:cubicBezTo>
                      <a:cubicBezTo>
                        <a:pt x="572" y="137"/>
                        <a:pt x="597" y="84"/>
                        <a:pt x="587" y="25"/>
                      </a:cubicBezTo>
                      <a:cubicBezTo>
                        <a:pt x="587" y="20"/>
                        <a:pt x="587" y="10"/>
                        <a:pt x="582" y="1"/>
                      </a:cubicBezTo>
                      <a:close/>
                    </a:path>
                  </a:pathLst>
                </a:custGeom>
                <a:solidFill>
                  <a:srgbClr val="1E1A19">
                    <a:alpha val="97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581;p22"/>
                <p:cNvSpPr/>
                <p:nvPr/>
              </p:nvSpPr>
              <p:spPr>
                <a:xfrm>
                  <a:off x="7033250" y="1224450"/>
                  <a:ext cx="47525" cy="1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1" h="655" extrusionOk="0">
                      <a:moveTo>
                        <a:pt x="1208" y="1"/>
                      </a:moveTo>
                      <a:cubicBezTo>
                        <a:pt x="903" y="1"/>
                        <a:pt x="601" y="48"/>
                        <a:pt x="318" y="162"/>
                      </a:cubicBezTo>
                      <a:cubicBezTo>
                        <a:pt x="216" y="201"/>
                        <a:pt x="108" y="255"/>
                        <a:pt x="54" y="348"/>
                      </a:cubicBezTo>
                      <a:cubicBezTo>
                        <a:pt x="1" y="446"/>
                        <a:pt x="15" y="587"/>
                        <a:pt x="113" y="636"/>
                      </a:cubicBezTo>
                      <a:cubicBezTo>
                        <a:pt x="139" y="649"/>
                        <a:pt x="166" y="655"/>
                        <a:pt x="193" y="655"/>
                      </a:cubicBezTo>
                      <a:cubicBezTo>
                        <a:pt x="258" y="655"/>
                        <a:pt x="325" y="625"/>
                        <a:pt x="387" y="597"/>
                      </a:cubicBezTo>
                      <a:cubicBezTo>
                        <a:pt x="704" y="446"/>
                        <a:pt x="1046" y="348"/>
                        <a:pt x="1393" y="299"/>
                      </a:cubicBezTo>
                      <a:cubicBezTo>
                        <a:pt x="1476" y="289"/>
                        <a:pt x="1808" y="309"/>
                        <a:pt x="1847" y="211"/>
                      </a:cubicBezTo>
                      <a:cubicBezTo>
                        <a:pt x="1901" y="69"/>
                        <a:pt x="1588" y="26"/>
                        <a:pt x="1510" y="16"/>
                      </a:cubicBezTo>
                      <a:cubicBezTo>
                        <a:pt x="1410" y="6"/>
                        <a:pt x="1309" y="1"/>
                        <a:pt x="1208" y="1"/>
                      </a:cubicBezTo>
                      <a:close/>
                    </a:path>
                  </a:pathLst>
                </a:custGeom>
                <a:solidFill>
                  <a:srgbClr val="1E1A19">
                    <a:alpha val="97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582;p22"/>
                <p:cNvSpPr/>
                <p:nvPr/>
              </p:nvSpPr>
              <p:spPr>
                <a:xfrm>
                  <a:off x="6997225" y="1298275"/>
                  <a:ext cx="121925" cy="7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7" h="3121" extrusionOk="0">
                      <a:moveTo>
                        <a:pt x="4415" y="1"/>
                      </a:moveTo>
                      <a:cubicBezTo>
                        <a:pt x="4123" y="1"/>
                        <a:pt x="3841" y="53"/>
                        <a:pt x="3616" y="229"/>
                      </a:cubicBezTo>
                      <a:cubicBezTo>
                        <a:pt x="3283" y="492"/>
                        <a:pt x="3161" y="932"/>
                        <a:pt x="2946" y="1294"/>
                      </a:cubicBezTo>
                      <a:cubicBezTo>
                        <a:pt x="2795" y="1553"/>
                        <a:pt x="2595" y="1777"/>
                        <a:pt x="2394" y="2002"/>
                      </a:cubicBezTo>
                      <a:cubicBezTo>
                        <a:pt x="2091" y="2329"/>
                        <a:pt x="1784" y="2671"/>
                        <a:pt x="1378" y="2857"/>
                      </a:cubicBezTo>
                      <a:cubicBezTo>
                        <a:pt x="1246" y="2920"/>
                        <a:pt x="1109" y="2964"/>
                        <a:pt x="968" y="2999"/>
                      </a:cubicBezTo>
                      <a:cubicBezTo>
                        <a:pt x="880" y="3018"/>
                        <a:pt x="797" y="3033"/>
                        <a:pt x="709" y="3047"/>
                      </a:cubicBezTo>
                      <a:cubicBezTo>
                        <a:pt x="582" y="3067"/>
                        <a:pt x="455" y="3077"/>
                        <a:pt x="328" y="3091"/>
                      </a:cubicBezTo>
                      <a:cubicBezTo>
                        <a:pt x="259" y="3096"/>
                        <a:pt x="191" y="3101"/>
                        <a:pt x="122" y="3111"/>
                      </a:cubicBezTo>
                      <a:cubicBezTo>
                        <a:pt x="78" y="3111"/>
                        <a:pt x="39" y="3116"/>
                        <a:pt x="0" y="3121"/>
                      </a:cubicBezTo>
                      <a:cubicBezTo>
                        <a:pt x="35" y="3121"/>
                        <a:pt x="74" y="3116"/>
                        <a:pt x="108" y="3116"/>
                      </a:cubicBezTo>
                      <a:lnTo>
                        <a:pt x="269" y="3116"/>
                      </a:lnTo>
                      <a:cubicBezTo>
                        <a:pt x="362" y="3111"/>
                        <a:pt x="455" y="3111"/>
                        <a:pt x="552" y="3106"/>
                      </a:cubicBezTo>
                      <a:cubicBezTo>
                        <a:pt x="684" y="3106"/>
                        <a:pt x="816" y="3101"/>
                        <a:pt x="953" y="3096"/>
                      </a:cubicBezTo>
                      <a:lnTo>
                        <a:pt x="1031" y="3096"/>
                      </a:lnTo>
                      <a:cubicBezTo>
                        <a:pt x="1124" y="3096"/>
                        <a:pt x="1217" y="3091"/>
                        <a:pt x="1315" y="3091"/>
                      </a:cubicBezTo>
                      <a:cubicBezTo>
                        <a:pt x="1334" y="3091"/>
                        <a:pt x="1349" y="3087"/>
                        <a:pt x="1368" y="3087"/>
                      </a:cubicBezTo>
                      <a:lnTo>
                        <a:pt x="1486" y="3087"/>
                      </a:lnTo>
                      <a:cubicBezTo>
                        <a:pt x="1534" y="3087"/>
                        <a:pt x="1588" y="3082"/>
                        <a:pt x="1637" y="3082"/>
                      </a:cubicBezTo>
                      <a:lnTo>
                        <a:pt x="1730" y="3082"/>
                      </a:lnTo>
                      <a:cubicBezTo>
                        <a:pt x="1852" y="3077"/>
                        <a:pt x="1969" y="3072"/>
                        <a:pt x="2086" y="3067"/>
                      </a:cubicBezTo>
                      <a:cubicBezTo>
                        <a:pt x="2091" y="3072"/>
                        <a:pt x="2091" y="3072"/>
                        <a:pt x="2091" y="3072"/>
                      </a:cubicBezTo>
                      <a:cubicBezTo>
                        <a:pt x="2086" y="3028"/>
                        <a:pt x="2086" y="2979"/>
                        <a:pt x="2086" y="2930"/>
                      </a:cubicBezTo>
                      <a:cubicBezTo>
                        <a:pt x="2086" y="2906"/>
                        <a:pt x="2091" y="2877"/>
                        <a:pt x="2096" y="2847"/>
                      </a:cubicBezTo>
                      <a:cubicBezTo>
                        <a:pt x="2140" y="2583"/>
                        <a:pt x="2306" y="2339"/>
                        <a:pt x="2526" y="2178"/>
                      </a:cubicBezTo>
                      <a:cubicBezTo>
                        <a:pt x="2560" y="2149"/>
                        <a:pt x="2595" y="2124"/>
                        <a:pt x="2634" y="2105"/>
                      </a:cubicBezTo>
                      <a:cubicBezTo>
                        <a:pt x="2707" y="2061"/>
                        <a:pt x="2780" y="2026"/>
                        <a:pt x="2853" y="1997"/>
                      </a:cubicBezTo>
                      <a:cubicBezTo>
                        <a:pt x="2946" y="1963"/>
                        <a:pt x="3039" y="1934"/>
                        <a:pt x="3137" y="1914"/>
                      </a:cubicBezTo>
                      <a:cubicBezTo>
                        <a:pt x="3225" y="1895"/>
                        <a:pt x="3313" y="1880"/>
                        <a:pt x="3406" y="1870"/>
                      </a:cubicBezTo>
                      <a:cubicBezTo>
                        <a:pt x="3537" y="1855"/>
                        <a:pt x="3674" y="1846"/>
                        <a:pt x="3811" y="1846"/>
                      </a:cubicBezTo>
                      <a:cubicBezTo>
                        <a:pt x="3748" y="1660"/>
                        <a:pt x="3738" y="1460"/>
                        <a:pt x="3772" y="1264"/>
                      </a:cubicBezTo>
                      <a:cubicBezTo>
                        <a:pt x="3801" y="1079"/>
                        <a:pt x="3870" y="903"/>
                        <a:pt x="3962" y="742"/>
                      </a:cubicBezTo>
                      <a:cubicBezTo>
                        <a:pt x="3987" y="702"/>
                        <a:pt x="4011" y="663"/>
                        <a:pt x="4036" y="629"/>
                      </a:cubicBezTo>
                      <a:cubicBezTo>
                        <a:pt x="4109" y="527"/>
                        <a:pt x="4197" y="434"/>
                        <a:pt x="4295" y="356"/>
                      </a:cubicBezTo>
                      <a:cubicBezTo>
                        <a:pt x="4456" y="233"/>
                        <a:pt x="4642" y="146"/>
                        <a:pt x="4837" y="97"/>
                      </a:cubicBezTo>
                      <a:cubicBezTo>
                        <a:pt x="4876" y="87"/>
                        <a:pt x="4876" y="33"/>
                        <a:pt x="4832" y="28"/>
                      </a:cubicBezTo>
                      <a:cubicBezTo>
                        <a:pt x="4694" y="13"/>
                        <a:pt x="4553" y="1"/>
                        <a:pt x="4415" y="1"/>
                      </a:cubicBezTo>
                      <a:close/>
                    </a:path>
                  </a:pathLst>
                </a:custGeom>
                <a:solidFill>
                  <a:srgbClr val="1E1A19">
                    <a:alpha val="97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583;p22"/>
                <p:cNvSpPr/>
                <p:nvPr/>
              </p:nvSpPr>
              <p:spPr>
                <a:xfrm>
                  <a:off x="7018775" y="1266400"/>
                  <a:ext cx="46000" cy="1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0" h="752" extrusionOk="0">
                      <a:moveTo>
                        <a:pt x="225" y="1"/>
                      </a:moveTo>
                      <a:cubicBezTo>
                        <a:pt x="100" y="1"/>
                        <a:pt x="1" y="133"/>
                        <a:pt x="57" y="258"/>
                      </a:cubicBezTo>
                      <a:cubicBezTo>
                        <a:pt x="57" y="258"/>
                        <a:pt x="57" y="258"/>
                        <a:pt x="57" y="263"/>
                      </a:cubicBezTo>
                      <a:cubicBezTo>
                        <a:pt x="174" y="502"/>
                        <a:pt x="413" y="673"/>
                        <a:pt x="677" y="727"/>
                      </a:cubicBezTo>
                      <a:cubicBezTo>
                        <a:pt x="752" y="744"/>
                        <a:pt x="828" y="752"/>
                        <a:pt x="904" y="752"/>
                      </a:cubicBezTo>
                      <a:cubicBezTo>
                        <a:pt x="1094" y="752"/>
                        <a:pt x="1285" y="703"/>
                        <a:pt x="1459" y="619"/>
                      </a:cubicBezTo>
                      <a:cubicBezTo>
                        <a:pt x="1591" y="556"/>
                        <a:pt x="1718" y="478"/>
                        <a:pt x="1830" y="380"/>
                      </a:cubicBezTo>
                      <a:cubicBezTo>
                        <a:pt x="1840" y="307"/>
                        <a:pt x="1840" y="253"/>
                        <a:pt x="1830" y="184"/>
                      </a:cubicBezTo>
                      <a:cubicBezTo>
                        <a:pt x="1699" y="209"/>
                        <a:pt x="1567" y="220"/>
                        <a:pt x="1435" y="220"/>
                      </a:cubicBezTo>
                      <a:cubicBezTo>
                        <a:pt x="1046" y="220"/>
                        <a:pt x="656" y="125"/>
                        <a:pt x="277" y="9"/>
                      </a:cubicBezTo>
                      <a:cubicBezTo>
                        <a:pt x="259" y="3"/>
                        <a:pt x="242" y="1"/>
                        <a:pt x="225" y="1"/>
                      </a:cubicBezTo>
                      <a:close/>
                    </a:path>
                  </a:pathLst>
                </a:custGeom>
                <a:solidFill>
                  <a:srgbClr val="1E1A19">
                    <a:alpha val="97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584;p22"/>
                <p:cNvSpPr/>
                <p:nvPr/>
              </p:nvSpPr>
              <p:spPr>
                <a:xfrm>
                  <a:off x="7057325" y="1297750"/>
                  <a:ext cx="119575" cy="8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3" h="3211" extrusionOk="0">
                      <a:moveTo>
                        <a:pt x="4373" y="0"/>
                      </a:moveTo>
                      <a:lnTo>
                        <a:pt x="4373" y="0"/>
                      </a:lnTo>
                      <a:cubicBezTo>
                        <a:pt x="4465" y="465"/>
                        <a:pt x="4446" y="953"/>
                        <a:pt x="4314" y="1412"/>
                      </a:cubicBezTo>
                      <a:cubicBezTo>
                        <a:pt x="4299" y="1461"/>
                        <a:pt x="4285" y="1510"/>
                        <a:pt x="4270" y="1559"/>
                      </a:cubicBezTo>
                      <a:cubicBezTo>
                        <a:pt x="4246" y="1622"/>
                        <a:pt x="4221" y="1686"/>
                        <a:pt x="4197" y="1745"/>
                      </a:cubicBezTo>
                      <a:cubicBezTo>
                        <a:pt x="4099" y="1969"/>
                        <a:pt x="3972" y="2184"/>
                        <a:pt x="3806" y="2360"/>
                      </a:cubicBezTo>
                      <a:cubicBezTo>
                        <a:pt x="3723" y="2453"/>
                        <a:pt x="3625" y="2541"/>
                        <a:pt x="3518" y="2609"/>
                      </a:cubicBezTo>
                      <a:cubicBezTo>
                        <a:pt x="3483" y="2639"/>
                        <a:pt x="3444" y="2658"/>
                        <a:pt x="3405" y="2683"/>
                      </a:cubicBezTo>
                      <a:cubicBezTo>
                        <a:pt x="3308" y="2736"/>
                        <a:pt x="3205" y="2775"/>
                        <a:pt x="3102" y="2810"/>
                      </a:cubicBezTo>
                      <a:cubicBezTo>
                        <a:pt x="3049" y="2824"/>
                        <a:pt x="2995" y="2839"/>
                        <a:pt x="2936" y="2849"/>
                      </a:cubicBezTo>
                      <a:cubicBezTo>
                        <a:pt x="2926" y="2854"/>
                        <a:pt x="2912" y="2854"/>
                        <a:pt x="2902" y="2858"/>
                      </a:cubicBezTo>
                      <a:cubicBezTo>
                        <a:pt x="2731" y="2893"/>
                        <a:pt x="2550" y="2907"/>
                        <a:pt x="2374" y="2907"/>
                      </a:cubicBezTo>
                      <a:lnTo>
                        <a:pt x="2208" y="2907"/>
                      </a:lnTo>
                      <a:cubicBezTo>
                        <a:pt x="2164" y="2907"/>
                        <a:pt x="2120" y="2902"/>
                        <a:pt x="2076" y="2902"/>
                      </a:cubicBezTo>
                      <a:cubicBezTo>
                        <a:pt x="2037" y="2898"/>
                        <a:pt x="2003" y="2898"/>
                        <a:pt x="1964" y="2893"/>
                      </a:cubicBezTo>
                      <a:cubicBezTo>
                        <a:pt x="1852" y="2888"/>
                        <a:pt x="1734" y="2878"/>
                        <a:pt x="1617" y="2873"/>
                      </a:cubicBezTo>
                      <a:cubicBezTo>
                        <a:pt x="1549" y="2868"/>
                        <a:pt x="1475" y="2863"/>
                        <a:pt x="1402" y="2863"/>
                      </a:cubicBezTo>
                      <a:cubicBezTo>
                        <a:pt x="1335" y="2860"/>
                        <a:pt x="1269" y="2859"/>
                        <a:pt x="1202" y="2859"/>
                      </a:cubicBezTo>
                      <a:cubicBezTo>
                        <a:pt x="1039" y="2859"/>
                        <a:pt x="876" y="2868"/>
                        <a:pt x="713" y="2893"/>
                      </a:cubicBezTo>
                      <a:cubicBezTo>
                        <a:pt x="606" y="2912"/>
                        <a:pt x="493" y="2941"/>
                        <a:pt x="386" y="2981"/>
                      </a:cubicBezTo>
                      <a:cubicBezTo>
                        <a:pt x="352" y="2990"/>
                        <a:pt x="313" y="3005"/>
                        <a:pt x="278" y="3025"/>
                      </a:cubicBezTo>
                      <a:cubicBezTo>
                        <a:pt x="181" y="3064"/>
                        <a:pt x="83" y="3117"/>
                        <a:pt x="0" y="3181"/>
                      </a:cubicBezTo>
                      <a:cubicBezTo>
                        <a:pt x="376" y="3200"/>
                        <a:pt x="738" y="3210"/>
                        <a:pt x="1080" y="3210"/>
                      </a:cubicBezTo>
                      <a:lnTo>
                        <a:pt x="1251" y="3210"/>
                      </a:lnTo>
                      <a:cubicBezTo>
                        <a:pt x="1285" y="3210"/>
                        <a:pt x="1314" y="3205"/>
                        <a:pt x="1348" y="3205"/>
                      </a:cubicBezTo>
                      <a:cubicBezTo>
                        <a:pt x="1436" y="3205"/>
                        <a:pt x="1524" y="3205"/>
                        <a:pt x="1612" y="3200"/>
                      </a:cubicBezTo>
                      <a:cubicBezTo>
                        <a:pt x="1661" y="3200"/>
                        <a:pt x="1710" y="3196"/>
                        <a:pt x="1759" y="3196"/>
                      </a:cubicBezTo>
                      <a:cubicBezTo>
                        <a:pt x="1837" y="3191"/>
                        <a:pt x="1915" y="3191"/>
                        <a:pt x="1993" y="3186"/>
                      </a:cubicBezTo>
                      <a:lnTo>
                        <a:pt x="2028" y="3186"/>
                      </a:lnTo>
                      <a:cubicBezTo>
                        <a:pt x="2111" y="3181"/>
                        <a:pt x="2194" y="3171"/>
                        <a:pt x="2282" y="3166"/>
                      </a:cubicBezTo>
                      <a:cubicBezTo>
                        <a:pt x="2316" y="3166"/>
                        <a:pt x="2350" y="3161"/>
                        <a:pt x="2384" y="3156"/>
                      </a:cubicBezTo>
                      <a:cubicBezTo>
                        <a:pt x="2418" y="3156"/>
                        <a:pt x="2453" y="3152"/>
                        <a:pt x="2487" y="3152"/>
                      </a:cubicBezTo>
                      <a:cubicBezTo>
                        <a:pt x="2545" y="3147"/>
                        <a:pt x="2604" y="3142"/>
                        <a:pt x="2658" y="3137"/>
                      </a:cubicBezTo>
                      <a:lnTo>
                        <a:pt x="2697" y="3117"/>
                      </a:lnTo>
                      <a:cubicBezTo>
                        <a:pt x="2804" y="3103"/>
                        <a:pt x="2912" y="3088"/>
                        <a:pt x="3019" y="3073"/>
                      </a:cubicBezTo>
                      <a:cubicBezTo>
                        <a:pt x="3195" y="3049"/>
                        <a:pt x="3366" y="3020"/>
                        <a:pt x="3532" y="2971"/>
                      </a:cubicBezTo>
                      <a:cubicBezTo>
                        <a:pt x="3591" y="2956"/>
                        <a:pt x="3649" y="2941"/>
                        <a:pt x="3708" y="2922"/>
                      </a:cubicBezTo>
                      <a:cubicBezTo>
                        <a:pt x="3786" y="2893"/>
                        <a:pt x="3864" y="2858"/>
                        <a:pt x="3943" y="2819"/>
                      </a:cubicBezTo>
                      <a:cubicBezTo>
                        <a:pt x="4153" y="2717"/>
                        <a:pt x="4343" y="2580"/>
                        <a:pt x="4480" y="2394"/>
                      </a:cubicBezTo>
                      <a:cubicBezTo>
                        <a:pt x="4500" y="2375"/>
                        <a:pt x="4514" y="2350"/>
                        <a:pt x="4529" y="2331"/>
                      </a:cubicBezTo>
                      <a:cubicBezTo>
                        <a:pt x="4636" y="2170"/>
                        <a:pt x="4705" y="1984"/>
                        <a:pt x="4739" y="1793"/>
                      </a:cubicBezTo>
                      <a:cubicBezTo>
                        <a:pt x="4763" y="1661"/>
                        <a:pt x="4778" y="1530"/>
                        <a:pt x="4778" y="1393"/>
                      </a:cubicBezTo>
                      <a:cubicBezTo>
                        <a:pt x="4783" y="1114"/>
                        <a:pt x="4749" y="831"/>
                        <a:pt x="4675" y="557"/>
                      </a:cubicBezTo>
                      <a:cubicBezTo>
                        <a:pt x="4636" y="474"/>
                        <a:pt x="4597" y="386"/>
                        <a:pt x="4553" y="303"/>
                      </a:cubicBezTo>
                      <a:cubicBezTo>
                        <a:pt x="4504" y="206"/>
                        <a:pt x="4441" y="103"/>
                        <a:pt x="4373" y="0"/>
                      </a:cubicBezTo>
                      <a:close/>
                    </a:path>
                  </a:pathLst>
                </a:custGeom>
                <a:solidFill>
                  <a:srgbClr val="1E1A19">
                    <a:alpha val="97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585;p22"/>
                <p:cNvSpPr/>
                <p:nvPr/>
              </p:nvSpPr>
              <p:spPr>
                <a:xfrm>
                  <a:off x="7023225" y="1240925"/>
                  <a:ext cx="30925" cy="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" h="139" extrusionOk="0">
                      <a:moveTo>
                        <a:pt x="830" y="0"/>
                      </a:moveTo>
                      <a:cubicBezTo>
                        <a:pt x="557" y="0"/>
                        <a:pt x="296" y="39"/>
                        <a:pt x="11" y="119"/>
                      </a:cubicBezTo>
                      <a:cubicBezTo>
                        <a:pt x="6" y="119"/>
                        <a:pt x="1" y="124"/>
                        <a:pt x="6" y="134"/>
                      </a:cubicBezTo>
                      <a:cubicBezTo>
                        <a:pt x="6" y="138"/>
                        <a:pt x="11" y="138"/>
                        <a:pt x="16" y="138"/>
                      </a:cubicBezTo>
                      <a:cubicBezTo>
                        <a:pt x="301" y="59"/>
                        <a:pt x="560" y="22"/>
                        <a:pt x="830" y="22"/>
                      </a:cubicBezTo>
                      <a:cubicBezTo>
                        <a:pt x="957" y="22"/>
                        <a:pt x="1086" y="30"/>
                        <a:pt x="1222" y="46"/>
                      </a:cubicBezTo>
                      <a:cubicBezTo>
                        <a:pt x="1232" y="46"/>
                        <a:pt x="1237" y="46"/>
                        <a:pt x="1237" y="36"/>
                      </a:cubicBezTo>
                      <a:cubicBezTo>
                        <a:pt x="1237" y="31"/>
                        <a:pt x="1232" y="26"/>
                        <a:pt x="1227" y="26"/>
                      </a:cubicBezTo>
                      <a:cubicBezTo>
                        <a:pt x="1089" y="9"/>
                        <a:pt x="958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586;p22"/>
                <p:cNvSpPr/>
                <p:nvPr/>
              </p:nvSpPr>
              <p:spPr>
                <a:xfrm>
                  <a:off x="7027500" y="1243400"/>
                  <a:ext cx="27400" cy="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6" h="343" extrusionOk="0">
                      <a:moveTo>
                        <a:pt x="1086" y="0"/>
                      </a:moveTo>
                      <a:cubicBezTo>
                        <a:pt x="670" y="20"/>
                        <a:pt x="353" y="118"/>
                        <a:pt x="11" y="323"/>
                      </a:cubicBezTo>
                      <a:cubicBezTo>
                        <a:pt x="6" y="323"/>
                        <a:pt x="1" y="333"/>
                        <a:pt x="6" y="337"/>
                      </a:cubicBezTo>
                      <a:cubicBezTo>
                        <a:pt x="6" y="337"/>
                        <a:pt x="11" y="342"/>
                        <a:pt x="16" y="342"/>
                      </a:cubicBezTo>
                      <a:cubicBezTo>
                        <a:pt x="16" y="342"/>
                        <a:pt x="16" y="342"/>
                        <a:pt x="20" y="337"/>
                      </a:cubicBezTo>
                      <a:cubicBezTo>
                        <a:pt x="358" y="137"/>
                        <a:pt x="675" y="44"/>
                        <a:pt x="1086" y="25"/>
                      </a:cubicBezTo>
                      <a:cubicBezTo>
                        <a:pt x="1090" y="25"/>
                        <a:pt x="1095" y="20"/>
                        <a:pt x="1095" y="15"/>
                      </a:cubicBezTo>
                      <a:cubicBezTo>
                        <a:pt x="1095" y="5"/>
                        <a:pt x="1090" y="5"/>
                        <a:pt x="108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22"/>
                <p:cNvSpPr/>
                <p:nvPr/>
              </p:nvSpPr>
              <p:spPr>
                <a:xfrm>
                  <a:off x="7037525" y="1245550"/>
                  <a:ext cx="17375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545" extrusionOk="0">
                      <a:moveTo>
                        <a:pt x="684" y="0"/>
                      </a:moveTo>
                      <a:cubicBezTo>
                        <a:pt x="682" y="0"/>
                        <a:pt x="681" y="1"/>
                        <a:pt x="680" y="2"/>
                      </a:cubicBezTo>
                      <a:cubicBezTo>
                        <a:pt x="387" y="124"/>
                        <a:pt x="181" y="286"/>
                        <a:pt x="5" y="525"/>
                      </a:cubicBezTo>
                      <a:cubicBezTo>
                        <a:pt x="1" y="530"/>
                        <a:pt x="1" y="535"/>
                        <a:pt x="5" y="540"/>
                      </a:cubicBezTo>
                      <a:lnTo>
                        <a:pt x="15" y="540"/>
                      </a:lnTo>
                      <a:lnTo>
                        <a:pt x="15" y="545"/>
                      </a:lnTo>
                      <a:cubicBezTo>
                        <a:pt x="15" y="545"/>
                        <a:pt x="20" y="540"/>
                        <a:pt x="20" y="540"/>
                      </a:cubicBezTo>
                      <a:cubicBezTo>
                        <a:pt x="201" y="300"/>
                        <a:pt x="396" y="144"/>
                        <a:pt x="689" y="22"/>
                      </a:cubicBezTo>
                      <a:cubicBezTo>
                        <a:pt x="694" y="17"/>
                        <a:pt x="694" y="12"/>
                        <a:pt x="694" y="7"/>
                      </a:cubicBezTo>
                      <a:cubicBezTo>
                        <a:pt x="691" y="4"/>
                        <a:pt x="687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22"/>
                <p:cNvSpPr/>
                <p:nvPr/>
              </p:nvSpPr>
              <p:spPr>
                <a:xfrm>
                  <a:off x="7076850" y="1228625"/>
                  <a:ext cx="30325" cy="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3" h="269" extrusionOk="0">
                      <a:moveTo>
                        <a:pt x="1198" y="0"/>
                      </a:moveTo>
                      <a:cubicBezTo>
                        <a:pt x="763" y="5"/>
                        <a:pt x="406" y="78"/>
                        <a:pt x="6" y="249"/>
                      </a:cubicBezTo>
                      <a:cubicBezTo>
                        <a:pt x="1" y="254"/>
                        <a:pt x="1" y="259"/>
                        <a:pt x="1" y="264"/>
                      </a:cubicBezTo>
                      <a:cubicBezTo>
                        <a:pt x="6" y="269"/>
                        <a:pt x="6" y="269"/>
                        <a:pt x="10" y="269"/>
                      </a:cubicBezTo>
                      <a:lnTo>
                        <a:pt x="15" y="269"/>
                      </a:lnTo>
                      <a:cubicBezTo>
                        <a:pt x="411" y="98"/>
                        <a:pt x="763" y="25"/>
                        <a:pt x="1198" y="20"/>
                      </a:cubicBezTo>
                      <a:cubicBezTo>
                        <a:pt x="1207" y="20"/>
                        <a:pt x="1212" y="15"/>
                        <a:pt x="1212" y="10"/>
                      </a:cubicBezTo>
                      <a:cubicBezTo>
                        <a:pt x="1212" y="5"/>
                        <a:pt x="1207" y="0"/>
                        <a:pt x="119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22"/>
                <p:cNvSpPr/>
                <p:nvPr/>
              </p:nvSpPr>
              <p:spPr>
                <a:xfrm>
                  <a:off x="7076600" y="1235100"/>
                  <a:ext cx="28500" cy="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0" h="98" extrusionOk="0">
                      <a:moveTo>
                        <a:pt x="571" y="1"/>
                      </a:moveTo>
                      <a:cubicBezTo>
                        <a:pt x="391" y="1"/>
                        <a:pt x="209" y="25"/>
                        <a:pt x="11" y="73"/>
                      </a:cubicBezTo>
                      <a:cubicBezTo>
                        <a:pt x="6" y="73"/>
                        <a:pt x="1" y="78"/>
                        <a:pt x="1" y="83"/>
                      </a:cubicBezTo>
                      <a:cubicBezTo>
                        <a:pt x="6" y="88"/>
                        <a:pt x="11" y="93"/>
                        <a:pt x="16" y="93"/>
                      </a:cubicBezTo>
                      <a:cubicBezTo>
                        <a:pt x="211" y="45"/>
                        <a:pt x="390" y="22"/>
                        <a:pt x="566" y="22"/>
                      </a:cubicBezTo>
                      <a:cubicBezTo>
                        <a:pt x="752" y="22"/>
                        <a:pt x="934" y="48"/>
                        <a:pt x="1129" y="98"/>
                      </a:cubicBezTo>
                      <a:cubicBezTo>
                        <a:pt x="1134" y="98"/>
                        <a:pt x="1139" y="98"/>
                        <a:pt x="1139" y="93"/>
                      </a:cubicBezTo>
                      <a:cubicBezTo>
                        <a:pt x="1139" y="83"/>
                        <a:pt x="1139" y="78"/>
                        <a:pt x="1134" y="78"/>
                      </a:cubicBezTo>
                      <a:cubicBezTo>
                        <a:pt x="939" y="26"/>
                        <a:pt x="756" y="1"/>
                        <a:pt x="57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22"/>
                <p:cNvSpPr/>
                <p:nvPr/>
              </p:nvSpPr>
              <p:spPr>
                <a:xfrm>
                  <a:off x="7077225" y="1238875"/>
                  <a:ext cx="20300" cy="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" h="338" extrusionOk="0">
                      <a:moveTo>
                        <a:pt x="15" y="1"/>
                      </a:moveTo>
                      <a:cubicBezTo>
                        <a:pt x="5" y="1"/>
                        <a:pt x="0" y="5"/>
                        <a:pt x="0" y="10"/>
                      </a:cubicBezTo>
                      <a:cubicBezTo>
                        <a:pt x="0" y="15"/>
                        <a:pt x="5" y="20"/>
                        <a:pt x="10" y="20"/>
                      </a:cubicBezTo>
                      <a:cubicBezTo>
                        <a:pt x="323" y="59"/>
                        <a:pt x="557" y="152"/>
                        <a:pt x="792" y="333"/>
                      </a:cubicBezTo>
                      <a:cubicBezTo>
                        <a:pt x="797" y="333"/>
                        <a:pt x="797" y="338"/>
                        <a:pt x="802" y="338"/>
                      </a:cubicBezTo>
                      <a:cubicBezTo>
                        <a:pt x="802" y="338"/>
                        <a:pt x="806" y="333"/>
                        <a:pt x="806" y="333"/>
                      </a:cubicBezTo>
                      <a:cubicBezTo>
                        <a:pt x="811" y="328"/>
                        <a:pt x="811" y="318"/>
                        <a:pt x="806" y="318"/>
                      </a:cubicBezTo>
                      <a:cubicBezTo>
                        <a:pt x="567" y="132"/>
                        <a:pt x="333" y="40"/>
                        <a:pt x="1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22"/>
                <p:cNvSpPr/>
                <p:nvPr/>
              </p:nvSpPr>
              <p:spPr>
                <a:xfrm>
                  <a:off x="6953125" y="1348425"/>
                  <a:ext cx="64325" cy="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3" h="900" extrusionOk="0">
                      <a:moveTo>
                        <a:pt x="2158" y="0"/>
                      </a:moveTo>
                      <a:cubicBezTo>
                        <a:pt x="2106" y="0"/>
                        <a:pt x="2060" y="2"/>
                        <a:pt x="2033" y="6"/>
                      </a:cubicBezTo>
                      <a:cubicBezTo>
                        <a:pt x="1652" y="40"/>
                        <a:pt x="1276" y="79"/>
                        <a:pt x="900" y="143"/>
                      </a:cubicBezTo>
                      <a:cubicBezTo>
                        <a:pt x="690" y="177"/>
                        <a:pt x="470" y="226"/>
                        <a:pt x="294" y="348"/>
                      </a:cubicBezTo>
                      <a:cubicBezTo>
                        <a:pt x="123" y="475"/>
                        <a:pt x="1" y="695"/>
                        <a:pt x="54" y="900"/>
                      </a:cubicBezTo>
                      <a:cubicBezTo>
                        <a:pt x="54" y="900"/>
                        <a:pt x="59" y="900"/>
                        <a:pt x="59" y="895"/>
                      </a:cubicBezTo>
                      <a:lnTo>
                        <a:pt x="64" y="895"/>
                      </a:lnTo>
                      <a:cubicBezTo>
                        <a:pt x="220" y="651"/>
                        <a:pt x="484" y="489"/>
                        <a:pt x="768" y="406"/>
                      </a:cubicBezTo>
                      <a:cubicBezTo>
                        <a:pt x="1051" y="318"/>
                        <a:pt x="1349" y="294"/>
                        <a:pt x="1642" y="265"/>
                      </a:cubicBezTo>
                      <a:cubicBezTo>
                        <a:pt x="1867" y="240"/>
                        <a:pt x="2101" y="211"/>
                        <a:pt x="2312" y="133"/>
                      </a:cubicBezTo>
                      <a:cubicBezTo>
                        <a:pt x="2572" y="27"/>
                        <a:pt x="2333" y="0"/>
                        <a:pt x="2158" y="0"/>
                      </a:cubicBezTo>
                      <a:close/>
                    </a:path>
                  </a:pathLst>
                </a:custGeom>
                <a:solidFill>
                  <a:srgbClr val="1E1A19">
                    <a:alpha val="97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22"/>
                <p:cNvSpPr/>
                <p:nvPr/>
              </p:nvSpPr>
              <p:spPr>
                <a:xfrm>
                  <a:off x="7129375" y="1375050"/>
                  <a:ext cx="3925" cy="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" h="75" extrusionOk="0">
                      <a:moveTo>
                        <a:pt x="142" y="1"/>
                      </a:moveTo>
                      <a:cubicBezTo>
                        <a:pt x="98" y="6"/>
                        <a:pt x="49" y="11"/>
                        <a:pt x="5" y="16"/>
                      </a:cubicBezTo>
                      <a:cubicBezTo>
                        <a:pt x="0" y="45"/>
                        <a:pt x="10" y="64"/>
                        <a:pt x="35" y="74"/>
                      </a:cubicBezTo>
                      <a:cubicBezTo>
                        <a:pt x="74" y="50"/>
                        <a:pt x="118" y="20"/>
                        <a:pt x="157" y="1"/>
                      </a:cubicBezTo>
                      <a:close/>
                    </a:path>
                  </a:pathLst>
                </a:custGeom>
                <a:solidFill>
                  <a:srgbClr val="8153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22"/>
                <p:cNvSpPr/>
                <p:nvPr/>
              </p:nvSpPr>
              <p:spPr>
                <a:xfrm>
                  <a:off x="7000650" y="1193475"/>
                  <a:ext cx="215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3" h="974" extrusionOk="0">
                      <a:moveTo>
                        <a:pt x="58" y="0"/>
                      </a:moveTo>
                      <a:cubicBezTo>
                        <a:pt x="28" y="0"/>
                        <a:pt x="0" y="26"/>
                        <a:pt x="0" y="63"/>
                      </a:cubicBezTo>
                      <a:lnTo>
                        <a:pt x="29" y="825"/>
                      </a:lnTo>
                      <a:cubicBezTo>
                        <a:pt x="29" y="883"/>
                        <a:pt x="44" y="952"/>
                        <a:pt x="98" y="971"/>
                      </a:cubicBezTo>
                      <a:cubicBezTo>
                        <a:pt x="104" y="973"/>
                        <a:pt x="110" y="974"/>
                        <a:pt x="116" y="974"/>
                      </a:cubicBezTo>
                      <a:cubicBezTo>
                        <a:pt x="162" y="974"/>
                        <a:pt x="204" y="926"/>
                        <a:pt x="230" y="879"/>
                      </a:cubicBezTo>
                      <a:cubicBezTo>
                        <a:pt x="254" y="825"/>
                        <a:pt x="279" y="761"/>
                        <a:pt x="337" y="747"/>
                      </a:cubicBezTo>
                      <a:cubicBezTo>
                        <a:pt x="353" y="743"/>
                        <a:pt x="374" y="741"/>
                        <a:pt x="397" y="741"/>
                      </a:cubicBezTo>
                      <a:cubicBezTo>
                        <a:pt x="458" y="741"/>
                        <a:pt x="537" y="751"/>
                        <a:pt x="610" y="751"/>
                      </a:cubicBezTo>
                      <a:cubicBezTo>
                        <a:pt x="748" y="751"/>
                        <a:pt x="863" y="716"/>
                        <a:pt x="772" y="512"/>
                      </a:cubicBezTo>
                      <a:cubicBezTo>
                        <a:pt x="694" y="341"/>
                        <a:pt x="308" y="146"/>
                        <a:pt x="88" y="9"/>
                      </a:cubicBezTo>
                      <a:cubicBezTo>
                        <a:pt x="78" y="3"/>
                        <a:pt x="68" y="0"/>
                        <a:pt x="5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22"/>
                <p:cNvSpPr/>
                <p:nvPr/>
              </p:nvSpPr>
              <p:spPr>
                <a:xfrm>
                  <a:off x="7111050" y="1369325"/>
                  <a:ext cx="107500" cy="6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0" h="2566" extrusionOk="0">
                      <a:moveTo>
                        <a:pt x="3059" y="0"/>
                      </a:moveTo>
                      <a:cubicBezTo>
                        <a:pt x="2991" y="0"/>
                        <a:pt x="2922" y="5"/>
                        <a:pt x="2859" y="20"/>
                      </a:cubicBezTo>
                      <a:cubicBezTo>
                        <a:pt x="2839" y="59"/>
                        <a:pt x="2815" y="93"/>
                        <a:pt x="2790" y="127"/>
                      </a:cubicBezTo>
                      <a:cubicBezTo>
                        <a:pt x="2766" y="162"/>
                        <a:pt x="2737" y="196"/>
                        <a:pt x="2702" y="230"/>
                      </a:cubicBezTo>
                      <a:cubicBezTo>
                        <a:pt x="2678" y="254"/>
                        <a:pt x="2653" y="279"/>
                        <a:pt x="2629" y="303"/>
                      </a:cubicBezTo>
                      <a:cubicBezTo>
                        <a:pt x="2463" y="455"/>
                        <a:pt x="2268" y="572"/>
                        <a:pt x="2072" y="675"/>
                      </a:cubicBezTo>
                      <a:cubicBezTo>
                        <a:pt x="1984" y="718"/>
                        <a:pt x="1896" y="767"/>
                        <a:pt x="1803" y="811"/>
                      </a:cubicBezTo>
                      <a:cubicBezTo>
                        <a:pt x="1764" y="831"/>
                        <a:pt x="1720" y="850"/>
                        <a:pt x="1676" y="875"/>
                      </a:cubicBezTo>
                      <a:cubicBezTo>
                        <a:pt x="1652" y="885"/>
                        <a:pt x="1628" y="899"/>
                        <a:pt x="1603" y="909"/>
                      </a:cubicBezTo>
                      <a:cubicBezTo>
                        <a:pt x="1481" y="973"/>
                        <a:pt x="1354" y="1041"/>
                        <a:pt x="1232" y="1114"/>
                      </a:cubicBezTo>
                      <a:cubicBezTo>
                        <a:pt x="1119" y="1183"/>
                        <a:pt x="1007" y="1256"/>
                        <a:pt x="895" y="1329"/>
                      </a:cubicBezTo>
                      <a:cubicBezTo>
                        <a:pt x="831" y="1368"/>
                        <a:pt x="768" y="1412"/>
                        <a:pt x="709" y="1456"/>
                      </a:cubicBezTo>
                      <a:cubicBezTo>
                        <a:pt x="704" y="1461"/>
                        <a:pt x="704" y="1461"/>
                        <a:pt x="699" y="1461"/>
                      </a:cubicBezTo>
                      <a:cubicBezTo>
                        <a:pt x="606" y="1529"/>
                        <a:pt x="509" y="1608"/>
                        <a:pt x="416" y="1691"/>
                      </a:cubicBezTo>
                      <a:cubicBezTo>
                        <a:pt x="313" y="1784"/>
                        <a:pt x="216" y="1891"/>
                        <a:pt x="142" y="2008"/>
                      </a:cubicBezTo>
                      <a:cubicBezTo>
                        <a:pt x="93" y="2091"/>
                        <a:pt x="54" y="2179"/>
                        <a:pt x="35" y="2272"/>
                      </a:cubicBezTo>
                      <a:cubicBezTo>
                        <a:pt x="30" y="2282"/>
                        <a:pt x="30" y="2292"/>
                        <a:pt x="25" y="2301"/>
                      </a:cubicBezTo>
                      <a:cubicBezTo>
                        <a:pt x="25" y="2311"/>
                        <a:pt x="20" y="2326"/>
                        <a:pt x="20" y="2336"/>
                      </a:cubicBezTo>
                      <a:cubicBezTo>
                        <a:pt x="15" y="2345"/>
                        <a:pt x="15" y="2350"/>
                        <a:pt x="15" y="2360"/>
                      </a:cubicBezTo>
                      <a:cubicBezTo>
                        <a:pt x="10" y="2384"/>
                        <a:pt x="6" y="2404"/>
                        <a:pt x="1" y="2428"/>
                      </a:cubicBezTo>
                      <a:cubicBezTo>
                        <a:pt x="103" y="2536"/>
                        <a:pt x="250" y="2565"/>
                        <a:pt x="377" y="2565"/>
                      </a:cubicBezTo>
                      <a:cubicBezTo>
                        <a:pt x="455" y="2565"/>
                        <a:pt x="523" y="2555"/>
                        <a:pt x="572" y="2546"/>
                      </a:cubicBezTo>
                      <a:cubicBezTo>
                        <a:pt x="572" y="2546"/>
                        <a:pt x="577" y="2541"/>
                        <a:pt x="582" y="2541"/>
                      </a:cubicBezTo>
                      <a:cubicBezTo>
                        <a:pt x="636" y="2531"/>
                        <a:pt x="685" y="2516"/>
                        <a:pt x="738" y="2502"/>
                      </a:cubicBezTo>
                      <a:cubicBezTo>
                        <a:pt x="859" y="2472"/>
                        <a:pt x="972" y="2441"/>
                        <a:pt x="1091" y="2441"/>
                      </a:cubicBezTo>
                      <a:cubicBezTo>
                        <a:pt x="1107" y="2441"/>
                        <a:pt x="1123" y="2442"/>
                        <a:pt x="1139" y="2443"/>
                      </a:cubicBezTo>
                      <a:cubicBezTo>
                        <a:pt x="1178" y="2448"/>
                        <a:pt x="1217" y="2458"/>
                        <a:pt x="1261" y="2463"/>
                      </a:cubicBezTo>
                      <a:cubicBezTo>
                        <a:pt x="1305" y="2472"/>
                        <a:pt x="1349" y="2482"/>
                        <a:pt x="1398" y="2487"/>
                      </a:cubicBezTo>
                      <a:cubicBezTo>
                        <a:pt x="1425" y="2490"/>
                        <a:pt x="1453" y="2491"/>
                        <a:pt x="1482" y="2491"/>
                      </a:cubicBezTo>
                      <a:cubicBezTo>
                        <a:pt x="1710" y="2491"/>
                        <a:pt x="1976" y="2407"/>
                        <a:pt x="2141" y="2277"/>
                      </a:cubicBezTo>
                      <a:cubicBezTo>
                        <a:pt x="2189" y="2282"/>
                        <a:pt x="2224" y="2296"/>
                        <a:pt x="2258" y="2306"/>
                      </a:cubicBezTo>
                      <a:cubicBezTo>
                        <a:pt x="2287" y="2316"/>
                        <a:pt x="2316" y="2331"/>
                        <a:pt x="2346" y="2340"/>
                      </a:cubicBezTo>
                      <a:cubicBezTo>
                        <a:pt x="2370" y="2355"/>
                        <a:pt x="2399" y="2365"/>
                        <a:pt x="2429" y="2380"/>
                      </a:cubicBezTo>
                      <a:cubicBezTo>
                        <a:pt x="2473" y="2394"/>
                        <a:pt x="2522" y="2409"/>
                        <a:pt x="2585" y="2419"/>
                      </a:cubicBezTo>
                      <a:cubicBezTo>
                        <a:pt x="2776" y="2446"/>
                        <a:pt x="2970" y="2478"/>
                        <a:pt x="3168" y="2478"/>
                      </a:cubicBezTo>
                      <a:cubicBezTo>
                        <a:pt x="3213" y="2478"/>
                        <a:pt x="3258" y="2476"/>
                        <a:pt x="3303" y="2472"/>
                      </a:cubicBezTo>
                      <a:cubicBezTo>
                        <a:pt x="3577" y="2443"/>
                        <a:pt x="3811" y="2336"/>
                        <a:pt x="3963" y="2169"/>
                      </a:cubicBezTo>
                      <a:cubicBezTo>
                        <a:pt x="4061" y="2052"/>
                        <a:pt x="4114" y="1920"/>
                        <a:pt x="4109" y="1788"/>
                      </a:cubicBezTo>
                      <a:cubicBezTo>
                        <a:pt x="4104" y="1666"/>
                        <a:pt x="4041" y="1559"/>
                        <a:pt x="3943" y="1500"/>
                      </a:cubicBezTo>
                      <a:cubicBezTo>
                        <a:pt x="4134" y="1349"/>
                        <a:pt x="4261" y="1095"/>
                        <a:pt x="4290" y="806"/>
                      </a:cubicBezTo>
                      <a:cubicBezTo>
                        <a:pt x="4300" y="645"/>
                        <a:pt x="4290" y="425"/>
                        <a:pt x="4148" y="259"/>
                      </a:cubicBezTo>
                      <a:cubicBezTo>
                        <a:pt x="4062" y="160"/>
                        <a:pt x="3892" y="101"/>
                        <a:pt x="3737" y="101"/>
                      </a:cubicBezTo>
                      <a:cubicBezTo>
                        <a:pt x="3664" y="101"/>
                        <a:pt x="3594" y="114"/>
                        <a:pt x="3538" y="142"/>
                      </a:cubicBezTo>
                      <a:cubicBezTo>
                        <a:pt x="3533" y="142"/>
                        <a:pt x="3528" y="142"/>
                        <a:pt x="3528" y="147"/>
                      </a:cubicBezTo>
                      <a:cubicBezTo>
                        <a:pt x="3421" y="54"/>
                        <a:pt x="3254" y="0"/>
                        <a:pt x="306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22"/>
                <p:cNvSpPr/>
                <p:nvPr/>
              </p:nvSpPr>
              <p:spPr>
                <a:xfrm>
                  <a:off x="6923950" y="1366700"/>
                  <a:ext cx="216325" cy="6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53" h="2685" extrusionOk="0">
                      <a:moveTo>
                        <a:pt x="8017" y="1"/>
                      </a:moveTo>
                      <a:cubicBezTo>
                        <a:pt x="7772" y="1"/>
                        <a:pt x="7521" y="48"/>
                        <a:pt x="7299" y="135"/>
                      </a:cubicBezTo>
                      <a:cubicBezTo>
                        <a:pt x="7157" y="193"/>
                        <a:pt x="7025" y="267"/>
                        <a:pt x="6918" y="354"/>
                      </a:cubicBezTo>
                      <a:lnTo>
                        <a:pt x="6908" y="364"/>
                      </a:lnTo>
                      <a:cubicBezTo>
                        <a:pt x="6864" y="398"/>
                        <a:pt x="6825" y="433"/>
                        <a:pt x="6776" y="438"/>
                      </a:cubicBezTo>
                      <a:cubicBezTo>
                        <a:pt x="6773" y="438"/>
                        <a:pt x="6770" y="438"/>
                        <a:pt x="6767" y="438"/>
                      </a:cubicBezTo>
                      <a:cubicBezTo>
                        <a:pt x="6720" y="438"/>
                        <a:pt x="6670" y="406"/>
                        <a:pt x="6625" y="374"/>
                      </a:cubicBezTo>
                      <a:lnTo>
                        <a:pt x="6600" y="354"/>
                      </a:lnTo>
                      <a:cubicBezTo>
                        <a:pt x="6447" y="254"/>
                        <a:pt x="6263" y="202"/>
                        <a:pt x="6079" y="202"/>
                      </a:cubicBezTo>
                      <a:cubicBezTo>
                        <a:pt x="5976" y="202"/>
                        <a:pt x="5873" y="219"/>
                        <a:pt x="5775" y="252"/>
                      </a:cubicBezTo>
                      <a:cubicBezTo>
                        <a:pt x="5755" y="242"/>
                        <a:pt x="5741" y="232"/>
                        <a:pt x="5721" y="223"/>
                      </a:cubicBezTo>
                      <a:cubicBezTo>
                        <a:pt x="5564" y="140"/>
                        <a:pt x="5381" y="98"/>
                        <a:pt x="5197" y="98"/>
                      </a:cubicBezTo>
                      <a:cubicBezTo>
                        <a:pt x="5140" y="98"/>
                        <a:pt x="5084" y="102"/>
                        <a:pt x="5027" y="110"/>
                      </a:cubicBezTo>
                      <a:cubicBezTo>
                        <a:pt x="4812" y="140"/>
                        <a:pt x="4597" y="218"/>
                        <a:pt x="4417" y="350"/>
                      </a:cubicBezTo>
                      <a:cubicBezTo>
                        <a:pt x="4392" y="364"/>
                        <a:pt x="4373" y="379"/>
                        <a:pt x="4353" y="398"/>
                      </a:cubicBezTo>
                      <a:cubicBezTo>
                        <a:pt x="4319" y="384"/>
                        <a:pt x="4280" y="369"/>
                        <a:pt x="4241" y="354"/>
                      </a:cubicBezTo>
                      <a:cubicBezTo>
                        <a:pt x="4138" y="315"/>
                        <a:pt x="4026" y="286"/>
                        <a:pt x="3894" y="262"/>
                      </a:cubicBezTo>
                      <a:cubicBezTo>
                        <a:pt x="3820" y="247"/>
                        <a:pt x="3742" y="232"/>
                        <a:pt x="3659" y="223"/>
                      </a:cubicBezTo>
                      <a:cubicBezTo>
                        <a:pt x="3619" y="218"/>
                        <a:pt x="3579" y="215"/>
                        <a:pt x="3540" y="215"/>
                      </a:cubicBezTo>
                      <a:cubicBezTo>
                        <a:pt x="3351" y="215"/>
                        <a:pt x="3178" y="272"/>
                        <a:pt x="3049" y="369"/>
                      </a:cubicBezTo>
                      <a:cubicBezTo>
                        <a:pt x="3044" y="374"/>
                        <a:pt x="3039" y="374"/>
                        <a:pt x="3039" y="379"/>
                      </a:cubicBezTo>
                      <a:cubicBezTo>
                        <a:pt x="3019" y="394"/>
                        <a:pt x="3005" y="408"/>
                        <a:pt x="2990" y="423"/>
                      </a:cubicBezTo>
                      <a:cubicBezTo>
                        <a:pt x="2970" y="408"/>
                        <a:pt x="2951" y="394"/>
                        <a:pt x="2931" y="384"/>
                      </a:cubicBezTo>
                      <a:cubicBezTo>
                        <a:pt x="2655" y="208"/>
                        <a:pt x="2319" y="117"/>
                        <a:pt x="1986" y="117"/>
                      </a:cubicBezTo>
                      <a:cubicBezTo>
                        <a:pt x="1754" y="117"/>
                        <a:pt x="1523" y="162"/>
                        <a:pt x="1314" y="252"/>
                      </a:cubicBezTo>
                      <a:cubicBezTo>
                        <a:pt x="1290" y="218"/>
                        <a:pt x="1265" y="183"/>
                        <a:pt x="1231" y="159"/>
                      </a:cubicBezTo>
                      <a:cubicBezTo>
                        <a:pt x="1226" y="154"/>
                        <a:pt x="1221" y="149"/>
                        <a:pt x="1217" y="144"/>
                      </a:cubicBezTo>
                      <a:cubicBezTo>
                        <a:pt x="1144" y="95"/>
                        <a:pt x="1063" y="66"/>
                        <a:pt x="978" y="66"/>
                      </a:cubicBezTo>
                      <a:cubicBezTo>
                        <a:pt x="971" y="66"/>
                        <a:pt x="964" y="66"/>
                        <a:pt x="958" y="66"/>
                      </a:cubicBezTo>
                      <a:cubicBezTo>
                        <a:pt x="938" y="66"/>
                        <a:pt x="918" y="71"/>
                        <a:pt x="899" y="76"/>
                      </a:cubicBezTo>
                      <a:cubicBezTo>
                        <a:pt x="796" y="100"/>
                        <a:pt x="704" y="169"/>
                        <a:pt x="650" y="262"/>
                      </a:cubicBezTo>
                      <a:cubicBezTo>
                        <a:pt x="596" y="208"/>
                        <a:pt x="518" y="174"/>
                        <a:pt x="435" y="164"/>
                      </a:cubicBezTo>
                      <a:cubicBezTo>
                        <a:pt x="423" y="163"/>
                        <a:pt x="411" y="162"/>
                        <a:pt x="399" y="162"/>
                      </a:cubicBezTo>
                      <a:cubicBezTo>
                        <a:pt x="304" y="162"/>
                        <a:pt x="212" y="197"/>
                        <a:pt x="151" y="262"/>
                      </a:cubicBezTo>
                      <a:cubicBezTo>
                        <a:pt x="83" y="330"/>
                        <a:pt x="49" y="438"/>
                        <a:pt x="64" y="550"/>
                      </a:cubicBezTo>
                      <a:cubicBezTo>
                        <a:pt x="73" y="633"/>
                        <a:pt x="117" y="711"/>
                        <a:pt x="176" y="765"/>
                      </a:cubicBezTo>
                      <a:cubicBezTo>
                        <a:pt x="64" y="858"/>
                        <a:pt x="0" y="1004"/>
                        <a:pt x="15" y="1151"/>
                      </a:cubicBezTo>
                      <a:lnTo>
                        <a:pt x="20" y="1151"/>
                      </a:lnTo>
                      <a:cubicBezTo>
                        <a:pt x="34" y="1297"/>
                        <a:pt x="132" y="1434"/>
                        <a:pt x="264" y="1498"/>
                      </a:cubicBezTo>
                      <a:cubicBezTo>
                        <a:pt x="186" y="1639"/>
                        <a:pt x="132" y="1932"/>
                        <a:pt x="235" y="2108"/>
                      </a:cubicBezTo>
                      <a:cubicBezTo>
                        <a:pt x="274" y="2177"/>
                        <a:pt x="352" y="2250"/>
                        <a:pt x="503" y="2250"/>
                      </a:cubicBezTo>
                      <a:cubicBezTo>
                        <a:pt x="518" y="2250"/>
                        <a:pt x="533" y="2245"/>
                        <a:pt x="547" y="2245"/>
                      </a:cubicBezTo>
                      <a:cubicBezTo>
                        <a:pt x="611" y="2465"/>
                        <a:pt x="791" y="2587"/>
                        <a:pt x="1080" y="2616"/>
                      </a:cubicBezTo>
                      <a:cubicBezTo>
                        <a:pt x="1124" y="2621"/>
                        <a:pt x="1165" y="2623"/>
                        <a:pt x="1204" y="2623"/>
                      </a:cubicBezTo>
                      <a:cubicBezTo>
                        <a:pt x="1428" y="2623"/>
                        <a:pt x="1579" y="2552"/>
                        <a:pt x="1671" y="2406"/>
                      </a:cubicBezTo>
                      <a:cubicBezTo>
                        <a:pt x="1837" y="2538"/>
                        <a:pt x="1988" y="2616"/>
                        <a:pt x="2247" y="2616"/>
                      </a:cubicBezTo>
                      <a:cubicBezTo>
                        <a:pt x="2404" y="2616"/>
                        <a:pt x="2555" y="2548"/>
                        <a:pt x="2702" y="2485"/>
                      </a:cubicBezTo>
                      <a:cubicBezTo>
                        <a:pt x="2775" y="2450"/>
                        <a:pt x="2853" y="2416"/>
                        <a:pt x="2926" y="2392"/>
                      </a:cubicBezTo>
                      <a:cubicBezTo>
                        <a:pt x="3092" y="2531"/>
                        <a:pt x="3317" y="2590"/>
                        <a:pt x="3546" y="2590"/>
                      </a:cubicBezTo>
                      <a:cubicBezTo>
                        <a:pt x="3749" y="2590"/>
                        <a:pt x="3955" y="2543"/>
                        <a:pt x="4123" y="2465"/>
                      </a:cubicBezTo>
                      <a:cubicBezTo>
                        <a:pt x="4241" y="2538"/>
                        <a:pt x="4373" y="2592"/>
                        <a:pt x="4509" y="2621"/>
                      </a:cubicBezTo>
                      <a:cubicBezTo>
                        <a:pt x="4519" y="2626"/>
                        <a:pt x="4534" y="2631"/>
                        <a:pt x="4548" y="2631"/>
                      </a:cubicBezTo>
                      <a:cubicBezTo>
                        <a:pt x="4563" y="2636"/>
                        <a:pt x="4578" y="2636"/>
                        <a:pt x="4592" y="2641"/>
                      </a:cubicBezTo>
                      <a:cubicBezTo>
                        <a:pt x="4672" y="2655"/>
                        <a:pt x="4753" y="2662"/>
                        <a:pt x="4834" y="2662"/>
                      </a:cubicBezTo>
                      <a:cubicBezTo>
                        <a:pt x="5063" y="2662"/>
                        <a:pt x="5293" y="2606"/>
                        <a:pt x="5491" y="2494"/>
                      </a:cubicBezTo>
                      <a:cubicBezTo>
                        <a:pt x="5726" y="2621"/>
                        <a:pt x="5995" y="2685"/>
                        <a:pt x="6258" y="2685"/>
                      </a:cubicBezTo>
                      <a:cubicBezTo>
                        <a:pt x="6400" y="2685"/>
                        <a:pt x="6542" y="2665"/>
                        <a:pt x="6679" y="2631"/>
                      </a:cubicBezTo>
                      <a:cubicBezTo>
                        <a:pt x="6693" y="2626"/>
                        <a:pt x="6708" y="2621"/>
                        <a:pt x="6722" y="2616"/>
                      </a:cubicBezTo>
                      <a:cubicBezTo>
                        <a:pt x="6737" y="2616"/>
                        <a:pt x="6752" y="2612"/>
                        <a:pt x="6766" y="2607"/>
                      </a:cubicBezTo>
                      <a:cubicBezTo>
                        <a:pt x="6820" y="2587"/>
                        <a:pt x="6874" y="2568"/>
                        <a:pt x="6923" y="2543"/>
                      </a:cubicBezTo>
                      <a:cubicBezTo>
                        <a:pt x="6918" y="2514"/>
                        <a:pt x="6913" y="2485"/>
                        <a:pt x="6908" y="2460"/>
                      </a:cubicBezTo>
                      <a:cubicBezTo>
                        <a:pt x="6889" y="2358"/>
                        <a:pt x="6884" y="2260"/>
                        <a:pt x="6893" y="2167"/>
                      </a:cubicBezTo>
                      <a:cubicBezTo>
                        <a:pt x="6893" y="2152"/>
                        <a:pt x="6893" y="2138"/>
                        <a:pt x="6893" y="2123"/>
                      </a:cubicBezTo>
                      <a:cubicBezTo>
                        <a:pt x="6893" y="2108"/>
                        <a:pt x="6898" y="2094"/>
                        <a:pt x="6898" y="2079"/>
                      </a:cubicBezTo>
                      <a:cubicBezTo>
                        <a:pt x="6898" y="2074"/>
                        <a:pt x="6898" y="2074"/>
                        <a:pt x="6898" y="2069"/>
                      </a:cubicBezTo>
                      <a:cubicBezTo>
                        <a:pt x="6903" y="2050"/>
                        <a:pt x="6908" y="2025"/>
                        <a:pt x="6913" y="2001"/>
                      </a:cubicBezTo>
                      <a:cubicBezTo>
                        <a:pt x="6913" y="1996"/>
                        <a:pt x="6913" y="1986"/>
                        <a:pt x="6918" y="1981"/>
                      </a:cubicBezTo>
                      <a:cubicBezTo>
                        <a:pt x="6918" y="1962"/>
                        <a:pt x="6923" y="1942"/>
                        <a:pt x="6928" y="1923"/>
                      </a:cubicBezTo>
                      <a:cubicBezTo>
                        <a:pt x="6933" y="1913"/>
                        <a:pt x="6933" y="1908"/>
                        <a:pt x="6933" y="1903"/>
                      </a:cubicBezTo>
                      <a:cubicBezTo>
                        <a:pt x="6937" y="1884"/>
                        <a:pt x="6942" y="1869"/>
                        <a:pt x="6947" y="1849"/>
                      </a:cubicBezTo>
                      <a:cubicBezTo>
                        <a:pt x="6952" y="1840"/>
                        <a:pt x="6957" y="1830"/>
                        <a:pt x="6957" y="1820"/>
                      </a:cubicBezTo>
                      <a:cubicBezTo>
                        <a:pt x="6962" y="1805"/>
                        <a:pt x="6967" y="1796"/>
                        <a:pt x="6972" y="1781"/>
                      </a:cubicBezTo>
                      <a:cubicBezTo>
                        <a:pt x="6977" y="1766"/>
                        <a:pt x="6981" y="1747"/>
                        <a:pt x="6991" y="1732"/>
                      </a:cubicBezTo>
                      <a:cubicBezTo>
                        <a:pt x="6996" y="1713"/>
                        <a:pt x="7006" y="1698"/>
                        <a:pt x="7011" y="1678"/>
                      </a:cubicBezTo>
                      <a:cubicBezTo>
                        <a:pt x="7021" y="1664"/>
                        <a:pt x="7025" y="1649"/>
                        <a:pt x="7035" y="1634"/>
                      </a:cubicBezTo>
                      <a:cubicBezTo>
                        <a:pt x="7040" y="1615"/>
                        <a:pt x="7050" y="1600"/>
                        <a:pt x="7060" y="1586"/>
                      </a:cubicBezTo>
                      <a:cubicBezTo>
                        <a:pt x="7128" y="1449"/>
                        <a:pt x="7216" y="1322"/>
                        <a:pt x="7314" y="1205"/>
                      </a:cubicBezTo>
                      <a:cubicBezTo>
                        <a:pt x="7323" y="1190"/>
                        <a:pt x="7338" y="1175"/>
                        <a:pt x="7348" y="1161"/>
                      </a:cubicBezTo>
                      <a:cubicBezTo>
                        <a:pt x="7621" y="843"/>
                        <a:pt x="7968" y="584"/>
                        <a:pt x="8247" y="408"/>
                      </a:cubicBezTo>
                      <a:cubicBezTo>
                        <a:pt x="8247" y="408"/>
                        <a:pt x="8248" y="409"/>
                        <a:pt x="8249" y="409"/>
                      </a:cubicBezTo>
                      <a:cubicBezTo>
                        <a:pt x="8286" y="409"/>
                        <a:pt x="8638" y="183"/>
                        <a:pt x="8647" y="164"/>
                      </a:cubicBezTo>
                      <a:cubicBezTo>
                        <a:pt x="8652" y="140"/>
                        <a:pt x="8643" y="115"/>
                        <a:pt x="8623" y="110"/>
                      </a:cubicBezTo>
                      <a:cubicBezTo>
                        <a:pt x="8564" y="86"/>
                        <a:pt x="8501" y="66"/>
                        <a:pt x="8437" y="52"/>
                      </a:cubicBezTo>
                      <a:cubicBezTo>
                        <a:pt x="8304" y="17"/>
                        <a:pt x="8161" y="1"/>
                        <a:pt x="801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22"/>
                <p:cNvSpPr/>
                <p:nvPr/>
              </p:nvSpPr>
              <p:spPr>
                <a:xfrm>
                  <a:off x="7111050" y="1369325"/>
                  <a:ext cx="88450" cy="6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8" h="2566" extrusionOk="0">
                      <a:moveTo>
                        <a:pt x="3059" y="0"/>
                      </a:moveTo>
                      <a:cubicBezTo>
                        <a:pt x="2991" y="0"/>
                        <a:pt x="2922" y="10"/>
                        <a:pt x="2859" y="20"/>
                      </a:cubicBezTo>
                      <a:cubicBezTo>
                        <a:pt x="2839" y="59"/>
                        <a:pt x="2815" y="93"/>
                        <a:pt x="2790" y="127"/>
                      </a:cubicBezTo>
                      <a:cubicBezTo>
                        <a:pt x="2761" y="166"/>
                        <a:pt x="2737" y="196"/>
                        <a:pt x="2702" y="230"/>
                      </a:cubicBezTo>
                      <a:cubicBezTo>
                        <a:pt x="2678" y="254"/>
                        <a:pt x="2653" y="279"/>
                        <a:pt x="2624" y="303"/>
                      </a:cubicBezTo>
                      <a:cubicBezTo>
                        <a:pt x="2463" y="455"/>
                        <a:pt x="2268" y="572"/>
                        <a:pt x="2072" y="675"/>
                      </a:cubicBezTo>
                      <a:cubicBezTo>
                        <a:pt x="1984" y="723"/>
                        <a:pt x="1891" y="767"/>
                        <a:pt x="1803" y="811"/>
                      </a:cubicBezTo>
                      <a:cubicBezTo>
                        <a:pt x="1764" y="831"/>
                        <a:pt x="1720" y="850"/>
                        <a:pt x="1676" y="875"/>
                      </a:cubicBezTo>
                      <a:cubicBezTo>
                        <a:pt x="1652" y="885"/>
                        <a:pt x="1628" y="899"/>
                        <a:pt x="1603" y="909"/>
                      </a:cubicBezTo>
                      <a:cubicBezTo>
                        <a:pt x="1481" y="977"/>
                        <a:pt x="1354" y="1046"/>
                        <a:pt x="1232" y="1114"/>
                      </a:cubicBezTo>
                      <a:cubicBezTo>
                        <a:pt x="1119" y="1183"/>
                        <a:pt x="1002" y="1256"/>
                        <a:pt x="895" y="1329"/>
                      </a:cubicBezTo>
                      <a:cubicBezTo>
                        <a:pt x="831" y="1373"/>
                        <a:pt x="768" y="1412"/>
                        <a:pt x="709" y="1456"/>
                      </a:cubicBezTo>
                      <a:cubicBezTo>
                        <a:pt x="704" y="1461"/>
                        <a:pt x="704" y="1461"/>
                        <a:pt x="699" y="1461"/>
                      </a:cubicBezTo>
                      <a:cubicBezTo>
                        <a:pt x="606" y="1534"/>
                        <a:pt x="509" y="1608"/>
                        <a:pt x="416" y="1691"/>
                      </a:cubicBezTo>
                      <a:cubicBezTo>
                        <a:pt x="313" y="1784"/>
                        <a:pt x="216" y="1891"/>
                        <a:pt x="142" y="2008"/>
                      </a:cubicBezTo>
                      <a:cubicBezTo>
                        <a:pt x="93" y="2091"/>
                        <a:pt x="54" y="2179"/>
                        <a:pt x="35" y="2272"/>
                      </a:cubicBezTo>
                      <a:cubicBezTo>
                        <a:pt x="30" y="2282"/>
                        <a:pt x="30" y="2292"/>
                        <a:pt x="25" y="2301"/>
                      </a:cubicBezTo>
                      <a:cubicBezTo>
                        <a:pt x="25" y="2311"/>
                        <a:pt x="20" y="2326"/>
                        <a:pt x="20" y="2336"/>
                      </a:cubicBezTo>
                      <a:cubicBezTo>
                        <a:pt x="15" y="2345"/>
                        <a:pt x="15" y="2350"/>
                        <a:pt x="15" y="2360"/>
                      </a:cubicBezTo>
                      <a:cubicBezTo>
                        <a:pt x="10" y="2384"/>
                        <a:pt x="6" y="2404"/>
                        <a:pt x="1" y="2428"/>
                      </a:cubicBezTo>
                      <a:cubicBezTo>
                        <a:pt x="103" y="2536"/>
                        <a:pt x="250" y="2565"/>
                        <a:pt x="377" y="2565"/>
                      </a:cubicBezTo>
                      <a:cubicBezTo>
                        <a:pt x="455" y="2565"/>
                        <a:pt x="523" y="2555"/>
                        <a:pt x="572" y="2546"/>
                      </a:cubicBezTo>
                      <a:cubicBezTo>
                        <a:pt x="572" y="2546"/>
                        <a:pt x="577" y="2541"/>
                        <a:pt x="582" y="2541"/>
                      </a:cubicBezTo>
                      <a:cubicBezTo>
                        <a:pt x="587" y="2521"/>
                        <a:pt x="592" y="2497"/>
                        <a:pt x="597" y="2472"/>
                      </a:cubicBezTo>
                      <a:cubicBezTo>
                        <a:pt x="953" y="1144"/>
                        <a:pt x="2795" y="1212"/>
                        <a:pt x="3508" y="186"/>
                      </a:cubicBezTo>
                      <a:cubicBezTo>
                        <a:pt x="3518" y="171"/>
                        <a:pt x="3528" y="157"/>
                        <a:pt x="3538" y="142"/>
                      </a:cubicBezTo>
                      <a:cubicBezTo>
                        <a:pt x="3533" y="142"/>
                        <a:pt x="3528" y="142"/>
                        <a:pt x="3528" y="147"/>
                      </a:cubicBezTo>
                      <a:cubicBezTo>
                        <a:pt x="3421" y="54"/>
                        <a:pt x="3254" y="0"/>
                        <a:pt x="3064" y="0"/>
                      </a:cubicBezTo>
                      <a:close/>
                    </a:path>
                  </a:pathLst>
                </a:custGeom>
                <a:solidFill>
                  <a:srgbClr val="1E1A19">
                    <a:alpha val="309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22"/>
                <p:cNvSpPr/>
                <p:nvPr/>
              </p:nvSpPr>
              <p:spPr>
                <a:xfrm>
                  <a:off x="7176400" y="1400475"/>
                  <a:ext cx="22975" cy="10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9" h="435" extrusionOk="0">
                      <a:moveTo>
                        <a:pt x="536" y="0"/>
                      </a:moveTo>
                      <a:cubicBezTo>
                        <a:pt x="487" y="0"/>
                        <a:pt x="439" y="7"/>
                        <a:pt x="391" y="20"/>
                      </a:cubicBezTo>
                      <a:cubicBezTo>
                        <a:pt x="215" y="64"/>
                        <a:pt x="69" y="200"/>
                        <a:pt x="10" y="376"/>
                      </a:cubicBezTo>
                      <a:cubicBezTo>
                        <a:pt x="0" y="401"/>
                        <a:pt x="15" y="425"/>
                        <a:pt x="35" y="430"/>
                      </a:cubicBezTo>
                      <a:cubicBezTo>
                        <a:pt x="39" y="430"/>
                        <a:pt x="44" y="435"/>
                        <a:pt x="49" y="435"/>
                      </a:cubicBezTo>
                      <a:cubicBezTo>
                        <a:pt x="69" y="435"/>
                        <a:pt x="83" y="420"/>
                        <a:pt x="88" y="406"/>
                      </a:cubicBezTo>
                      <a:cubicBezTo>
                        <a:pt x="137" y="259"/>
                        <a:pt x="264" y="142"/>
                        <a:pt x="416" y="98"/>
                      </a:cubicBezTo>
                      <a:cubicBezTo>
                        <a:pt x="453" y="88"/>
                        <a:pt x="492" y="83"/>
                        <a:pt x="531" y="83"/>
                      </a:cubicBezTo>
                      <a:cubicBezTo>
                        <a:pt x="644" y="83"/>
                        <a:pt x="758" y="124"/>
                        <a:pt x="846" y="200"/>
                      </a:cubicBezTo>
                      <a:cubicBezTo>
                        <a:pt x="855" y="207"/>
                        <a:pt x="865" y="211"/>
                        <a:pt x="874" y="211"/>
                      </a:cubicBezTo>
                      <a:cubicBezTo>
                        <a:pt x="886" y="211"/>
                        <a:pt x="896" y="206"/>
                        <a:pt x="904" y="196"/>
                      </a:cubicBezTo>
                      <a:cubicBezTo>
                        <a:pt x="919" y="181"/>
                        <a:pt x="919" y="152"/>
                        <a:pt x="904" y="137"/>
                      </a:cubicBezTo>
                      <a:cubicBezTo>
                        <a:pt x="801" y="48"/>
                        <a:pt x="668" y="0"/>
                        <a:pt x="536" y="0"/>
                      </a:cubicBezTo>
                      <a:close/>
                    </a:path>
                  </a:pathLst>
                </a:custGeom>
                <a:solidFill>
                  <a:srgbClr val="1E1A19">
                    <a:alpha val="309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22"/>
                <p:cNvSpPr/>
                <p:nvPr/>
              </p:nvSpPr>
              <p:spPr>
                <a:xfrm>
                  <a:off x="7054500" y="1388025"/>
                  <a:ext cx="20800" cy="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" h="279" extrusionOk="0">
                      <a:moveTo>
                        <a:pt x="423" y="1"/>
                      </a:moveTo>
                      <a:cubicBezTo>
                        <a:pt x="292" y="1"/>
                        <a:pt x="166" y="69"/>
                        <a:pt x="20" y="205"/>
                      </a:cubicBezTo>
                      <a:cubicBezTo>
                        <a:pt x="1" y="225"/>
                        <a:pt x="1" y="249"/>
                        <a:pt x="20" y="268"/>
                      </a:cubicBezTo>
                      <a:cubicBezTo>
                        <a:pt x="25" y="273"/>
                        <a:pt x="40" y="278"/>
                        <a:pt x="49" y="278"/>
                      </a:cubicBezTo>
                      <a:cubicBezTo>
                        <a:pt x="59" y="278"/>
                        <a:pt x="69" y="273"/>
                        <a:pt x="79" y="268"/>
                      </a:cubicBezTo>
                      <a:cubicBezTo>
                        <a:pt x="210" y="145"/>
                        <a:pt x="315" y="84"/>
                        <a:pt x="425" y="84"/>
                      </a:cubicBezTo>
                      <a:cubicBezTo>
                        <a:pt x="524" y="84"/>
                        <a:pt x="628" y="134"/>
                        <a:pt x="758" y="234"/>
                      </a:cubicBezTo>
                      <a:cubicBezTo>
                        <a:pt x="764" y="240"/>
                        <a:pt x="773" y="243"/>
                        <a:pt x="782" y="243"/>
                      </a:cubicBezTo>
                      <a:cubicBezTo>
                        <a:pt x="795" y="243"/>
                        <a:pt x="808" y="238"/>
                        <a:pt x="817" y="229"/>
                      </a:cubicBezTo>
                      <a:cubicBezTo>
                        <a:pt x="831" y="210"/>
                        <a:pt x="826" y="181"/>
                        <a:pt x="807" y="171"/>
                      </a:cubicBezTo>
                      <a:cubicBezTo>
                        <a:pt x="663" y="57"/>
                        <a:pt x="541" y="1"/>
                        <a:pt x="423" y="1"/>
                      </a:cubicBezTo>
                      <a:close/>
                    </a:path>
                  </a:pathLst>
                </a:custGeom>
                <a:solidFill>
                  <a:srgbClr val="1E1A19">
                    <a:alpha val="309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599;p22"/>
                <p:cNvSpPr/>
                <p:nvPr/>
              </p:nvSpPr>
              <p:spPr>
                <a:xfrm>
                  <a:off x="7047900" y="1413550"/>
                  <a:ext cx="18600" cy="1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" h="421" extrusionOk="0">
                      <a:moveTo>
                        <a:pt x="348" y="1"/>
                      </a:moveTo>
                      <a:cubicBezTo>
                        <a:pt x="221" y="1"/>
                        <a:pt x="92" y="62"/>
                        <a:pt x="15" y="166"/>
                      </a:cubicBezTo>
                      <a:cubicBezTo>
                        <a:pt x="1" y="186"/>
                        <a:pt x="6" y="210"/>
                        <a:pt x="25" y="225"/>
                      </a:cubicBezTo>
                      <a:cubicBezTo>
                        <a:pt x="33" y="230"/>
                        <a:pt x="41" y="233"/>
                        <a:pt x="50" y="233"/>
                      </a:cubicBezTo>
                      <a:cubicBezTo>
                        <a:pt x="63" y="233"/>
                        <a:pt x="75" y="227"/>
                        <a:pt x="84" y="215"/>
                      </a:cubicBezTo>
                      <a:cubicBezTo>
                        <a:pt x="145" y="134"/>
                        <a:pt x="246" y="87"/>
                        <a:pt x="348" y="87"/>
                      </a:cubicBezTo>
                      <a:cubicBezTo>
                        <a:pt x="376" y="87"/>
                        <a:pt x="404" y="90"/>
                        <a:pt x="431" y="98"/>
                      </a:cubicBezTo>
                      <a:cubicBezTo>
                        <a:pt x="553" y="132"/>
                        <a:pt x="651" y="254"/>
                        <a:pt x="660" y="381"/>
                      </a:cubicBezTo>
                      <a:cubicBezTo>
                        <a:pt x="660" y="405"/>
                        <a:pt x="680" y="420"/>
                        <a:pt x="699" y="420"/>
                      </a:cubicBezTo>
                      <a:lnTo>
                        <a:pt x="704" y="420"/>
                      </a:lnTo>
                      <a:cubicBezTo>
                        <a:pt x="729" y="420"/>
                        <a:pt x="743" y="400"/>
                        <a:pt x="743" y="376"/>
                      </a:cubicBezTo>
                      <a:cubicBezTo>
                        <a:pt x="729" y="210"/>
                        <a:pt x="612" y="63"/>
                        <a:pt x="450" y="15"/>
                      </a:cubicBezTo>
                      <a:cubicBezTo>
                        <a:pt x="417" y="5"/>
                        <a:pt x="383" y="1"/>
                        <a:pt x="348" y="1"/>
                      </a:cubicBezTo>
                      <a:close/>
                    </a:path>
                  </a:pathLst>
                </a:custGeom>
                <a:solidFill>
                  <a:srgbClr val="1E1A19">
                    <a:alpha val="309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" name="Google Shape;600;p22"/>
                <p:cNvSpPr/>
                <p:nvPr/>
              </p:nvSpPr>
              <p:spPr>
                <a:xfrm>
                  <a:off x="6994050" y="1390250"/>
                  <a:ext cx="21400" cy="1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" h="424" extrusionOk="0">
                      <a:moveTo>
                        <a:pt x="436" y="0"/>
                      </a:moveTo>
                      <a:cubicBezTo>
                        <a:pt x="418" y="0"/>
                        <a:pt x="400" y="1"/>
                        <a:pt x="381" y="4"/>
                      </a:cubicBezTo>
                      <a:cubicBezTo>
                        <a:pt x="191" y="33"/>
                        <a:pt x="34" y="184"/>
                        <a:pt x="0" y="375"/>
                      </a:cubicBezTo>
                      <a:cubicBezTo>
                        <a:pt x="0" y="394"/>
                        <a:pt x="15" y="419"/>
                        <a:pt x="39" y="424"/>
                      </a:cubicBezTo>
                      <a:lnTo>
                        <a:pt x="44" y="424"/>
                      </a:lnTo>
                      <a:cubicBezTo>
                        <a:pt x="64" y="424"/>
                        <a:pt x="83" y="409"/>
                        <a:pt x="88" y="390"/>
                      </a:cubicBezTo>
                      <a:cubicBezTo>
                        <a:pt x="113" y="238"/>
                        <a:pt x="245" y="111"/>
                        <a:pt x="391" y="87"/>
                      </a:cubicBezTo>
                      <a:cubicBezTo>
                        <a:pt x="405" y="85"/>
                        <a:pt x="419" y="84"/>
                        <a:pt x="434" y="84"/>
                      </a:cubicBezTo>
                      <a:cubicBezTo>
                        <a:pt x="572" y="84"/>
                        <a:pt x="710" y="168"/>
                        <a:pt x="767" y="292"/>
                      </a:cubicBezTo>
                      <a:cubicBezTo>
                        <a:pt x="774" y="306"/>
                        <a:pt x="792" y="315"/>
                        <a:pt x="809" y="315"/>
                      </a:cubicBezTo>
                      <a:cubicBezTo>
                        <a:pt x="815" y="315"/>
                        <a:pt x="821" y="314"/>
                        <a:pt x="826" y="311"/>
                      </a:cubicBezTo>
                      <a:cubicBezTo>
                        <a:pt x="845" y="302"/>
                        <a:pt x="855" y="277"/>
                        <a:pt x="845" y="253"/>
                      </a:cubicBezTo>
                      <a:cubicBezTo>
                        <a:pt x="771" y="99"/>
                        <a:pt x="604" y="0"/>
                        <a:pt x="436" y="0"/>
                      </a:cubicBezTo>
                      <a:close/>
                    </a:path>
                  </a:pathLst>
                </a:custGeom>
                <a:solidFill>
                  <a:srgbClr val="1E1A19">
                    <a:alpha val="309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" name="Google Shape;601;p22"/>
                <p:cNvSpPr/>
                <p:nvPr/>
              </p:nvSpPr>
              <p:spPr>
                <a:xfrm>
                  <a:off x="6950075" y="1384275"/>
                  <a:ext cx="14550" cy="1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" h="439" extrusionOk="0">
                      <a:moveTo>
                        <a:pt x="349" y="0"/>
                      </a:moveTo>
                      <a:cubicBezTo>
                        <a:pt x="289" y="0"/>
                        <a:pt x="229" y="16"/>
                        <a:pt x="176" y="47"/>
                      </a:cubicBezTo>
                      <a:cubicBezTo>
                        <a:pt x="59" y="120"/>
                        <a:pt x="1" y="272"/>
                        <a:pt x="35" y="409"/>
                      </a:cubicBezTo>
                      <a:cubicBezTo>
                        <a:pt x="40" y="428"/>
                        <a:pt x="54" y="438"/>
                        <a:pt x="74" y="438"/>
                      </a:cubicBezTo>
                      <a:lnTo>
                        <a:pt x="84" y="438"/>
                      </a:lnTo>
                      <a:cubicBezTo>
                        <a:pt x="108" y="433"/>
                        <a:pt x="123" y="409"/>
                        <a:pt x="118" y="384"/>
                      </a:cubicBezTo>
                      <a:cubicBezTo>
                        <a:pt x="93" y="287"/>
                        <a:pt x="137" y="174"/>
                        <a:pt x="225" y="120"/>
                      </a:cubicBezTo>
                      <a:cubicBezTo>
                        <a:pt x="262" y="97"/>
                        <a:pt x="305" y="86"/>
                        <a:pt x="350" y="86"/>
                      </a:cubicBezTo>
                      <a:cubicBezTo>
                        <a:pt x="407" y="86"/>
                        <a:pt x="465" y="104"/>
                        <a:pt x="509" y="140"/>
                      </a:cubicBezTo>
                      <a:cubicBezTo>
                        <a:pt x="518" y="149"/>
                        <a:pt x="528" y="153"/>
                        <a:pt x="538" y="153"/>
                      </a:cubicBezTo>
                      <a:cubicBezTo>
                        <a:pt x="549" y="153"/>
                        <a:pt x="559" y="148"/>
                        <a:pt x="567" y="140"/>
                      </a:cubicBezTo>
                      <a:cubicBezTo>
                        <a:pt x="582" y="120"/>
                        <a:pt x="582" y="91"/>
                        <a:pt x="562" y="77"/>
                      </a:cubicBezTo>
                      <a:cubicBezTo>
                        <a:pt x="504" y="27"/>
                        <a:pt x="427" y="0"/>
                        <a:pt x="349" y="0"/>
                      </a:cubicBezTo>
                      <a:close/>
                    </a:path>
                  </a:pathLst>
                </a:custGeom>
                <a:solidFill>
                  <a:srgbClr val="1E1A19">
                    <a:alpha val="309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" name="Google Shape;602;p22"/>
                <p:cNvSpPr/>
                <p:nvPr/>
              </p:nvSpPr>
              <p:spPr>
                <a:xfrm>
                  <a:off x="6970725" y="1410775"/>
                  <a:ext cx="16625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5" h="268" extrusionOk="0">
                      <a:moveTo>
                        <a:pt x="356" y="1"/>
                      </a:moveTo>
                      <a:cubicBezTo>
                        <a:pt x="342" y="1"/>
                        <a:pt x="327" y="2"/>
                        <a:pt x="313" y="3"/>
                      </a:cubicBezTo>
                      <a:cubicBezTo>
                        <a:pt x="186" y="18"/>
                        <a:pt x="73" y="96"/>
                        <a:pt x="15" y="209"/>
                      </a:cubicBezTo>
                      <a:cubicBezTo>
                        <a:pt x="0" y="228"/>
                        <a:pt x="10" y="253"/>
                        <a:pt x="29" y="262"/>
                      </a:cubicBezTo>
                      <a:cubicBezTo>
                        <a:pt x="39" y="267"/>
                        <a:pt x="44" y="267"/>
                        <a:pt x="49" y="267"/>
                      </a:cubicBezTo>
                      <a:cubicBezTo>
                        <a:pt x="69" y="267"/>
                        <a:pt x="78" y="262"/>
                        <a:pt x="88" y="248"/>
                      </a:cubicBezTo>
                      <a:cubicBezTo>
                        <a:pt x="137" y="160"/>
                        <a:pt x="225" y="101"/>
                        <a:pt x="323" y="86"/>
                      </a:cubicBezTo>
                      <a:cubicBezTo>
                        <a:pt x="333" y="85"/>
                        <a:pt x="343" y="85"/>
                        <a:pt x="352" y="85"/>
                      </a:cubicBezTo>
                      <a:cubicBezTo>
                        <a:pt x="441" y="85"/>
                        <a:pt x="529" y="123"/>
                        <a:pt x="586" y="189"/>
                      </a:cubicBezTo>
                      <a:cubicBezTo>
                        <a:pt x="594" y="196"/>
                        <a:pt x="605" y="200"/>
                        <a:pt x="616" y="200"/>
                      </a:cubicBezTo>
                      <a:cubicBezTo>
                        <a:pt x="627" y="200"/>
                        <a:pt x="638" y="196"/>
                        <a:pt x="645" y="189"/>
                      </a:cubicBezTo>
                      <a:cubicBezTo>
                        <a:pt x="665" y="174"/>
                        <a:pt x="665" y="145"/>
                        <a:pt x="650" y="130"/>
                      </a:cubicBezTo>
                      <a:cubicBezTo>
                        <a:pt x="577" y="48"/>
                        <a:pt x="465" y="1"/>
                        <a:pt x="356" y="1"/>
                      </a:cubicBezTo>
                      <a:close/>
                    </a:path>
                  </a:pathLst>
                </a:custGeom>
                <a:solidFill>
                  <a:srgbClr val="1E1A19">
                    <a:alpha val="309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" name="Google Shape;603;p22"/>
                <p:cNvSpPr/>
                <p:nvPr/>
              </p:nvSpPr>
              <p:spPr>
                <a:xfrm>
                  <a:off x="7090300" y="1382775"/>
                  <a:ext cx="15525" cy="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" h="264" extrusionOk="0">
                      <a:moveTo>
                        <a:pt x="573" y="1"/>
                      </a:moveTo>
                      <a:cubicBezTo>
                        <a:pt x="555" y="1"/>
                        <a:pt x="540" y="11"/>
                        <a:pt x="533" y="29"/>
                      </a:cubicBezTo>
                      <a:cubicBezTo>
                        <a:pt x="498" y="112"/>
                        <a:pt x="410" y="176"/>
                        <a:pt x="318" y="180"/>
                      </a:cubicBezTo>
                      <a:cubicBezTo>
                        <a:pt x="314" y="181"/>
                        <a:pt x="310" y="181"/>
                        <a:pt x="307" y="181"/>
                      </a:cubicBezTo>
                      <a:cubicBezTo>
                        <a:pt x="218" y="181"/>
                        <a:pt x="130" y="124"/>
                        <a:pt x="88" y="49"/>
                      </a:cubicBezTo>
                      <a:cubicBezTo>
                        <a:pt x="81" y="34"/>
                        <a:pt x="66" y="25"/>
                        <a:pt x="49" y="25"/>
                      </a:cubicBezTo>
                      <a:cubicBezTo>
                        <a:pt x="43" y="25"/>
                        <a:pt x="36" y="26"/>
                        <a:pt x="29" y="29"/>
                      </a:cubicBezTo>
                      <a:cubicBezTo>
                        <a:pt x="10" y="39"/>
                        <a:pt x="0" y="68"/>
                        <a:pt x="15" y="88"/>
                      </a:cubicBezTo>
                      <a:cubicBezTo>
                        <a:pt x="68" y="195"/>
                        <a:pt x="186" y="264"/>
                        <a:pt x="308" y="264"/>
                      </a:cubicBezTo>
                      <a:lnTo>
                        <a:pt x="323" y="264"/>
                      </a:lnTo>
                      <a:cubicBezTo>
                        <a:pt x="445" y="259"/>
                        <a:pt x="562" y="176"/>
                        <a:pt x="611" y="63"/>
                      </a:cubicBezTo>
                      <a:cubicBezTo>
                        <a:pt x="621" y="39"/>
                        <a:pt x="611" y="14"/>
                        <a:pt x="591" y="5"/>
                      </a:cubicBezTo>
                      <a:cubicBezTo>
                        <a:pt x="585" y="2"/>
                        <a:pt x="579" y="1"/>
                        <a:pt x="573" y="1"/>
                      </a:cubicBezTo>
                      <a:close/>
                    </a:path>
                  </a:pathLst>
                </a:custGeom>
                <a:solidFill>
                  <a:srgbClr val="1E1A19">
                    <a:alpha val="309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04" name="Google Shape;604;p22"/>
            <p:cNvGrpSpPr/>
            <p:nvPr/>
          </p:nvGrpSpPr>
          <p:grpSpPr>
            <a:xfrm>
              <a:off x="68981" y="4134899"/>
              <a:ext cx="318089" cy="156347"/>
              <a:chOff x="7021775" y="1222525"/>
              <a:chExt cx="58900" cy="28950"/>
            </a:xfrm>
          </p:grpSpPr>
          <p:sp>
            <p:nvSpPr>
              <p:cNvPr id="605" name="Google Shape;605;p22"/>
              <p:cNvSpPr/>
              <p:nvPr/>
            </p:nvSpPr>
            <p:spPr>
              <a:xfrm>
                <a:off x="7053525" y="1239325"/>
                <a:ext cx="2715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486" extrusionOk="0">
                    <a:moveTo>
                      <a:pt x="516" y="1"/>
                    </a:moveTo>
                    <a:cubicBezTo>
                      <a:pt x="514" y="1"/>
                      <a:pt x="511" y="1"/>
                      <a:pt x="509" y="2"/>
                    </a:cubicBezTo>
                    <a:cubicBezTo>
                      <a:pt x="489" y="2"/>
                      <a:pt x="474" y="17"/>
                      <a:pt x="470" y="31"/>
                    </a:cubicBezTo>
                    <a:cubicBezTo>
                      <a:pt x="470" y="46"/>
                      <a:pt x="465" y="61"/>
                      <a:pt x="460" y="75"/>
                    </a:cubicBezTo>
                    <a:cubicBezTo>
                      <a:pt x="396" y="251"/>
                      <a:pt x="225" y="388"/>
                      <a:pt x="40" y="398"/>
                    </a:cubicBezTo>
                    <a:cubicBezTo>
                      <a:pt x="15" y="398"/>
                      <a:pt x="1" y="422"/>
                      <a:pt x="1" y="442"/>
                    </a:cubicBezTo>
                    <a:lnTo>
                      <a:pt x="1" y="447"/>
                    </a:lnTo>
                    <a:cubicBezTo>
                      <a:pt x="1" y="466"/>
                      <a:pt x="20" y="486"/>
                      <a:pt x="40" y="486"/>
                    </a:cubicBezTo>
                    <a:lnTo>
                      <a:pt x="45" y="486"/>
                    </a:lnTo>
                    <a:cubicBezTo>
                      <a:pt x="255" y="471"/>
                      <a:pt x="445" y="329"/>
                      <a:pt x="528" y="134"/>
                    </a:cubicBezTo>
                    <a:cubicBezTo>
                      <a:pt x="633" y="251"/>
                      <a:pt x="792" y="325"/>
                      <a:pt x="948" y="325"/>
                    </a:cubicBezTo>
                    <a:cubicBezTo>
                      <a:pt x="981" y="325"/>
                      <a:pt x="1014" y="322"/>
                      <a:pt x="1046" y="315"/>
                    </a:cubicBezTo>
                    <a:cubicBezTo>
                      <a:pt x="1070" y="310"/>
                      <a:pt x="1085" y="285"/>
                      <a:pt x="1080" y="261"/>
                    </a:cubicBezTo>
                    <a:cubicBezTo>
                      <a:pt x="1075" y="242"/>
                      <a:pt x="1051" y="227"/>
                      <a:pt x="1031" y="227"/>
                    </a:cubicBezTo>
                    <a:cubicBezTo>
                      <a:pt x="1001" y="233"/>
                      <a:pt x="971" y="236"/>
                      <a:pt x="941" y="236"/>
                    </a:cubicBezTo>
                    <a:cubicBezTo>
                      <a:pt x="804" y="236"/>
                      <a:pt x="670" y="175"/>
                      <a:pt x="582" y="71"/>
                    </a:cubicBezTo>
                    <a:cubicBezTo>
                      <a:pt x="572" y="56"/>
                      <a:pt x="558" y="36"/>
                      <a:pt x="548" y="22"/>
                    </a:cubicBezTo>
                    <a:cubicBezTo>
                      <a:pt x="540" y="10"/>
                      <a:pt x="528" y="1"/>
                      <a:pt x="5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22"/>
              <p:cNvSpPr/>
              <p:nvPr/>
            </p:nvSpPr>
            <p:spPr>
              <a:xfrm>
                <a:off x="7070025" y="1222525"/>
                <a:ext cx="8075" cy="965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386" extrusionOk="0">
                    <a:moveTo>
                      <a:pt x="276" y="1"/>
                    </a:moveTo>
                    <a:cubicBezTo>
                      <a:pt x="270" y="1"/>
                      <a:pt x="264" y="2"/>
                      <a:pt x="259" y="5"/>
                    </a:cubicBezTo>
                    <a:cubicBezTo>
                      <a:pt x="259" y="5"/>
                      <a:pt x="259" y="5"/>
                      <a:pt x="254" y="10"/>
                    </a:cubicBezTo>
                    <a:cubicBezTo>
                      <a:pt x="142" y="88"/>
                      <a:pt x="54" y="200"/>
                      <a:pt x="0" y="327"/>
                    </a:cubicBezTo>
                    <a:cubicBezTo>
                      <a:pt x="0" y="332"/>
                      <a:pt x="0" y="342"/>
                      <a:pt x="0" y="352"/>
                    </a:cubicBezTo>
                    <a:cubicBezTo>
                      <a:pt x="5" y="361"/>
                      <a:pt x="15" y="376"/>
                      <a:pt x="29" y="381"/>
                    </a:cubicBezTo>
                    <a:cubicBezTo>
                      <a:pt x="34" y="381"/>
                      <a:pt x="39" y="386"/>
                      <a:pt x="44" y="386"/>
                    </a:cubicBezTo>
                    <a:cubicBezTo>
                      <a:pt x="59" y="386"/>
                      <a:pt x="78" y="371"/>
                      <a:pt x="83" y="357"/>
                    </a:cubicBezTo>
                    <a:cubicBezTo>
                      <a:pt x="83" y="357"/>
                      <a:pt x="83" y="357"/>
                      <a:pt x="83" y="352"/>
                    </a:cubicBezTo>
                    <a:cubicBezTo>
                      <a:pt x="127" y="244"/>
                      <a:pt x="205" y="146"/>
                      <a:pt x="303" y="78"/>
                    </a:cubicBezTo>
                    <a:cubicBezTo>
                      <a:pt x="313" y="73"/>
                      <a:pt x="318" y="63"/>
                      <a:pt x="318" y="54"/>
                    </a:cubicBezTo>
                    <a:cubicBezTo>
                      <a:pt x="323" y="44"/>
                      <a:pt x="323" y="29"/>
                      <a:pt x="313" y="19"/>
                    </a:cubicBezTo>
                    <a:cubicBezTo>
                      <a:pt x="306" y="9"/>
                      <a:pt x="291" y="1"/>
                      <a:pt x="2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22"/>
              <p:cNvSpPr/>
              <p:nvPr/>
            </p:nvSpPr>
            <p:spPr>
              <a:xfrm>
                <a:off x="7021775" y="1229500"/>
                <a:ext cx="27250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225" extrusionOk="0">
                    <a:moveTo>
                      <a:pt x="412" y="1"/>
                    </a:moveTo>
                    <a:cubicBezTo>
                      <a:pt x="284" y="1"/>
                      <a:pt x="157" y="16"/>
                      <a:pt x="35" y="48"/>
                    </a:cubicBezTo>
                    <a:cubicBezTo>
                      <a:pt x="10" y="53"/>
                      <a:pt x="0" y="78"/>
                      <a:pt x="5" y="97"/>
                    </a:cubicBezTo>
                    <a:cubicBezTo>
                      <a:pt x="9" y="118"/>
                      <a:pt x="29" y="132"/>
                      <a:pt x="46" y="132"/>
                    </a:cubicBezTo>
                    <a:cubicBezTo>
                      <a:pt x="49" y="132"/>
                      <a:pt x="52" y="132"/>
                      <a:pt x="54" y="131"/>
                    </a:cubicBezTo>
                    <a:cubicBezTo>
                      <a:pt x="173" y="101"/>
                      <a:pt x="296" y="85"/>
                      <a:pt x="419" y="85"/>
                    </a:cubicBezTo>
                    <a:cubicBezTo>
                      <a:pt x="629" y="85"/>
                      <a:pt x="838" y="130"/>
                      <a:pt x="1026" y="219"/>
                    </a:cubicBezTo>
                    <a:cubicBezTo>
                      <a:pt x="1031" y="224"/>
                      <a:pt x="1036" y="224"/>
                      <a:pt x="1041" y="224"/>
                    </a:cubicBezTo>
                    <a:cubicBezTo>
                      <a:pt x="1060" y="224"/>
                      <a:pt x="1075" y="214"/>
                      <a:pt x="1080" y="200"/>
                    </a:cubicBezTo>
                    <a:cubicBezTo>
                      <a:pt x="1090" y="180"/>
                      <a:pt x="1085" y="156"/>
                      <a:pt x="1060" y="146"/>
                    </a:cubicBezTo>
                    <a:cubicBezTo>
                      <a:pt x="861" y="49"/>
                      <a:pt x="636" y="1"/>
                      <a:pt x="4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22"/>
              <p:cNvSpPr/>
              <p:nvPr/>
            </p:nvSpPr>
            <p:spPr>
              <a:xfrm>
                <a:off x="7057675" y="1231175"/>
                <a:ext cx="16150" cy="1030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412" extrusionOk="0">
                    <a:moveTo>
                      <a:pt x="548" y="1"/>
                    </a:moveTo>
                    <a:cubicBezTo>
                      <a:pt x="528" y="1"/>
                      <a:pt x="514" y="1"/>
                      <a:pt x="494" y="6"/>
                    </a:cubicBezTo>
                    <a:cubicBezTo>
                      <a:pt x="416" y="11"/>
                      <a:pt x="328" y="35"/>
                      <a:pt x="245" y="55"/>
                    </a:cubicBezTo>
                    <a:cubicBezTo>
                      <a:pt x="181" y="74"/>
                      <a:pt x="118" y="89"/>
                      <a:pt x="64" y="99"/>
                    </a:cubicBezTo>
                    <a:cubicBezTo>
                      <a:pt x="35" y="103"/>
                      <a:pt x="15" y="118"/>
                      <a:pt x="10" y="142"/>
                    </a:cubicBezTo>
                    <a:cubicBezTo>
                      <a:pt x="1" y="167"/>
                      <a:pt x="10" y="196"/>
                      <a:pt x="25" y="216"/>
                    </a:cubicBezTo>
                    <a:cubicBezTo>
                      <a:pt x="137" y="318"/>
                      <a:pt x="225" y="377"/>
                      <a:pt x="294" y="401"/>
                    </a:cubicBezTo>
                    <a:cubicBezTo>
                      <a:pt x="313" y="406"/>
                      <a:pt x="333" y="411"/>
                      <a:pt x="352" y="411"/>
                    </a:cubicBezTo>
                    <a:cubicBezTo>
                      <a:pt x="377" y="411"/>
                      <a:pt x="396" y="406"/>
                      <a:pt x="416" y="397"/>
                    </a:cubicBezTo>
                    <a:cubicBezTo>
                      <a:pt x="499" y="353"/>
                      <a:pt x="562" y="245"/>
                      <a:pt x="616" y="152"/>
                    </a:cubicBezTo>
                    <a:lnTo>
                      <a:pt x="626" y="138"/>
                    </a:lnTo>
                    <a:cubicBezTo>
                      <a:pt x="646" y="108"/>
                      <a:pt x="646" y="74"/>
                      <a:pt x="626" y="45"/>
                    </a:cubicBezTo>
                    <a:cubicBezTo>
                      <a:pt x="616" y="25"/>
                      <a:pt x="597" y="15"/>
                      <a:pt x="577" y="6"/>
                    </a:cubicBezTo>
                    <a:cubicBezTo>
                      <a:pt x="567" y="1"/>
                      <a:pt x="558" y="1"/>
                      <a:pt x="5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09" name="Google Shape;609;p22"/>
          <p:cNvGrpSpPr/>
          <p:nvPr/>
        </p:nvGrpSpPr>
        <p:grpSpPr>
          <a:xfrm flipH="1">
            <a:off x="-55878" y="-93085"/>
            <a:ext cx="9255757" cy="3169370"/>
            <a:chOff x="5729635" y="2172050"/>
            <a:chExt cx="2166356" cy="741807"/>
          </a:xfrm>
        </p:grpSpPr>
        <p:sp>
          <p:nvSpPr>
            <p:cNvPr id="610" name="Google Shape;610;p22"/>
            <p:cNvSpPr/>
            <p:nvPr/>
          </p:nvSpPr>
          <p:spPr>
            <a:xfrm>
              <a:off x="6231025" y="2172050"/>
              <a:ext cx="98100" cy="85175"/>
            </a:xfrm>
            <a:custGeom>
              <a:avLst/>
              <a:gdLst/>
              <a:ahLst/>
              <a:cxnLst/>
              <a:rect l="l" t="t" r="r" b="b"/>
              <a:pathLst>
                <a:path w="3924" h="3407" extrusionOk="0">
                  <a:moveTo>
                    <a:pt x="2624" y="1"/>
                  </a:moveTo>
                  <a:cubicBezTo>
                    <a:pt x="2383" y="1"/>
                    <a:pt x="2142" y="78"/>
                    <a:pt x="1960" y="232"/>
                  </a:cubicBezTo>
                  <a:cubicBezTo>
                    <a:pt x="1642" y="495"/>
                    <a:pt x="1515" y="925"/>
                    <a:pt x="1202" y="1199"/>
                  </a:cubicBezTo>
                  <a:cubicBezTo>
                    <a:pt x="865" y="1492"/>
                    <a:pt x="318" y="1595"/>
                    <a:pt x="157" y="2010"/>
                  </a:cubicBezTo>
                  <a:cubicBezTo>
                    <a:pt x="0" y="2401"/>
                    <a:pt x="298" y="2845"/>
                    <a:pt x="680" y="3060"/>
                  </a:cubicBezTo>
                  <a:cubicBezTo>
                    <a:pt x="1090" y="3290"/>
                    <a:pt x="1574" y="3339"/>
                    <a:pt x="2043" y="3378"/>
                  </a:cubicBezTo>
                  <a:cubicBezTo>
                    <a:pt x="2208" y="3394"/>
                    <a:pt x="2382" y="3407"/>
                    <a:pt x="2553" y="3407"/>
                  </a:cubicBezTo>
                  <a:cubicBezTo>
                    <a:pt x="2964" y="3407"/>
                    <a:pt x="3365" y="3333"/>
                    <a:pt x="3630" y="3051"/>
                  </a:cubicBezTo>
                  <a:cubicBezTo>
                    <a:pt x="3840" y="2826"/>
                    <a:pt x="3924" y="2508"/>
                    <a:pt x="3914" y="2200"/>
                  </a:cubicBezTo>
                  <a:cubicBezTo>
                    <a:pt x="3909" y="1815"/>
                    <a:pt x="3743" y="1477"/>
                    <a:pt x="3684" y="1106"/>
                  </a:cubicBezTo>
                  <a:cubicBezTo>
                    <a:pt x="3626" y="720"/>
                    <a:pt x="3557" y="388"/>
                    <a:pt x="3191" y="158"/>
                  </a:cubicBezTo>
                  <a:cubicBezTo>
                    <a:pt x="3021" y="53"/>
                    <a:pt x="2822" y="1"/>
                    <a:pt x="26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2"/>
            <p:cNvSpPr/>
            <p:nvPr/>
          </p:nvSpPr>
          <p:spPr>
            <a:xfrm>
              <a:off x="6334350" y="2237025"/>
              <a:ext cx="43275" cy="31875"/>
            </a:xfrm>
            <a:custGeom>
              <a:avLst/>
              <a:gdLst/>
              <a:ahLst/>
              <a:cxnLst/>
              <a:rect l="l" t="t" r="r" b="b"/>
              <a:pathLst>
                <a:path w="1731" h="1275" extrusionOk="0">
                  <a:moveTo>
                    <a:pt x="650" y="0"/>
                  </a:moveTo>
                  <a:cubicBezTo>
                    <a:pt x="432" y="0"/>
                    <a:pt x="245" y="85"/>
                    <a:pt x="157" y="246"/>
                  </a:cubicBezTo>
                  <a:cubicBezTo>
                    <a:pt x="1" y="520"/>
                    <a:pt x="196" y="921"/>
                    <a:pt x="587" y="1140"/>
                  </a:cubicBezTo>
                  <a:cubicBezTo>
                    <a:pt x="751" y="1231"/>
                    <a:pt x="925" y="1275"/>
                    <a:pt x="1083" y="1275"/>
                  </a:cubicBezTo>
                  <a:cubicBezTo>
                    <a:pt x="1300" y="1275"/>
                    <a:pt x="1486" y="1191"/>
                    <a:pt x="1574" y="1033"/>
                  </a:cubicBezTo>
                  <a:cubicBezTo>
                    <a:pt x="1730" y="754"/>
                    <a:pt x="1535" y="354"/>
                    <a:pt x="1144" y="134"/>
                  </a:cubicBezTo>
                  <a:cubicBezTo>
                    <a:pt x="980" y="44"/>
                    <a:pt x="807" y="0"/>
                    <a:pt x="6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2"/>
            <p:cNvSpPr/>
            <p:nvPr/>
          </p:nvSpPr>
          <p:spPr>
            <a:xfrm>
              <a:off x="6332650" y="2187300"/>
              <a:ext cx="42400" cy="29125"/>
            </a:xfrm>
            <a:custGeom>
              <a:avLst/>
              <a:gdLst/>
              <a:ahLst/>
              <a:cxnLst/>
              <a:rect l="l" t="t" r="r" b="b"/>
              <a:pathLst>
                <a:path w="1696" h="1165" extrusionOk="0">
                  <a:moveTo>
                    <a:pt x="765" y="1"/>
                  </a:moveTo>
                  <a:cubicBezTo>
                    <a:pt x="391" y="1"/>
                    <a:pt x="83" y="188"/>
                    <a:pt x="44" y="462"/>
                  </a:cubicBezTo>
                  <a:cubicBezTo>
                    <a:pt x="0" y="775"/>
                    <a:pt x="328" y="1087"/>
                    <a:pt x="767" y="1151"/>
                  </a:cubicBezTo>
                  <a:cubicBezTo>
                    <a:pt x="826" y="1160"/>
                    <a:pt x="884" y="1164"/>
                    <a:pt x="940" y="1164"/>
                  </a:cubicBezTo>
                  <a:cubicBezTo>
                    <a:pt x="1310" y="1164"/>
                    <a:pt x="1613" y="977"/>
                    <a:pt x="1652" y="701"/>
                  </a:cubicBezTo>
                  <a:cubicBezTo>
                    <a:pt x="1695" y="389"/>
                    <a:pt x="1368" y="81"/>
                    <a:pt x="928" y="12"/>
                  </a:cubicBezTo>
                  <a:cubicBezTo>
                    <a:pt x="873" y="5"/>
                    <a:pt x="818" y="1"/>
                    <a:pt x="7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2"/>
            <p:cNvSpPr/>
            <p:nvPr/>
          </p:nvSpPr>
          <p:spPr>
            <a:xfrm>
              <a:off x="6308225" y="2267250"/>
              <a:ext cx="37275" cy="36275"/>
            </a:xfrm>
            <a:custGeom>
              <a:avLst/>
              <a:gdLst/>
              <a:ahLst/>
              <a:cxnLst/>
              <a:rect l="l" t="t" r="r" b="b"/>
              <a:pathLst>
                <a:path w="1491" h="1451" extrusionOk="0">
                  <a:moveTo>
                    <a:pt x="532" y="0"/>
                  </a:moveTo>
                  <a:cubicBezTo>
                    <a:pt x="431" y="0"/>
                    <a:pt x="337" y="27"/>
                    <a:pt x="259" y="83"/>
                  </a:cubicBezTo>
                  <a:cubicBezTo>
                    <a:pt x="0" y="269"/>
                    <a:pt x="5" y="708"/>
                    <a:pt x="269" y="1060"/>
                  </a:cubicBezTo>
                  <a:cubicBezTo>
                    <a:pt x="456" y="1309"/>
                    <a:pt x="722" y="1451"/>
                    <a:pt x="954" y="1451"/>
                  </a:cubicBezTo>
                  <a:cubicBezTo>
                    <a:pt x="1054" y="1451"/>
                    <a:pt x="1148" y="1424"/>
                    <a:pt x="1226" y="1368"/>
                  </a:cubicBezTo>
                  <a:cubicBezTo>
                    <a:pt x="1490" y="1182"/>
                    <a:pt x="1485" y="747"/>
                    <a:pt x="1217" y="391"/>
                  </a:cubicBezTo>
                  <a:cubicBezTo>
                    <a:pt x="1029" y="142"/>
                    <a:pt x="763" y="0"/>
                    <a:pt x="5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2"/>
            <p:cNvSpPr/>
            <p:nvPr/>
          </p:nvSpPr>
          <p:spPr>
            <a:xfrm>
              <a:off x="6258750" y="2263125"/>
              <a:ext cx="34350" cy="39025"/>
            </a:xfrm>
            <a:custGeom>
              <a:avLst/>
              <a:gdLst/>
              <a:ahLst/>
              <a:cxnLst/>
              <a:rect l="l" t="t" r="r" b="b"/>
              <a:pathLst>
                <a:path w="1374" h="1561" extrusionOk="0">
                  <a:moveTo>
                    <a:pt x="582" y="0"/>
                  </a:moveTo>
                  <a:cubicBezTo>
                    <a:pt x="546" y="0"/>
                    <a:pt x="510" y="4"/>
                    <a:pt x="474" y="13"/>
                  </a:cubicBezTo>
                  <a:cubicBezTo>
                    <a:pt x="157" y="92"/>
                    <a:pt x="0" y="497"/>
                    <a:pt x="118" y="922"/>
                  </a:cubicBezTo>
                  <a:cubicBezTo>
                    <a:pt x="222" y="1295"/>
                    <a:pt x="511" y="1560"/>
                    <a:pt x="793" y="1560"/>
                  </a:cubicBezTo>
                  <a:cubicBezTo>
                    <a:pt x="829" y="1560"/>
                    <a:pt x="864" y="1556"/>
                    <a:pt x="899" y="1547"/>
                  </a:cubicBezTo>
                  <a:cubicBezTo>
                    <a:pt x="1217" y="1469"/>
                    <a:pt x="1373" y="1064"/>
                    <a:pt x="1256" y="639"/>
                  </a:cubicBezTo>
                  <a:cubicBezTo>
                    <a:pt x="1152" y="262"/>
                    <a:pt x="864" y="0"/>
                    <a:pt x="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2"/>
            <p:cNvSpPr/>
            <p:nvPr/>
          </p:nvSpPr>
          <p:spPr>
            <a:xfrm>
              <a:off x="7806025" y="2842001"/>
              <a:ext cx="88067" cy="71856"/>
            </a:xfrm>
            <a:custGeom>
              <a:avLst/>
              <a:gdLst/>
              <a:ahLst/>
              <a:cxnLst/>
              <a:rect l="l" t="t" r="r" b="b"/>
              <a:pathLst>
                <a:path w="4080" h="3329" extrusionOk="0">
                  <a:moveTo>
                    <a:pt x="1525" y="1"/>
                  </a:moveTo>
                  <a:cubicBezTo>
                    <a:pt x="1427" y="1"/>
                    <a:pt x="1329" y="15"/>
                    <a:pt x="1232" y="45"/>
                  </a:cubicBezTo>
                  <a:cubicBezTo>
                    <a:pt x="938" y="138"/>
                    <a:pt x="714" y="377"/>
                    <a:pt x="572" y="646"/>
                  </a:cubicBezTo>
                  <a:lnTo>
                    <a:pt x="567" y="646"/>
                  </a:lnTo>
                  <a:cubicBezTo>
                    <a:pt x="391" y="988"/>
                    <a:pt x="367" y="1364"/>
                    <a:pt x="240" y="1716"/>
                  </a:cubicBezTo>
                  <a:cubicBezTo>
                    <a:pt x="103" y="2078"/>
                    <a:pt x="0" y="2400"/>
                    <a:pt x="206" y="2781"/>
                  </a:cubicBezTo>
                  <a:cubicBezTo>
                    <a:pt x="392" y="3116"/>
                    <a:pt x="769" y="3329"/>
                    <a:pt x="1143" y="3329"/>
                  </a:cubicBezTo>
                  <a:cubicBezTo>
                    <a:pt x="1201" y="3329"/>
                    <a:pt x="1258" y="3324"/>
                    <a:pt x="1315" y="3314"/>
                  </a:cubicBezTo>
                  <a:cubicBezTo>
                    <a:pt x="1720" y="3240"/>
                    <a:pt x="2043" y="2928"/>
                    <a:pt x="2443" y="2840"/>
                  </a:cubicBezTo>
                  <a:cubicBezTo>
                    <a:pt x="2563" y="2814"/>
                    <a:pt x="2689" y="2809"/>
                    <a:pt x="2817" y="2809"/>
                  </a:cubicBezTo>
                  <a:cubicBezTo>
                    <a:pt x="2908" y="2809"/>
                    <a:pt x="3001" y="2812"/>
                    <a:pt x="3092" y="2812"/>
                  </a:cubicBezTo>
                  <a:cubicBezTo>
                    <a:pt x="3336" y="2812"/>
                    <a:pt x="3569" y="2792"/>
                    <a:pt x="3752" y="2644"/>
                  </a:cubicBezTo>
                  <a:cubicBezTo>
                    <a:pt x="4080" y="2380"/>
                    <a:pt x="4031" y="1843"/>
                    <a:pt x="3806" y="1477"/>
                  </a:cubicBezTo>
                  <a:cubicBezTo>
                    <a:pt x="3562" y="1076"/>
                    <a:pt x="3161" y="798"/>
                    <a:pt x="2775" y="529"/>
                  </a:cubicBezTo>
                  <a:cubicBezTo>
                    <a:pt x="2397" y="270"/>
                    <a:pt x="1959" y="1"/>
                    <a:pt x="15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2"/>
            <p:cNvSpPr/>
            <p:nvPr/>
          </p:nvSpPr>
          <p:spPr>
            <a:xfrm>
              <a:off x="7793268" y="2808825"/>
              <a:ext cx="31341" cy="32485"/>
            </a:xfrm>
            <a:custGeom>
              <a:avLst/>
              <a:gdLst/>
              <a:ahLst/>
              <a:cxnLst/>
              <a:rect l="l" t="t" r="r" b="b"/>
              <a:pathLst>
                <a:path w="1452" h="1505" extrusionOk="0">
                  <a:moveTo>
                    <a:pt x="526" y="1"/>
                  </a:moveTo>
                  <a:cubicBezTo>
                    <a:pt x="446" y="1"/>
                    <a:pt x="371" y="19"/>
                    <a:pt x="303" y="58"/>
                  </a:cubicBezTo>
                  <a:cubicBezTo>
                    <a:pt x="30" y="219"/>
                    <a:pt x="0" y="664"/>
                    <a:pt x="230" y="1045"/>
                  </a:cubicBezTo>
                  <a:cubicBezTo>
                    <a:pt x="402" y="1331"/>
                    <a:pt x="677" y="1504"/>
                    <a:pt x="919" y="1504"/>
                  </a:cubicBezTo>
                  <a:cubicBezTo>
                    <a:pt x="999" y="1504"/>
                    <a:pt x="1075" y="1485"/>
                    <a:pt x="1143" y="1445"/>
                  </a:cubicBezTo>
                  <a:cubicBezTo>
                    <a:pt x="1417" y="1284"/>
                    <a:pt x="1451" y="844"/>
                    <a:pt x="1217" y="463"/>
                  </a:cubicBezTo>
                  <a:cubicBezTo>
                    <a:pt x="1044" y="173"/>
                    <a:pt x="768" y="1"/>
                    <a:pt x="5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2"/>
            <p:cNvSpPr/>
            <p:nvPr/>
          </p:nvSpPr>
          <p:spPr>
            <a:xfrm>
              <a:off x="7771014" y="2849900"/>
              <a:ext cx="35874" cy="29183"/>
            </a:xfrm>
            <a:custGeom>
              <a:avLst/>
              <a:gdLst/>
              <a:ahLst/>
              <a:cxnLst/>
              <a:rect l="l" t="t" r="r" b="b"/>
              <a:pathLst>
                <a:path w="1662" h="1352" extrusionOk="0">
                  <a:moveTo>
                    <a:pt x="597" y="1"/>
                  </a:moveTo>
                  <a:cubicBezTo>
                    <a:pt x="434" y="1"/>
                    <a:pt x="289" y="57"/>
                    <a:pt x="196" y="173"/>
                  </a:cubicBezTo>
                  <a:cubicBezTo>
                    <a:pt x="0" y="417"/>
                    <a:pt x="127" y="847"/>
                    <a:pt x="474" y="1125"/>
                  </a:cubicBezTo>
                  <a:cubicBezTo>
                    <a:pt x="663" y="1275"/>
                    <a:pt x="879" y="1351"/>
                    <a:pt x="1068" y="1351"/>
                  </a:cubicBezTo>
                  <a:cubicBezTo>
                    <a:pt x="1232" y="1351"/>
                    <a:pt x="1376" y="1294"/>
                    <a:pt x="1466" y="1179"/>
                  </a:cubicBezTo>
                  <a:cubicBezTo>
                    <a:pt x="1661" y="930"/>
                    <a:pt x="1539" y="505"/>
                    <a:pt x="1188" y="226"/>
                  </a:cubicBezTo>
                  <a:cubicBezTo>
                    <a:pt x="1001" y="77"/>
                    <a:pt x="787" y="1"/>
                    <a:pt x="5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2"/>
            <p:cNvSpPr/>
            <p:nvPr/>
          </p:nvSpPr>
          <p:spPr>
            <a:xfrm>
              <a:off x="7830697" y="2795766"/>
              <a:ext cx="27435" cy="34406"/>
            </a:xfrm>
            <a:custGeom>
              <a:avLst/>
              <a:gdLst/>
              <a:ahLst/>
              <a:cxnLst/>
              <a:rect l="l" t="t" r="r" b="b"/>
              <a:pathLst>
                <a:path w="1271" h="1594" extrusionOk="0">
                  <a:moveTo>
                    <a:pt x="574" y="1"/>
                  </a:moveTo>
                  <a:cubicBezTo>
                    <a:pt x="559" y="1"/>
                    <a:pt x="544" y="2"/>
                    <a:pt x="528" y="3"/>
                  </a:cubicBezTo>
                  <a:cubicBezTo>
                    <a:pt x="211" y="38"/>
                    <a:pt x="1" y="419"/>
                    <a:pt x="59" y="858"/>
                  </a:cubicBezTo>
                  <a:cubicBezTo>
                    <a:pt x="120" y="1277"/>
                    <a:pt x="401" y="1594"/>
                    <a:pt x="702" y="1594"/>
                  </a:cubicBezTo>
                  <a:cubicBezTo>
                    <a:pt x="718" y="1594"/>
                    <a:pt x="733" y="1593"/>
                    <a:pt x="748" y="1591"/>
                  </a:cubicBezTo>
                  <a:cubicBezTo>
                    <a:pt x="1066" y="1557"/>
                    <a:pt x="1271" y="1176"/>
                    <a:pt x="1212" y="736"/>
                  </a:cubicBezTo>
                  <a:cubicBezTo>
                    <a:pt x="1156" y="318"/>
                    <a:pt x="875" y="1"/>
                    <a:pt x="5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2"/>
            <p:cNvSpPr/>
            <p:nvPr/>
          </p:nvSpPr>
          <p:spPr>
            <a:xfrm>
              <a:off x="7867197" y="2819445"/>
              <a:ext cx="28794" cy="34018"/>
            </a:xfrm>
            <a:custGeom>
              <a:avLst/>
              <a:gdLst/>
              <a:ahLst/>
              <a:cxnLst/>
              <a:rect l="l" t="t" r="r" b="b"/>
              <a:pathLst>
                <a:path w="1334" h="1576" extrusionOk="0">
                  <a:moveTo>
                    <a:pt x="738" y="0"/>
                  </a:moveTo>
                  <a:cubicBezTo>
                    <a:pt x="464" y="0"/>
                    <a:pt x="193" y="258"/>
                    <a:pt x="103" y="636"/>
                  </a:cubicBezTo>
                  <a:cubicBezTo>
                    <a:pt x="0" y="1061"/>
                    <a:pt x="166" y="1476"/>
                    <a:pt x="479" y="1559"/>
                  </a:cubicBezTo>
                  <a:cubicBezTo>
                    <a:pt x="518" y="1570"/>
                    <a:pt x="557" y="1575"/>
                    <a:pt x="596" y="1575"/>
                  </a:cubicBezTo>
                  <a:cubicBezTo>
                    <a:pt x="871" y="1575"/>
                    <a:pt x="1137" y="1316"/>
                    <a:pt x="1231" y="944"/>
                  </a:cubicBezTo>
                  <a:cubicBezTo>
                    <a:pt x="1334" y="519"/>
                    <a:pt x="1163" y="103"/>
                    <a:pt x="850" y="15"/>
                  </a:cubicBezTo>
                  <a:cubicBezTo>
                    <a:pt x="813" y="5"/>
                    <a:pt x="775" y="0"/>
                    <a:pt x="7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2"/>
            <p:cNvSpPr/>
            <p:nvPr/>
          </p:nvSpPr>
          <p:spPr>
            <a:xfrm>
              <a:off x="5877200" y="2264400"/>
              <a:ext cx="79025" cy="66325"/>
            </a:xfrm>
            <a:custGeom>
              <a:avLst/>
              <a:gdLst/>
              <a:ahLst/>
              <a:cxnLst/>
              <a:rect l="l" t="t" r="r" b="b"/>
              <a:pathLst>
                <a:path w="3161" h="2653" extrusionOk="0">
                  <a:moveTo>
                    <a:pt x="1021" y="1"/>
                  </a:moveTo>
                  <a:cubicBezTo>
                    <a:pt x="898" y="1"/>
                    <a:pt x="778" y="24"/>
                    <a:pt x="664" y="80"/>
                  </a:cubicBezTo>
                  <a:cubicBezTo>
                    <a:pt x="450" y="187"/>
                    <a:pt x="303" y="402"/>
                    <a:pt x="225" y="632"/>
                  </a:cubicBezTo>
                  <a:cubicBezTo>
                    <a:pt x="127" y="915"/>
                    <a:pt x="156" y="1213"/>
                    <a:pt x="98" y="1501"/>
                  </a:cubicBezTo>
                  <a:cubicBezTo>
                    <a:pt x="39" y="1799"/>
                    <a:pt x="0" y="2063"/>
                    <a:pt x="205" y="2332"/>
                  </a:cubicBezTo>
                  <a:cubicBezTo>
                    <a:pt x="365" y="2536"/>
                    <a:pt x="623" y="2653"/>
                    <a:pt x="877" y="2653"/>
                  </a:cubicBezTo>
                  <a:cubicBezTo>
                    <a:pt x="965" y="2653"/>
                    <a:pt x="1051" y="2639"/>
                    <a:pt x="1134" y="2610"/>
                  </a:cubicBezTo>
                  <a:cubicBezTo>
                    <a:pt x="1436" y="2503"/>
                    <a:pt x="1646" y="2219"/>
                    <a:pt x="1949" y="2102"/>
                  </a:cubicBezTo>
                  <a:cubicBezTo>
                    <a:pt x="2277" y="1975"/>
                    <a:pt x="2707" y="2048"/>
                    <a:pt x="2941" y="1790"/>
                  </a:cubicBezTo>
                  <a:cubicBezTo>
                    <a:pt x="3161" y="1545"/>
                    <a:pt x="3058" y="1135"/>
                    <a:pt x="2839" y="876"/>
                  </a:cubicBezTo>
                  <a:cubicBezTo>
                    <a:pt x="2599" y="593"/>
                    <a:pt x="2252" y="426"/>
                    <a:pt x="1920" y="270"/>
                  </a:cubicBezTo>
                  <a:cubicBezTo>
                    <a:pt x="1637" y="135"/>
                    <a:pt x="1319" y="1"/>
                    <a:pt x="10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2"/>
            <p:cNvSpPr/>
            <p:nvPr/>
          </p:nvSpPr>
          <p:spPr>
            <a:xfrm>
              <a:off x="5854850" y="2239650"/>
              <a:ext cx="30050" cy="28200"/>
            </a:xfrm>
            <a:custGeom>
              <a:avLst/>
              <a:gdLst/>
              <a:ahLst/>
              <a:cxnLst/>
              <a:rect l="l" t="t" r="r" b="b"/>
              <a:pathLst>
                <a:path w="1202" h="1128" extrusionOk="0">
                  <a:moveTo>
                    <a:pt x="425" y="1"/>
                  </a:moveTo>
                  <a:cubicBezTo>
                    <a:pt x="337" y="1"/>
                    <a:pt x="256" y="26"/>
                    <a:pt x="191" y="78"/>
                  </a:cubicBezTo>
                  <a:cubicBezTo>
                    <a:pt x="0" y="234"/>
                    <a:pt x="29" y="581"/>
                    <a:pt x="254" y="850"/>
                  </a:cubicBezTo>
                  <a:cubicBezTo>
                    <a:pt x="407" y="1029"/>
                    <a:pt x="607" y="1127"/>
                    <a:pt x="780" y="1127"/>
                  </a:cubicBezTo>
                  <a:cubicBezTo>
                    <a:pt x="867" y="1127"/>
                    <a:pt x="948" y="1102"/>
                    <a:pt x="1011" y="1050"/>
                  </a:cubicBezTo>
                  <a:cubicBezTo>
                    <a:pt x="1202" y="894"/>
                    <a:pt x="1177" y="547"/>
                    <a:pt x="948" y="278"/>
                  </a:cubicBezTo>
                  <a:cubicBezTo>
                    <a:pt x="798" y="99"/>
                    <a:pt x="599" y="1"/>
                    <a:pt x="4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2"/>
            <p:cNvSpPr/>
            <p:nvPr/>
          </p:nvSpPr>
          <p:spPr>
            <a:xfrm>
              <a:off x="5840800" y="2279400"/>
              <a:ext cx="33725" cy="25100"/>
            </a:xfrm>
            <a:custGeom>
              <a:avLst/>
              <a:gdLst/>
              <a:ahLst/>
              <a:cxnLst/>
              <a:rect l="l" t="t" r="r" b="b"/>
              <a:pathLst>
                <a:path w="1349" h="1004" extrusionOk="0">
                  <a:moveTo>
                    <a:pt x="504" y="0"/>
                  </a:moveTo>
                  <a:cubicBezTo>
                    <a:pt x="332" y="0"/>
                    <a:pt x="186" y="69"/>
                    <a:pt x="117" y="198"/>
                  </a:cubicBezTo>
                  <a:cubicBezTo>
                    <a:pt x="0" y="413"/>
                    <a:pt x="157" y="730"/>
                    <a:pt x="464" y="901"/>
                  </a:cubicBezTo>
                  <a:cubicBezTo>
                    <a:pt x="592" y="970"/>
                    <a:pt x="726" y="1004"/>
                    <a:pt x="847" y="1004"/>
                  </a:cubicBezTo>
                  <a:cubicBezTo>
                    <a:pt x="1017" y="1004"/>
                    <a:pt x="1163" y="937"/>
                    <a:pt x="1231" y="808"/>
                  </a:cubicBezTo>
                  <a:cubicBezTo>
                    <a:pt x="1349" y="589"/>
                    <a:pt x="1192" y="276"/>
                    <a:pt x="884" y="105"/>
                  </a:cubicBezTo>
                  <a:cubicBezTo>
                    <a:pt x="757" y="34"/>
                    <a:pt x="624" y="0"/>
                    <a:pt x="5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2"/>
            <p:cNvSpPr/>
            <p:nvPr/>
          </p:nvSpPr>
          <p:spPr>
            <a:xfrm>
              <a:off x="5886600" y="2222375"/>
              <a:ext cx="27000" cy="30775"/>
            </a:xfrm>
            <a:custGeom>
              <a:avLst/>
              <a:gdLst/>
              <a:ahLst/>
              <a:cxnLst/>
              <a:rect l="l" t="t" r="r" b="b"/>
              <a:pathLst>
                <a:path w="1080" h="1231" extrusionOk="0">
                  <a:moveTo>
                    <a:pt x="444" y="0"/>
                  </a:moveTo>
                  <a:cubicBezTo>
                    <a:pt x="415" y="0"/>
                    <a:pt x="386" y="4"/>
                    <a:pt x="357" y="12"/>
                  </a:cubicBezTo>
                  <a:cubicBezTo>
                    <a:pt x="118" y="80"/>
                    <a:pt x="0" y="402"/>
                    <a:pt x="103" y="735"/>
                  </a:cubicBezTo>
                  <a:cubicBezTo>
                    <a:pt x="193" y="1026"/>
                    <a:pt x="418" y="1231"/>
                    <a:pt x="633" y="1231"/>
                  </a:cubicBezTo>
                  <a:cubicBezTo>
                    <a:pt x="664" y="1231"/>
                    <a:pt x="694" y="1227"/>
                    <a:pt x="723" y="1218"/>
                  </a:cubicBezTo>
                  <a:cubicBezTo>
                    <a:pt x="968" y="1155"/>
                    <a:pt x="1080" y="832"/>
                    <a:pt x="977" y="495"/>
                  </a:cubicBezTo>
                  <a:cubicBezTo>
                    <a:pt x="891" y="202"/>
                    <a:pt x="664" y="0"/>
                    <a:pt x="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2"/>
            <p:cNvSpPr/>
            <p:nvPr/>
          </p:nvSpPr>
          <p:spPr>
            <a:xfrm>
              <a:off x="5924700" y="2238000"/>
              <a:ext cx="24200" cy="31250"/>
            </a:xfrm>
            <a:custGeom>
              <a:avLst/>
              <a:gdLst/>
              <a:ahLst/>
              <a:cxnLst/>
              <a:rect l="l" t="t" r="r" b="b"/>
              <a:pathLst>
                <a:path w="968" h="1250" extrusionOk="0">
                  <a:moveTo>
                    <a:pt x="500" y="1"/>
                  </a:moveTo>
                  <a:cubicBezTo>
                    <a:pt x="264" y="1"/>
                    <a:pt x="53" y="247"/>
                    <a:pt x="30" y="574"/>
                  </a:cubicBezTo>
                  <a:cubicBezTo>
                    <a:pt x="1" y="916"/>
                    <a:pt x="181" y="1219"/>
                    <a:pt x="435" y="1248"/>
                  </a:cubicBezTo>
                  <a:cubicBezTo>
                    <a:pt x="447" y="1249"/>
                    <a:pt x="458" y="1250"/>
                    <a:pt x="469" y="1250"/>
                  </a:cubicBezTo>
                  <a:cubicBezTo>
                    <a:pt x="709" y="1250"/>
                    <a:pt x="915" y="1003"/>
                    <a:pt x="943" y="676"/>
                  </a:cubicBezTo>
                  <a:cubicBezTo>
                    <a:pt x="968" y="329"/>
                    <a:pt x="787" y="31"/>
                    <a:pt x="533" y="2"/>
                  </a:cubicBezTo>
                  <a:cubicBezTo>
                    <a:pt x="522" y="1"/>
                    <a:pt x="511" y="1"/>
                    <a:pt x="5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2"/>
            <p:cNvSpPr/>
            <p:nvPr/>
          </p:nvSpPr>
          <p:spPr>
            <a:xfrm>
              <a:off x="5729635" y="2519913"/>
              <a:ext cx="89550" cy="95675"/>
            </a:xfrm>
            <a:custGeom>
              <a:avLst/>
              <a:gdLst/>
              <a:ahLst/>
              <a:cxnLst/>
              <a:rect l="l" t="t" r="r" b="b"/>
              <a:pathLst>
                <a:path w="3582" h="3827" extrusionOk="0">
                  <a:moveTo>
                    <a:pt x="1067" y="1"/>
                  </a:moveTo>
                  <a:cubicBezTo>
                    <a:pt x="880" y="1"/>
                    <a:pt x="697" y="47"/>
                    <a:pt x="514" y="186"/>
                  </a:cubicBezTo>
                  <a:cubicBezTo>
                    <a:pt x="162" y="445"/>
                    <a:pt x="1" y="943"/>
                    <a:pt x="133" y="1348"/>
                  </a:cubicBezTo>
                  <a:cubicBezTo>
                    <a:pt x="265" y="1739"/>
                    <a:pt x="616" y="2013"/>
                    <a:pt x="753" y="2399"/>
                  </a:cubicBezTo>
                  <a:cubicBezTo>
                    <a:pt x="905" y="2819"/>
                    <a:pt x="802" y="3361"/>
                    <a:pt x="1125" y="3659"/>
                  </a:cubicBezTo>
                  <a:cubicBezTo>
                    <a:pt x="1248" y="3776"/>
                    <a:pt x="1407" y="3827"/>
                    <a:pt x="1575" y="3827"/>
                  </a:cubicBezTo>
                  <a:cubicBezTo>
                    <a:pt x="1821" y="3827"/>
                    <a:pt x="2085" y="3719"/>
                    <a:pt x="2282" y="3557"/>
                  </a:cubicBezTo>
                  <a:cubicBezTo>
                    <a:pt x="2644" y="3264"/>
                    <a:pt x="2869" y="2829"/>
                    <a:pt x="3074" y="2414"/>
                  </a:cubicBezTo>
                  <a:cubicBezTo>
                    <a:pt x="3328" y="1910"/>
                    <a:pt x="3582" y="1319"/>
                    <a:pt x="3347" y="826"/>
                  </a:cubicBezTo>
                  <a:cubicBezTo>
                    <a:pt x="3220" y="547"/>
                    <a:pt x="2952" y="357"/>
                    <a:pt x="2668" y="254"/>
                  </a:cubicBezTo>
                  <a:lnTo>
                    <a:pt x="2663" y="254"/>
                  </a:lnTo>
                  <a:cubicBezTo>
                    <a:pt x="2307" y="122"/>
                    <a:pt x="1931" y="152"/>
                    <a:pt x="1569" y="73"/>
                  </a:cubicBezTo>
                  <a:cubicBezTo>
                    <a:pt x="1395" y="35"/>
                    <a:pt x="1229" y="1"/>
                    <a:pt x="10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2"/>
            <p:cNvSpPr/>
            <p:nvPr/>
          </p:nvSpPr>
          <p:spPr>
            <a:xfrm>
              <a:off x="5809510" y="2493738"/>
              <a:ext cx="41200" cy="33800"/>
            </a:xfrm>
            <a:custGeom>
              <a:avLst/>
              <a:gdLst/>
              <a:ahLst/>
              <a:cxnLst/>
              <a:rect l="l" t="t" r="r" b="b"/>
              <a:pathLst>
                <a:path w="1648" h="1352" extrusionOk="0">
                  <a:moveTo>
                    <a:pt x="1059" y="1"/>
                  </a:moveTo>
                  <a:cubicBezTo>
                    <a:pt x="871" y="1"/>
                    <a:pt x="657" y="78"/>
                    <a:pt x="470" y="231"/>
                  </a:cubicBezTo>
                  <a:cubicBezTo>
                    <a:pt x="123" y="510"/>
                    <a:pt x="1" y="935"/>
                    <a:pt x="196" y="1184"/>
                  </a:cubicBezTo>
                  <a:cubicBezTo>
                    <a:pt x="286" y="1296"/>
                    <a:pt x="428" y="1352"/>
                    <a:pt x="589" y="1352"/>
                  </a:cubicBezTo>
                  <a:cubicBezTo>
                    <a:pt x="777" y="1352"/>
                    <a:pt x="991" y="1276"/>
                    <a:pt x="1178" y="1125"/>
                  </a:cubicBezTo>
                  <a:cubicBezTo>
                    <a:pt x="1525" y="847"/>
                    <a:pt x="1647" y="417"/>
                    <a:pt x="1452" y="173"/>
                  </a:cubicBezTo>
                  <a:cubicBezTo>
                    <a:pt x="1362" y="58"/>
                    <a:pt x="1220" y="1"/>
                    <a:pt x="10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2"/>
            <p:cNvSpPr/>
            <p:nvPr/>
          </p:nvSpPr>
          <p:spPr>
            <a:xfrm>
              <a:off x="5763960" y="2475288"/>
              <a:ext cx="36050" cy="37600"/>
            </a:xfrm>
            <a:custGeom>
              <a:avLst/>
              <a:gdLst/>
              <a:ahLst/>
              <a:cxnLst/>
              <a:rect l="l" t="t" r="r" b="b"/>
              <a:pathLst>
                <a:path w="1442" h="1504" extrusionOk="0">
                  <a:moveTo>
                    <a:pt x="909" y="0"/>
                  </a:moveTo>
                  <a:cubicBezTo>
                    <a:pt x="668" y="0"/>
                    <a:pt x="396" y="178"/>
                    <a:pt x="225" y="471"/>
                  </a:cubicBezTo>
                  <a:cubicBezTo>
                    <a:pt x="1" y="857"/>
                    <a:pt x="45" y="1297"/>
                    <a:pt x="318" y="1448"/>
                  </a:cubicBezTo>
                  <a:cubicBezTo>
                    <a:pt x="385" y="1486"/>
                    <a:pt x="459" y="1503"/>
                    <a:pt x="536" y="1503"/>
                  </a:cubicBezTo>
                  <a:cubicBezTo>
                    <a:pt x="779" y="1503"/>
                    <a:pt x="1051" y="1326"/>
                    <a:pt x="1222" y="1033"/>
                  </a:cubicBezTo>
                  <a:cubicBezTo>
                    <a:pt x="1442" y="647"/>
                    <a:pt x="1403" y="207"/>
                    <a:pt x="1124" y="56"/>
                  </a:cubicBezTo>
                  <a:cubicBezTo>
                    <a:pt x="1059" y="18"/>
                    <a:pt x="985" y="0"/>
                    <a:pt x="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2"/>
            <p:cNvSpPr/>
            <p:nvPr/>
          </p:nvSpPr>
          <p:spPr>
            <a:xfrm>
              <a:off x="5827960" y="2534313"/>
              <a:ext cx="43025" cy="29975"/>
            </a:xfrm>
            <a:custGeom>
              <a:avLst/>
              <a:gdLst/>
              <a:ahLst/>
              <a:cxnLst/>
              <a:rect l="l" t="t" r="r" b="b"/>
              <a:pathLst>
                <a:path w="1721" h="1199" extrusionOk="0">
                  <a:moveTo>
                    <a:pt x="1005" y="0"/>
                  </a:moveTo>
                  <a:cubicBezTo>
                    <a:pt x="903" y="0"/>
                    <a:pt x="796" y="16"/>
                    <a:pt x="690" y="49"/>
                  </a:cubicBezTo>
                  <a:cubicBezTo>
                    <a:pt x="265" y="186"/>
                    <a:pt x="1" y="538"/>
                    <a:pt x="98" y="841"/>
                  </a:cubicBezTo>
                  <a:cubicBezTo>
                    <a:pt x="167" y="1066"/>
                    <a:pt x="416" y="1199"/>
                    <a:pt x="712" y="1199"/>
                  </a:cubicBezTo>
                  <a:cubicBezTo>
                    <a:pt x="815" y="1199"/>
                    <a:pt x="923" y="1183"/>
                    <a:pt x="1032" y="1149"/>
                  </a:cubicBezTo>
                  <a:cubicBezTo>
                    <a:pt x="1457" y="1017"/>
                    <a:pt x="1720" y="665"/>
                    <a:pt x="1623" y="362"/>
                  </a:cubicBezTo>
                  <a:cubicBezTo>
                    <a:pt x="1553" y="136"/>
                    <a:pt x="1302" y="0"/>
                    <a:pt x="1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2"/>
            <p:cNvSpPr/>
            <p:nvPr/>
          </p:nvSpPr>
          <p:spPr>
            <a:xfrm>
              <a:off x="5807685" y="2580838"/>
              <a:ext cx="41425" cy="29125"/>
            </a:xfrm>
            <a:custGeom>
              <a:avLst/>
              <a:gdLst/>
              <a:ahLst/>
              <a:cxnLst/>
              <a:rect l="l" t="t" r="r" b="b"/>
              <a:pathLst>
                <a:path w="1657" h="1165" extrusionOk="0">
                  <a:moveTo>
                    <a:pt x="794" y="0"/>
                  </a:moveTo>
                  <a:cubicBezTo>
                    <a:pt x="406" y="0"/>
                    <a:pt x="80" y="209"/>
                    <a:pt x="45" y="504"/>
                  </a:cubicBezTo>
                  <a:cubicBezTo>
                    <a:pt x="1" y="822"/>
                    <a:pt x="318" y="1115"/>
                    <a:pt x="753" y="1159"/>
                  </a:cubicBezTo>
                  <a:cubicBezTo>
                    <a:pt x="790" y="1163"/>
                    <a:pt x="826" y="1164"/>
                    <a:pt x="862" y="1164"/>
                  </a:cubicBezTo>
                  <a:cubicBezTo>
                    <a:pt x="1247" y="1164"/>
                    <a:pt x="1573" y="955"/>
                    <a:pt x="1613" y="660"/>
                  </a:cubicBezTo>
                  <a:cubicBezTo>
                    <a:pt x="1657" y="343"/>
                    <a:pt x="1339" y="50"/>
                    <a:pt x="905" y="6"/>
                  </a:cubicBezTo>
                  <a:cubicBezTo>
                    <a:pt x="867" y="2"/>
                    <a:pt x="830" y="0"/>
                    <a:pt x="7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ilita One"/>
              <a:buNone/>
              <a:defRPr sz="35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ilita One"/>
              <a:buNone/>
              <a:defRPr sz="35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ilita One"/>
              <a:buNone/>
              <a:defRPr sz="35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ilita One"/>
              <a:buNone/>
              <a:defRPr sz="35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ilita One"/>
              <a:buNone/>
              <a:defRPr sz="35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ilita One"/>
              <a:buNone/>
              <a:defRPr sz="35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ilita One"/>
              <a:buNone/>
              <a:defRPr sz="35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ilita One"/>
              <a:buNone/>
              <a:defRPr sz="35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ilita One"/>
              <a:buNone/>
              <a:defRPr sz="35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5" r:id="rId9"/>
    <p:sldLayoutId id="2147483667" r:id="rId10"/>
    <p:sldLayoutId id="2147483668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6"/>
          <p:cNvSpPr/>
          <p:nvPr/>
        </p:nvSpPr>
        <p:spPr>
          <a:xfrm>
            <a:off x="713225" y="2571750"/>
            <a:ext cx="4778100" cy="542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6"/>
          <p:cNvSpPr txBox="1">
            <a:spLocks noGrp="1"/>
          </p:cNvSpPr>
          <p:nvPr>
            <p:ph type="ctrTitle"/>
          </p:nvPr>
        </p:nvSpPr>
        <p:spPr>
          <a:xfrm>
            <a:off x="725736" y="1770454"/>
            <a:ext cx="6321000" cy="1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 err="1"/>
              <a:t>WhoofPark</a:t>
            </a:r>
            <a:br>
              <a:rPr lang="he-IL" dirty="0"/>
            </a:br>
            <a:endParaRPr sz="5000" dirty="0"/>
          </a:p>
        </p:txBody>
      </p:sp>
      <p:grpSp>
        <p:nvGrpSpPr>
          <p:cNvPr id="643" name="Google Shape;643;p26"/>
          <p:cNvGrpSpPr/>
          <p:nvPr/>
        </p:nvGrpSpPr>
        <p:grpSpPr>
          <a:xfrm>
            <a:off x="2802065" y="351150"/>
            <a:ext cx="8747923" cy="5421088"/>
            <a:chOff x="2802065" y="351150"/>
            <a:chExt cx="8747923" cy="5421088"/>
          </a:xfrm>
        </p:grpSpPr>
        <p:sp>
          <p:nvSpPr>
            <p:cNvPr id="644" name="Google Shape;644;p26"/>
            <p:cNvSpPr/>
            <p:nvPr/>
          </p:nvSpPr>
          <p:spPr>
            <a:xfrm>
              <a:off x="3453802" y="351150"/>
              <a:ext cx="8096187" cy="4831097"/>
            </a:xfrm>
            <a:custGeom>
              <a:avLst/>
              <a:gdLst/>
              <a:ahLst/>
              <a:cxnLst/>
              <a:rect l="l" t="t" r="r" b="b"/>
              <a:pathLst>
                <a:path w="69982" h="41760" extrusionOk="0">
                  <a:moveTo>
                    <a:pt x="41873" y="1"/>
                  </a:moveTo>
                  <a:cubicBezTo>
                    <a:pt x="37054" y="1"/>
                    <a:pt x="31969" y="2440"/>
                    <a:pt x="29241" y="11040"/>
                  </a:cubicBezTo>
                  <a:cubicBezTo>
                    <a:pt x="26715" y="18994"/>
                    <a:pt x="1" y="16619"/>
                    <a:pt x="6885" y="38506"/>
                  </a:cubicBezTo>
                  <a:cubicBezTo>
                    <a:pt x="7640" y="40909"/>
                    <a:pt x="12027" y="41759"/>
                    <a:pt x="17859" y="41759"/>
                  </a:cubicBezTo>
                  <a:cubicBezTo>
                    <a:pt x="31984" y="41759"/>
                    <a:pt x="54582" y="36772"/>
                    <a:pt x="54582" y="36772"/>
                  </a:cubicBezTo>
                  <a:cubicBezTo>
                    <a:pt x="69981" y="35165"/>
                    <a:pt x="63581" y="9858"/>
                    <a:pt x="51978" y="3003"/>
                  </a:cubicBezTo>
                  <a:cubicBezTo>
                    <a:pt x="49877" y="1764"/>
                    <a:pt x="45971" y="1"/>
                    <a:pt x="418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5" name="Google Shape;645;p26"/>
            <p:cNvGrpSpPr/>
            <p:nvPr/>
          </p:nvGrpSpPr>
          <p:grpSpPr>
            <a:xfrm>
              <a:off x="2802065" y="1130173"/>
              <a:ext cx="7888646" cy="4642066"/>
              <a:chOff x="-132359" y="851100"/>
              <a:chExt cx="7509540" cy="4418981"/>
            </a:xfrm>
          </p:grpSpPr>
          <p:sp>
            <p:nvSpPr>
              <p:cNvPr id="646" name="Google Shape;646;p26"/>
              <p:cNvSpPr/>
              <p:nvPr/>
            </p:nvSpPr>
            <p:spPr>
              <a:xfrm>
                <a:off x="4176600" y="4316550"/>
                <a:ext cx="17360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6944" h="5976" extrusionOk="0">
                    <a:moveTo>
                      <a:pt x="2658" y="0"/>
                    </a:moveTo>
                    <a:cubicBezTo>
                      <a:pt x="3699" y="1469"/>
                      <a:pt x="4047" y="3398"/>
                      <a:pt x="3594" y="5136"/>
                    </a:cubicBezTo>
                    <a:cubicBezTo>
                      <a:pt x="3252" y="4230"/>
                      <a:pt x="2603" y="3447"/>
                      <a:pt x="1782" y="2933"/>
                    </a:cubicBezTo>
                    <a:cubicBezTo>
                      <a:pt x="1674" y="2860"/>
                      <a:pt x="1546" y="2795"/>
                      <a:pt x="1422" y="2795"/>
                    </a:cubicBezTo>
                    <a:cubicBezTo>
                      <a:pt x="1378" y="2795"/>
                      <a:pt x="1334" y="2803"/>
                      <a:pt x="1293" y="2822"/>
                    </a:cubicBezTo>
                    <a:cubicBezTo>
                      <a:pt x="1152" y="2884"/>
                      <a:pt x="1084" y="3043"/>
                      <a:pt x="1036" y="3184"/>
                    </a:cubicBezTo>
                    <a:cubicBezTo>
                      <a:pt x="687" y="4108"/>
                      <a:pt x="344" y="5032"/>
                      <a:pt x="1" y="5957"/>
                    </a:cubicBezTo>
                    <a:lnTo>
                      <a:pt x="6704" y="5975"/>
                    </a:lnTo>
                    <a:cubicBezTo>
                      <a:pt x="6943" y="3380"/>
                      <a:pt x="5156" y="741"/>
                      <a:pt x="2658" y="0"/>
                    </a:cubicBezTo>
                    <a:close/>
                  </a:path>
                </a:pathLst>
              </a:custGeom>
              <a:solidFill>
                <a:srgbClr val="C3CF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26"/>
              <p:cNvSpPr/>
              <p:nvPr/>
            </p:nvSpPr>
            <p:spPr>
              <a:xfrm>
                <a:off x="3212275" y="4093250"/>
                <a:ext cx="185975" cy="175100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7004" extrusionOk="0">
                    <a:moveTo>
                      <a:pt x="2712" y="0"/>
                    </a:moveTo>
                    <a:cubicBezTo>
                      <a:pt x="1806" y="2333"/>
                      <a:pt x="900" y="4665"/>
                      <a:pt x="0" y="7004"/>
                    </a:cubicBezTo>
                    <a:lnTo>
                      <a:pt x="7420" y="5920"/>
                    </a:lnTo>
                    <a:cubicBezTo>
                      <a:pt x="7426" y="4065"/>
                      <a:pt x="7432" y="2217"/>
                      <a:pt x="7438" y="362"/>
                    </a:cubicBezTo>
                    <a:lnTo>
                      <a:pt x="7438" y="362"/>
                    </a:lnTo>
                    <a:cubicBezTo>
                      <a:pt x="6232" y="2284"/>
                      <a:pt x="5026" y="4206"/>
                      <a:pt x="3820" y="6122"/>
                    </a:cubicBezTo>
                    <a:cubicBezTo>
                      <a:pt x="3649" y="4053"/>
                      <a:pt x="3275" y="1996"/>
                      <a:pt x="2712" y="0"/>
                    </a:cubicBezTo>
                    <a:close/>
                  </a:path>
                </a:pathLst>
              </a:custGeom>
              <a:solidFill>
                <a:srgbClr val="C3CF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26"/>
              <p:cNvSpPr/>
              <p:nvPr/>
            </p:nvSpPr>
            <p:spPr>
              <a:xfrm>
                <a:off x="1822150" y="4191500"/>
                <a:ext cx="302275" cy="275200"/>
              </a:xfrm>
              <a:custGeom>
                <a:avLst/>
                <a:gdLst/>
                <a:ahLst/>
                <a:cxnLst/>
                <a:rect l="l" t="t" r="r" b="b"/>
                <a:pathLst>
                  <a:path w="12091" h="11008" extrusionOk="0">
                    <a:moveTo>
                      <a:pt x="12091" y="1"/>
                    </a:moveTo>
                    <a:cubicBezTo>
                      <a:pt x="9416" y="1354"/>
                      <a:pt x="7089" y="3386"/>
                      <a:pt x="5387" y="5853"/>
                    </a:cubicBezTo>
                    <a:lnTo>
                      <a:pt x="6294" y="1586"/>
                    </a:lnTo>
                    <a:lnTo>
                      <a:pt x="6294" y="1586"/>
                    </a:lnTo>
                    <a:cubicBezTo>
                      <a:pt x="3900" y="3496"/>
                      <a:pt x="1769" y="5737"/>
                      <a:pt x="0" y="8235"/>
                    </a:cubicBezTo>
                    <a:lnTo>
                      <a:pt x="7995" y="11008"/>
                    </a:lnTo>
                    <a:cubicBezTo>
                      <a:pt x="8565" y="7108"/>
                      <a:pt x="9973" y="3331"/>
                      <a:pt x="12091" y="1"/>
                    </a:cubicBezTo>
                    <a:close/>
                  </a:path>
                </a:pathLst>
              </a:custGeom>
              <a:solidFill>
                <a:srgbClr val="C3CF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26"/>
              <p:cNvSpPr/>
              <p:nvPr/>
            </p:nvSpPr>
            <p:spPr>
              <a:xfrm>
                <a:off x="-132359" y="3614740"/>
                <a:ext cx="7509540" cy="1655342"/>
              </a:xfrm>
              <a:custGeom>
                <a:avLst/>
                <a:gdLst/>
                <a:ahLst/>
                <a:cxnLst/>
                <a:rect l="l" t="t" r="r" b="b"/>
                <a:pathLst>
                  <a:path w="285561" h="43063" extrusionOk="0">
                    <a:moveTo>
                      <a:pt x="240583" y="1"/>
                    </a:moveTo>
                    <a:cubicBezTo>
                      <a:pt x="238195" y="4354"/>
                      <a:pt x="236371" y="9018"/>
                      <a:pt x="235177" y="13836"/>
                    </a:cubicBezTo>
                    <a:cubicBezTo>
                      <a:pt x="210274" y="10831"/>
                      <a:pt x="178024" y="9018"/>
                      <a:pt x="142780" y="9018"/>
                    </a:cubicBezTo>
                    <a:cubicBezTo>
                      <a:pt x="107537" y="9018"/>
                      <a:pt x="76829" y="10745"/>
                      <a:pt x="52183" y="13622"/>
                    </a:cubicBezTo>
                    <a:cubicBezTo>
                      <a:pt x="52140" y="12490"/>
                      <a:pt x="52134" y="11351"/>
                      <a:pt x="52183" y="10224"/>
                    </a:cubicBezTo>
                    <a:lnTo>
                      <a:pt x="52183" y="10224"/>
                    </a:lnTo>
                    <a:cubicBezTo>
                      <a:pt x="51411" y="11412"/>
                      <a:pt x="50628" y="12624"/>
                      <a:pt x="49979" y="13885"/>
                    </a:cubicBezTo>
                    <a:cubicBezTo>
                      <a:pt x="49391" y="13953"/>
                      <a:pt x="48816" y="14026"/>
                      <a:pt x="48234" y="14100"/>
                    </a:cubicBezTo>
                    <a:cubicBezTo>
                      <a:pt x="48179" y="10898"/>
                      <a:pt x="48467" y="7690"/>
                      <a:pt x="49116" y="4550"/>
                    </a:cubicBezTo>
                    <a:cubicBezTo>
                      <a:pt x="49078" y="4534"/>
                      <a:pt x="49041" y="4527"/>
                      <a:pt x="49005" y="4527"/>
                    </a:cubicBezTo>
                    <a:cubicBezTo>
                      <a:pt x="48767" y="4527"/>
                      <a:pt x="48576" y="4834"/>
                      <a:pt x="48485" y="5094"/>
                    </a:cubicBezTo>
                    <a:cubicBezTo>
                      <a:pt x="47885" y="6882"/>
                      <a:pt x="47322" y="8682"/>
                      <a:pt x="46783" y="10494"/>
                    </a:cubicBezTo>
                    <a:cubicBezTo>
                      <a:pt x="46410" y="11749"/>
                      <a:pt x="46061" y="13077"/>
                      <a:pt x="46177" y="14363"/>
                    </a:cubicBezTo>
                    <a:cubicBezTo>
                      <a:pt x="46036" y="14381"/>
                      <a:pt x="45896" y="14400"/>
                      <a:pt x="45755" y="14418"/>
                    </a:cubicBezTo>
                    <a:cubicBezTo>
                      <a:pt x="45541" y="13665"/>
                      <a:pt x="45320" y="12912"/>
                      <a:pt x="45106" y="12159"/>
                    </a:cubicBezTo>
                    <a:cubicBezTo>
                      <a:pt x="44757" y="12961"/>
                      <a:pt x="44463" y="13781"/>
                      <a:pt x="44218" y="14620"/>
                    </a:cubicBezTo>
                    <a:cubicBezTo>
                      <a:pt x="16976" y="18311"/>
                      <a:pt x="0" y="23515"/>
                      <a:pt x="0" y="29288"/>
                    </a:cubicBezTo>
                    <a:cubicBezTo>
                      <a:pt x="0" y="40479"/>
                      <a:pt x="63276" y="30396"/>
                      <a:pt x="141531" y="40118"/>
                    </a:cubicBezTo>
                    <a:cubicBezTo>
                      <a:pt x="158406" y="42216"/>
                      <a:pt x="173512" y="43063"/>
                      <a:pt x="187079" y="43063"/>
                    </a:cubicBezTo>
                    <a:cubicBezTo>
                      <a:pt x="217091" y="43063"/>
                      <a:pt x="239569" y="38918"/>
                      <a:pt x="256990" y="35006"/>
                    </a:cubicBezTo>
                    <a:cubicBezTo>
                      <a:pt x="270923" y="31877"/>
                      <a:pt x="285560" y="33261"/>
                      <a:pt x="285560" y="29288"/>
                    </a:cubicBezTo>
                    <a:cubicBezTo>
                      <a:pt x="285560" y="23846"/>
                      <a:pt x="270445" y="18899"/>
                      <a:pt x="245848" y="15263"/>
                    </a:cubicBezTo>
                    <a:cubicBezTo>
                      <a:pt x="246295" y="12624"/>
                      <a:pt x="246123" y="9882"/>
                      <a:pt x="245327" y="7329"/>
                    </a:cubicBezTo>
                    <a:cubicBezTo>
                      <a:pt x="245217" y="8682"/>
                      <a:pt x="245101" y="10059"/>
                      <a:pt x="244599" y="11320"/>
                    </a:cubicBezTo>
                    <a:cubicBezTo>
                      <a:pt x="244097" y="12581"/>
                      <a:pt x="243136" y="13732"/>
                      <a:pt x="241838" y="14124"/>
                    </a:cubicBezTo>
                    <a:cubicBezTo>
                      <a:pt x="242095" y="12183"/>
                      <a:pt x="241826" y="10169"/>
                      <a:pt x="241054" y="8370"/>
                    </a:cubicBezTo>
                    <a:cubicBezTo>
                      <a:pt x="240295" y="10341"/>
                      <a:pt x="239530" y="12312"/>
                      <a:pt x="238765" y="14283"/>
                    </a:cubicBezTo>
                    <a:cubicBezTo>
                      <a:pt x="238691" y="14271"/>
                      <a:pt x="238618" y="14259"/>
                      <a:pt x="238538" y="14253"/>
                    </a:cubicBezTo>
                    <a:cubicBezTo>
                      <a:pt x="237785" y="9441"/>
                      <a:pt x="238502" y="4409"/>
                      <a:pt x="24058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26"/>
              <p:cNvSpPr/>
              <p:nvPr/>
            </p:nvSpPr>
            <p:spPr>
              <a:xfrm>
                <a:off x="3219000" y="2570725"/>
                <a:ext cx="500175" cy="362600"/>
              </a:xfrm>
              <a:custGeom>
                <a:avLst/>
                <a:gdLst/>
                <a:ahLst/>
                <a:cxnLst/>
                <a:rect l="l" t="t" r="r" b="b"/>
                <a:pathLst>
                  <a:path w="20007" h="14504" extrusionOk="0">
                    <a:moveTo>
                      <a:pt x="820" y="1"/>
                    </a:moveTo>
                    <a:cubicBezTo>
                      <a:pt x="723" y="1"/>
                      <a:pt x="633" y="43"/>
                      <a:pt x="576" y="118"/>
                    </a:cubicBezTo>
                    <a:cubicBezTo>
                      <a:pt x="558" y="136"/>
                      <a:pt x="545" y="148"/>
                      <a:pt x="539" y="173"/>
                    </a:cubicBezTo>
                    <a:cubicBezTo>
                      <a:pt x="533" y="173"/>
                      <a:pt x="533" y="179"/>
                      <a:pt x="533" y="179"/>
                    </a:cubicBezTo>
                    <a:cubicBezTo>
                      <a:pt x="527" y="179"/>
                      <a:pt x="527" y="185"/>
                      <a:pt x="527" y="191"/>
                    </a:cubicBezTo>
                    <a:cubicBezTo>
                      <a:pt x="521" y="191"/>
                      <a:pt x="521" y="197"/>
                      <a:pt x="521" y="197"/>
                    </a:cubicBezTo>
                    <a:cubicBezTo>
                      <a:pt x="404" y="485"/>
                      <a:pt x="423" y="754"/>
                      <a:pt x="533" y="1011"/>
                    </a:cubicBezTo>
                    <a:cubicBezTo>
                      <a:pt x="551" y="1060"/>
                      <a:pt x="582" y="1109"/>
                      <a:pt x="607" y="1164"/>
                    </a:cubicBezTo>
                    <a:cubicBezTo>
                      <a:pt x="704" y="1330"/>
                      <a:pt x="845" y="1489"/>
                      <a:pt x="998" y="1630"/>
                    </a:cubicBezTo>
                    <a:cubicBezTo>
                      <a:pt x="1078" y="1691"/>
                      <a:pt x="1157" y="1752"/>
                      <a:pt x="1237" y="1813"/>
                    </a:cubicBezTo>
                    <a:cubicBezTo>
                      <a:pt x="1396" y="1936"/>
                      <a:pt x="1568" y="2034"/>
                      <a:pt x="1739" y="2119"/>
                    </a:cubicBezTo>
                    <a:cubicBezTo>
                      <a:pt x="3814" y="3160"/>
                      <a:pt x="5969" y="4109"/>
                      <a:pt x="8143" y="4935"/>
                    </a:cubicBezTo>
                    <a:cubicBezTo>
                      <a:pt x="5835" y="5737"/>
                      <a:pt x="3459" y="6411"/>
                      <a:pt x="1072" y="6950"/>
                    </a:cubicBezTo>
                    <a:cubicBezTo>
                      <a:pt x="827" y="7005"/>
                      <a:pt x="160" y="7152"/>
                      <a:pt x="25" y="7721"/>
                    </a:cubicBezTo>
                    <a:cubicBezTo>
                      <a:pt x="7" y="7800"/>
                      <a:pt x="0" y="7880"/>
                      <a:pt x="7" y="7960"/>
                    </a:cubicBezTo>
                    <a:lnTo>
                      <a:pt x="13" y="7953"/>
                    </a:lnTo>
                    <a:cubicBezTo>
                      <a:pt x="19" y="8192"/>
                      <a:pt x="129" y="8407"/>
                      <a:pt x="227" y="8553"/>
                    </a:cubicBezTo>
                    <a:cubicBezTo>
                      <a:pt x="478" y="8976"/>
                      <a:pt x="809" y="9362"/>
                      <a:pt x="1194" y="9680"/>
                    </a:cubicBezTo>
                    <a:cubicBezTo>
                      <a:pt x="1304" y="9759"/>
                      <a:pt x="1408" y="9790"/>
                      <a:pt x="1513" y="9808"/>
                    </a:cubicBezTo>
                    <a:lnTo>
                      <a:pt x="1519" y="9808"/>
                    </a:lnTo>
                    <a:cubicBezTo>
                      <a:pt x="1629" y="9833"/>
                      <a:pt x="1727" y="9851"/>
                      <a:pt x="1831" y="9912"/>
                    </a:cubicBezTo>
                    <a:cubicBezTo>
                      <a:pt x="1868" y="9931"/>
                      <a:pt x="1947" y="10010"/>
                      <a:pt x="2008" y="10108"/>
                    </a:cubicBezTo>
                    <a:cubicBezTo>
                      <a:pt x="2057" y="10170"/>
                      <a:pt x="2094" y="10237"/>
                      <a:pt x="2125" y="10323"/>
                    </a:cubicBezTo>
                    <a:cubicBezTo>
                      <a:pt x="2308" y="10800"/>
                      <a:pt x="2755" y="11125"/>
                      <a:pt x="3270" y="11149"/>
                    </a:cubicBezTo>
                    <a:cubicBezTo>
                      <a:pt x="3625" y="11161"/>
                      <a:pt x="3943" y="11180"/>
                      <a:pt x="3949" y="11204"/>
                    </a:cubicBezTo>
                    <a:cubicBezTo>
                      <a:pt x="4004" y="11412"/>
                      <a:pt x="4029" y="11529"/>
                      <a:pt x="4084" y="11627"/>
                    </a:cubicBezTo>
                    <a:cubicBezTo>
                      <a:pt x="4139" y="11743"/>
                      <a:pt x="4231" y="11829"/>
                      <a:pt x="4439" y="11994"/>
                    </a:cubicBezTo>
                    <a:cubicBezTo>
                      <a:pt x="4751" y="12233"/>
                      <a:pt x="5100" y="12392"/>
                      <a:pt x="5461" y="12453"/>
                    </a:cubicBezTo>
                    <a:lnTo>
                      <a:pt x="5467" y="12453"/>
                    </a:lnTo>
                    <a:cubicBezTo>
                      <a:pt x="5547" y="12465"/>
                      <a:pt x="5620" y="12471"/>
                      <a:pt x="5706" y="12478"/>
                    </a:cubicBezTo>
                    <a:lnTo>
                      <a:pt x="5706" y="12563"/>
                    </a:lnTo>
                    <a:cubicBezTo>
                      <a:pt x="5712" y="12845"/>
                      <a:pt x="5798" y="13120"/>
                      <a:pt x="5939" y="13365"/>
                    </a:cubicBezTo>
                    <a:cubicBezTo>
                      <a:pt x="6079" y="13598"/>
                      <a:pt x="6263" y="13806"/>
                      <a:pt x="6465" y="13953"/>
                    </a:cubicBezTo>
                    <a:cubicBezTo>
                      <a:pt x="7028" y="14363"/>
                      <a:pt x="7732" y="14449"/>
                      <a:pt x="8332" y="14486"/>
                    </a:cubicBezTo>
                    <a:cubicBezTo>
                      <a:pt x="8577" y="14498"/>
                      <a:pt x="8828" y="14504"/>
                      <a:pt x="9067" y="14504"/>
                    </a:cubicBezTo>
                    <a:cubicBezTo>
                      <a:pt x="10108" y="14504"/>
                      <a:pt x="11142" y="14394"/>
                      <a:pt x="12152" y="14283"/>
                    </a:cubicBezTo>
                    <a:cubicBezTo>
                      <a:pt x="13176" y="14177"/>
                      <a:pt x="14164" y="14071"/>
                      <a:pt x="15141" y="14071"/>
                    </a:cubicBezTo>
                    <a:cubicBezTo>
                      <a:pt x="15741" y="14071"/>
                      <a:pt x="16337" y="14111"/>
                      <a:pt x="16934" y="14216"/>
                    </a:cubicBezTo>
                    <a:cubicBezTo>
                      <a:pt x="17030" y="14232"/>
                      <a:pt x="17267" y="14259"/>
                      <a:pt x="17467" y="14259"/>
                    </a:cubicBezTo>
                    <a:cubicBezTo>
                      <a:pt x="17585" y="14259"/>
                      <a:pt x="17691" y="14250"/>
                      <a:pt x="17748" y="14222"/>
                    </a:cubicBezTo>
                    <a:cubicBezTo>
                      <a:pt x="17901" y="14149"/>
                      <a:pt x="17968" y="13959"/>
                      <a:pt x="17882" y="13806"/>
                    </a:cubicBezTo>
                    <a:cubicBezTo>
                      <a:pt x="17546" y="13120"/>
                      <a:pt x="17705" y="12269"/>
                      <a:pt x="17913" y="11388"/>
                    </a:cubicBezTo>
                    <a:cubicBezTo>
                      <a:pt x="18011" y="10953"/>
                      <a:pt x="18097" y="10506"/>
                      <a:pt x="18176" y="10072"/>
                    </a:cubicBezTo>
                    <a:cubicBezTo>
                      <a:pt x="18464" y="8651"/>
                      <a:pt x="18727" y="7298"/>
                      <a:pt x="19419" y="6154"/>
                    </a:cubicBezTo>
                    <a:cubicBezTo>
                      <a:pt x="19560" y="5927"/>
                      <a:pt x="19725" y="5701"/>
                      <a:pt x="19903" y="5480"/>
                    </a:cubicBezTo>
                    <a:cubicBezTo>
                      <a:pt x="20007" y="5364"/>
                      <a:pt x="20007" y="5186"/>
                      <a:pt x="19896" y="5076"/>
                    </a:cubicBezTo>
                    <a:cubicBezTo>
                      <a:pt x="18403" y="3399"/>
                      <a:pt x="17025" y="2352"/>
                      <a:pt x="15556" y="1777"/>
                    </a:cubicBezTo>
                    <a:cubicBezTo>
                      <a:pt x="14234" y="1262"/>
                      <a:pt x="12807" y="1128"/>
                      <a:pt x="11436" y="999"/>
                    </a:cubicBezTo>
                    <a:lnTo>
                      <a:pt x="4310" y="326"/>
                    </a:lnTo>
                    <a:lnTo>
                      <a:pt x="2033" y="111"/>
                    </a:lnTo>
                    <a:lnTo>
                      <a:pt x="1506" y="62"/>
                    </a:lnTo>
                    <a:lnTo>
                      <a:pt x="839" y="1"/>
                    </a:lnTo>
                    <a:cubicBezTo>
                      <a:pt x="833" y="1"/>
                      <a:pt x="826" y="1"/>
                      <a:pt x="8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26"/>
              <p:cNvSpPr/>
              <p:nvPr/>
            </p:nvSpPr>
            <p:spPr>
              <a:xfrm>
                <a:off x="3367450" y="2722975"/>
                <a:ext cx="337025" cy="210350"/>
              </a:xfrm>
              <a:custGeom>
                <a:avLst/>
                <a:gdLst/>
                <a:ahLst/>
                <a:cxnLst/>
                <a:rect l="l" t="t" r="r" b="b"/>
                <a:pathLst>
                  <a:path w="13481" h="8414" extrusionOk="0">
                    <a:moveTo>
                      <a:pt x="12938" y="0"/>
                    </a:moveTo>
                    <a:cubicBezTo>
                      <a:pt x="11121" y="0"/>
                      <a:pt x="10491" y="2216"/>
                      <a:pt x="9655" y="3461"/>
                    </a:cubicBezTo>
                    <a:cubicBezTo>
                      <a:pt x="8688" y="4888"/>
                      <a:pt x="7298" y="6002"/>
                      <a:pt x="5718" y="6694"/>
                    </a:cubicBezTo>
                    <a:cubicBezTo>
                      <a:pt x="4540" y="7212"/>
                      <a:pt x="3250" y="7493"/>
                      <a:pt x="1961" y="7493"/>
                    </a:cubicBezTo>
                    <a:cubicBezTo>
                      <a:pt x="1315" y="7493"/>
                      <a:pt x="669" y="7422"/>
                      <a:pt x="37" y="7275"/>
                    </a:cubicBezTo>
                    <a:cubicBezTo>
                      <a:pt x="25" y="7275"/>
                      <a:pt x="13" y="7269"/>
                      <a:pt x="1" y="7269"/>
                    </a:cubicBezTo>
                    <a:cubicBezTo>
                      <a:pt x="141" y="7508"/>
                      <a:pt x="325" y="7716"/>
                      <a:pt x="527" y="7863"/>
                    </a:cubicBezTo>
                    <a:cubicBezTo>
                      <a:pt x="1096" y="8267"/>
                      <a:pt x="1794" y="8359"/>
                      <a:pt x="2394" y="8396"/>
                    </a:cubicBezTo>
                    <a:cubicBezTo>
                      <a:pt x="2639" y="8408"/>
                      <a:pt x="2890" y="8414"/>
                      <a:pt x="3129" y="8414"/>
                    </a:cubicBezTo>
                    <a:cubicBezTo>
                      <a:pt x="4170" y="8414"/>
                      <a:pt x="5204" y="8298"/>
                      <a:pt x="6214" y="8193"/>
                    </a:cubicBezTo>
                    <a:cubicBezTo>
                      <a:pt x="7242" y="8087"/>
                      <a:pt x="8229" y="7981"/>
                      <a:pt x="9205" y="7981"/>
                    </a:cubicBezTo>
                    <a:cubicBezTo>
                      <a:pt x="9804" y="7981"/>
                      <a:pt x="10399" y="8021"/>
                      <a:pt x="10996" y="8126"/>
                    </a:cubicBezTo>
                    <a:cubicBezTo>
                      <a:pt x="11092" y="8142"/>
                      <a:pt x="11329" y="8169"/>
                      <a:pt x="11529" y="8169"/>
                    </a:cubicBezTo>
                    <a:cubicBezTo>
                      <a:pt x="11647" y="8169"/>
                      <a:pt x="11753" y="8160"/>
                      <a:pt x="11810" y="8132"/>
                    </a:cubicBezTo>
                    <a:cubicBezTo>
                      <a:pt x="11963" y="8059"/>
                      <a:pt x="12030" y="7869"/>
                      <a:pt x="11951" y="7716"/>
                    </a:cubicBezTo>
                    <a:cubicBezTo>
                      <a:pt x="11608" y="7030"/>
                      <a:pt x="11767" y="6179"/>
                      <a:pt x="11975" y="5298"/>
                    </a:cubicBezTo>
                    <a:cubicBezTo>
                      <a:pt x="12073" y="4857"/>
                      <a:pt x="12159" y="4416"/>
                      <a:pt x="12238" y="3982"/>
                    </a:cubicBezTo>
                    <a:cubicBezTo>
                      <a:pt x="12526" y="2555"/>
                      <a:pt x="12789" y="1202"/>
                      <a:pt x="13481" y="64"/>
                    </a:cubicBezTo>
                    <a:cubicBezTo>
                      <a:pt x="13352" y="27"/>
                      <a:pt x="13199" y="9"/>
                      <a:pt x="13034" y="2"/>
                    </a:cubicBezTo>
                    <a:cubicBezTo>
                      <a:pt x="13002" y="1"/>
                      <a:pt x="12970" y="0"/>
                      <a:pt x="12938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26"/>
              <p:cNvSpPr/>
              <p:nvPr/>
            </p:nvSpPr>
            <p:spPr>
              <a:xfrm>
                <a:off x="3355675" y="2819750"/>
                <a:ext cx="1705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6821" h="2637" extrusionOk="0">
                    <a:moveTo>
                      <a:pt x="6820" y="0"/>
                    </a:moveTo>
                    <a:lnTo>
                      <a:pt x="6820" y="0"/>
                    </a:lnTo>
                    <a:cubicBezTo>
                      <a:pt x="4757" y="1298"/>
                      <a:pt x="2418" y="2155"/>
                      <a:pt x="0" y="2492"/>
                    </a:cubicBezTo>
                    <a:cubicBezTo>
                      <a:pt x="80" y="2504"/>
                      <a:pt x="159" y="2510"/>
                      <a:pt x="239" y="2517"/>
                    </a:cubicBezTo>
                    <a:lnTo>
                      <a:pt x="239" y="2602"/>
                    </a:lnTo>
                    <a:lnTo>
                      <a:pt x="429" y="2621"/>
                    </a:lnTo>
                    <a:cubicBezTo>
                      <a:pt x="589" y="2631"/>
                      <a:pt x="750" y="2636"/>
                      <a:pt x="911" y="2636"/>
                    </a:cubicBezTo>
                    <a:cubicBezTo>
                      <a:pt x="3128" y="2636"/>
                      <a:pt x="5336" y="1662"/>
                      <a:pt x="6820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26"/>
              <p:cNvSpPr/>
              <p:nvPr/>
            </p:nvSpPr>
            <p:spPr>
              <a:xfrm>
                <a:off x="3317725" y="2798700"/>
                <a:ext cx="141200" cy="62700"/>
              </a:xfrm>
              <a:custGeom>
                <a:avLst/>
                <a:gdLst/>
                <a:ahLst/>
                <a:cxnLst/>
                <a:rect l="l" t="t" r="r" b="b"/>
                <a:pathLst>
                  <a:path w="5648" h="2508" extrusionOk="0">
                    <a:moveTo>
                      <a:pt x="5609" y="0"/>
                    </a:moveTo>
                    <a:cubicBezTo>
                      <a:pt x="5232" y="0"/>
                      <a:pt x="1958" y="1072"/>
                      <a:pt x="0" y="2085"/>
                    </a:cubicBezTo>
                    <a:cubicBezTo>
                      <a:pt x="55" y="2293"/>
                      <a:pt x="80" y="2410"/>
                      <a:pt x="135" y="2508"/>
                    </a:cubicBezTo>
                    <a:cubicBezTo>
                      <a:pt x="2026" y="1718"/>
                      <a:pt x="5504" y="579"/>
                      <a:pt x="5644" y="16"/>
                    </a:cubicBezTo>
                    <a:cubicBezTo>
                      <a:pt x="5648" y="5"/>
                      <a:pt x="5635" y="0"/>
                      <a:pt x="5609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26"/>
              <p:cNvSpPr/>
              <p:nvPr/>
            </p:nvSpPr>
            <p:spPr>
              <a:xfrm>
                <a:off x="3256950" y="2766675"/>
                <a:ext cx="151775" cy="56775"/>
              </a:xfrm>
              <a:custGeom>
                <a:avLst/>
                <a:gdLst/>
                <a:ahLst/>
                <a:cxnLst/>
                <a:rect l="l" t="t" r="r" b="b"/>
                <a:pathLst>
                  <a:path w="6071" h="2271" extrusionOk="0">
                    <a:moveTo>
                      <a:pt x="6019" y="0"/>
                    </a:moveTo>
                    <a:cubicBezTo>
                      <a:pt x="5554" y="0"/>
                      <a:pt x="1903" y="991"/>
                      <a:pt x="1" y="1970"/>
                    </a:cubicBezTo>
                    <a:cubicBezTo>
                      <a:pt x="111" y="1995"/>
                      <a:pt x="209" y="2013"/>
                      <a:pt x="313" y="2074"/>
                    </a:cubicBezTo>
                    <a:cubicBezTo>
                      <a:pt x="350" y="2093"/>
                      <a:pt x="429" y="2172"/>
                      <a:pt x="490" y="2270"/>
                    </a:cubicBezTo>
                    <a:cubicBezTo>
                      <a:pt x="2254" y="1505"/>
                      <a:pt x="5933" y="520"/>
                      <a:pt x="6067" y="18"/>
                    </a:cubicBezTo>
                    <a:cubicBezTo>
                      <a:pt x="6070" y="6"/>
                      <a:pt x="6053" y="0"/>
                      <a:pt x="6019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26"/>
              <p:cNvSpPr/>
              <p:nvPr/>
            </p:nvSpPr>
            <p:spPr>
              <a:xfrm>
                <a:off x="3206300" y="4213475"/>
                <a:ext cx="2268475" cy="270900"/>
              </a:xfrm>
              <a:custGeom>
                <a:avLst/>
                <a:gdLst/>
                <a:ahLst/>
                <a:cxnLst/>
                <a:rect l="l" t="t" r="r" b="b"/>
                <a:pathLst>
                  <a:path w="90739" h="10836" extrusionOk="0">
                    <a:moveTo>
                      <a:pt x="81183" y="0"/>
                    </a:moveTo>
                    <a:cubicBezTo>
                      <a:pt x="78830" y="0"/>
                      <a:pt x="76463" y="224"/>
                      <a:pt x="74112" y="377"/>
                    </a:cubicBezTo>
                    <a:cubicBezTo>
                      <a:pt x="70286" y="626"/>
                      <a:pt x="65877" y="715"/>
                      <a:pt x="61205" y="715"/>
                    </a:cubicBezTo>
                    <a:cubicBezTo>
                      <a:pt x="49445" y="715"/>
                      <a:pt x="36017" y="150"/>
                      <a:pt x="26035" y="150"/>
                    </a:cubicBezTo>
                    <a:cubicBezTo>
                      <a:pt x="19927" y="150"/>
                      <a:pt x="15109" y="362"/>
                      <a:pt x="12752" y="1044"/>
                    </a:cubicBezTo>
                    <a:cubicBezTo>
                      <a:pt x="0" y="4729"/>
                      <a:pt x="20539" y="8568"/>
                      <a:pt x="22419" y="8782"/>
                    </a:cubicBezTo>
                    <a:cubicBezTo>
                      <a:pt x="25608" y="9149"/>
                      <a:pt x="28820" y="9333"/>
                      <a:pt x="32031" y="9333"/>
                    </a:cubicBezTo>
                    <a:cubicBezTo>
                      <a:pt x="36259" y="9333"/>
                      <a:pt x="40487" y="9015"/>
                      <a:pt x="44665" y="8378"/>
                    </a:cubicBezTo>
                    <a:cubicBezTo>
                      <a:pt x="46398" y="8115"/>
                      <a:pt x="48130" y="7790"/>
                      <a:pt x="49881" y="7760"/>
                    </a:cubicBezTo>
                    <a:cubicBezTo>
                      <a:pt x="49981" y="7758"/>
                      <a:pt x="50080" y="7757"/>
                      <a:pt x="50180" y="7757"/>
                    </a:cubicBezTo>
                    <a:cubicBezTo>
                      <a:pt x="56049" y="7757"/>
                      <a:pt x="61929" y="10836"/>
                      <a:pt x="67593" y="10836"/>
                    </a:cubicBezTo>
                    <a:cubicBezTo>
                      <a:pt x="69024" y="10836"/>
                      <a:pt x="70441" y="10639"/>
                      <a:pt x="71840" y="10147"/>
                    </a:cubicBezTo>
                    <a:cubicBezTo>
                      <a:pt x="73163" y="9682"/>
                      <a:pt x="74412" y="8960"/>
                      <a:pt x="75795" y="8721"/>
                    </a:cubicBezTo>
                    <a:cubicBezTo>
                      <a:pt x="76192" y="8651"/>
                      <a:pt x="76592" y="8621"/>
                      <a:pt x="76993" y="8621"/>
                    </a:cubicBezTo>
                    <a:cubicBezTo>
                      <a:pt x="78967" y="8621"/>
                      <a:pt x="80977" y="9327"/>
                      <a:pt x="82934" y="9327"/>
                    </a:cubicBezTo>
                    <a:cubicBezTo>
                      <a:pt x="83496" y="9327"/>
                      <a:pt x="84053" y="9269"/>
                      <a:pt x="84604" y="9119"/>
                    </a:cubicBezTo>
                    <a:lnTo>
                      <a:pt x="90739" y="6958"/>
                    </a:lnTo>
                    <a:cubicBezTo>
                      <a:pt x="89735" y="6290"/>
                      <a:pt x="90237" y="4748"/>
                      <a:pt x="90047" y="3554"/>
                    </a:cubicBezTo>
                    <a:cubicBezTo>
                      <a:pt x="89741" y="1650"/>
                      <a:pt x="87574" y="695"/>
                      <a:pt x="85676" y="352"/>
                    </a:cubicBezTo>
                    <a:cubicBezTo>
                      <a:pt x="84189" y="92"/>
                      <a:pt x="82689" y="0"/>
                      <a:pt x="81183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26"/>
              <p:cNvSpPr/>
              <p:nvPr/>
            </p:nvSpPr>
            <p:spPr>
              <a:xfrm>
                <a:off x="3924850" y="1132725"/>
                <a:ext cx="476150" cy="539350"/>
              </a:xfrm>
              <a:custGeom>
                <a:avLst/>
                <a:gdLst/>
                <a:ahLst/>
                <a:cxnLst/>
                <a:rect l="l" t="t" r="r" b="b"/>
                <a:pathLst>
                  <a:path w="19046" h="21574" extrusionOk="0">
                    <a:moveTo>
                      <a:pt x="0" y="0"/>
                    </a:moveTo>
                    <a:lnTo>
                      <a:pt x="0" y="6"/>
                    </a:lnTo>
                    <a:cubicBezTo>
                      <a:pt x="0" y="104"/>
                      <a:pt x="111" y="227"/>
                      <a:pt x="307" y="355"/>
                    </a:cubicBezTo>
                    <a:cubicBezTo>
                      <a:pt x="313" y="245"/>
                      <a:pt x="319" y="135"/>
                      <a:pt x="325" y="19"/>
                    </a:cubicBezTo>
                    <a:lnTo>
                      <a:pt x="0" y="0"/>
                    </a:lnTo>
                    <a:close/>
                    <a:moveTo>
                      <a:pt x="18801" y="17190"/>
                    </a:moveTo>
                    <a:cubicBezTo>
                      <a:pt x="18739" y="17197"/>
                      <a:pt x="18703" y="17233"/>
                      <a:pt x="18672" y="17288"/>
                    </a:cubicBezTo>
                    <a:cubicBezTo>
                      <a:pt x="18635" y="17368"/>
                      <a:pt x="18666" y="17466"/>
                      <a:pt x="18752" y="17503"/>
                    </a:cubicBezTo>
                    <a:cubicBezTo>
                      <a:pt x="18862" y="17558"/>
                      <a:pt x="18960" y="17625"/>
                      <a:pt x="19046" y="17692"/>
                    </a:cubicBezTo>
                    <a:cubicBezTo>
                      <a:pt x="19027" y="17570"/>
                      <a:pt x="19009" y="17441"/>
                      <a:pt x="18978" y="17313"/>
                    </a:cubicBezTo>
                    <a:cubicBezTo>
                      <a:pt x="18960" y="17282"/>
                      <a:pt x="18948" y="17252"/>
                      <a:pt x="18917" y="17221"/>
                    </a:cubicBezTo>
                    <a:cubicBezTo>
                      <a:pt x="18911" y="17215"/>
                      <a:pt x="18899" y="17215"/>
                      <a:pt x="18893" y="17209"/>
                    </a:cubicBezTo>
                    <a:cubicBezTo>
                      <a:pt x="18856" y="17197"/>
                      <a:pt x="18825" y="17190"/>
                      <a:pt x="18801" y="17190"/>
                    </a:cubicBezTo>
                    <a:close/>
                    <a:moveTo>
                      <a:pt x="6477" y="21231"/>
                    </a:moveTo>
                    <a:cubicBezTo>
                      <a:pt x="6453" y="21237"/>
                      <a:pt x="6435" y="21243"/>
                      <a:pt x="6410" y="21249"/>
                    </a:cubicBezTo>
                    <a:cubicBezTo>
                      <a:pt x="6392" y="21268"/>
                      <a:pt x="6379" y="21280"/>
                      <a:pt x="6367" y="21292"/>
                    </a:cubicBezTo>
                    <a:cubicBezTo>
                      <a:pt x="6306" y="21359"/>
                      <a:pt x="6318" y="21463"/>
                      <a:pt x="6386" y="21519"/>
                    </a:cubicBezTo>
                    <a:cubicBezTo>
                      <a:pt x="6410" y="21537"/>
                      <a:pt x="6428" y="21555"/>
                      <a:pt x="6447" y="21574"/>
                    </a:cubicBezTo>
                    <a:cubicBezTo>
                      <a:pt x="6520" y="21568"/>
                      <a:pt x="6588" y="21537"/>
                      <a:pt x="6643" y="21519"/>
                    </a:cubicBezTo>
                    <a:cubicBezTo>
                      <a:pt x="6698" y="21500"/>
                      <a:pt x="6753" y="21482"/>
                      <a:pt x="6802" y="21445"/>
                    </a:cubicBezTo>
                    <a:cubicBezTo>
                      <a:pt x="6735" y="21390"/>
                      <a:pt x="6667" y="21329"/>
                      <a:pt x="6594" y="21274"/>
                    </a:cubicBezTo>
                    <a:cubicBezTo>
                      <a:pt x="6563" y="21243"/>
                      <a:pt x="6526" y="21231"/>
                      <a:pt x="6490" y="21231"/>
                    </a:cubicBezTo>
                    <a:close/>
                  </a:path>
                </a:pathLst>
              </a:custGeom>
              <a:solidFill>
                <a:srgbClr val="4C2D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26"/>
              <p:cNvSpPr/>
              <p:nvPr/>
            </p:nvSpPr>
            <p:spPr>
              <a:xfrm>
                <a:off x="3921800" y="1132725"/>
                <a:ext cx="11175" cy="5117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2047" extrusionOk="0">
                    <a:moveTo>
                      <a:pt x="122" y="0"/>
                    </a:moveTo>
                    <a:lnTo>
                      <a:pt x="122" y="6"/>
                    </a:lnTo>
                    <a:cubicBezTo>
                      <a:pt x="80" y="570"/>
                      <a:pt x="49" y="1127"/>
                      <a:pt x="18" y="1696"/>
                    </a:cubicBezTo>
                    <a:cubicBezTo>
                      <a:pt x="6" y="1806"/>
                      <a:pt x="0" y="1916"/>
                      <a:pt x="0" y="2027"/>
                    </a:cubicBezTo>
                    <a:cubicBezTo>
                      <a:pt x="55" y="2039"/>
                      <a:pt x="104" y="2045"/>
                      <a:pt x="159" y="2045"/>
                    </a:cubicBezTo>
                    <a:cubicBezTo>
                      <a:pt x="166" y="2046"/>
                      <a:pt x="172" y="2046"/>
                      <a:pt x="178" y="2046"/>
                    </a:cubicBezTo>
                    <a:cubicBezTo>
                      <a:pt x="261" y="2046"/>
                      <a:pt x="325" y="1972"/>
                      <a:pt x="331" y="1892"/>
                    </a:cubicBezTo>
                    <a:lnTo>
                      <a:pt x="331" y="1880"/>
                    </a:lnTo>
                    <a:cubicBezTo>
                      <a:pt x="361" y="1372"/>
                      <a:pt x="398" y="857"/>
                      <a:pt x="429" y="355"/>
                    </a:cubicBezTo>
                    <a:cubicBezTo>
                      <a:pt x="435" y="245"/>
                      <a:pt x="441" y="135"/>
                      <a:pt x="447" y="19"/>
                    </a:cubicBezTo>
                    <a:lnTo>
                      <a:pt x="122" y="0"/>
                    </a:lnTo>
                    <a:close/>
                  </a:path>
                </a:pathLst>
              </a:custGeom>
              <a:solidFill>
                <a:srgbClr val="4C2D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26"/>
              <p:cNvSpPr/>
              <p:nvPr/>
            </p:nvSpPr>
            <p:spPr>
              <a:xfrm>
                <a:off x="3924850" y="1128275"/>
                <a:ext cx="520375" cy="275975"/>
              </a:xfrm>
              <a:custGeom>
                <a:avLst/>
                <a:gdLst/>
                <a:ahLst/>
                <a:cxnLst/>
                <a:rect l="l" t="t" r="r" b="b"/>
                <a:pathLst>
                  <a:path w="20815" h="11039" extrusionOk="0">
                    <a:moveTo>
                      <a:pt x="154" y="1"/>
                    </a:moveTo>
                    <a:cubicBezTo>
                      <a:pt x="68" y="1"/>
                      <a:pt x="7" y="86"/>
                      <a:pt x="0" y="178"/>
                    </a:cubicBezTo>
                    <a:lnTo>
                      <a:pt x="325" y="197"/>
                    </a:lnTo>
                    <a:lnTo>
                      <a:pt x="319" y="160"/>
                    </a:lnTo>
                    <a:lnTo>
                      <a:pt x="319" y="154"/>
                    </a:lnTo>
                    <a:cubicBezTo>
                      <a:pt x="319" y="62"/>
                      <a:pt x="245" y="1"/>
                      <a:pt x="154" y="1"/>
                    </a:cubicBezTo>
                    <a:close/>
                    <a:moveTo>
                      <a:pt x="20815" y="10090"/>
                    </a:moveTo>
                    <a:lnTo>
                      <a:pt x="20815" y="10090"/>
                    </a:lnTo>
                    <a:cubicBezTo>
                      <a:pt x="20001" y="10567"/>
                      <a:pt x="19180" y="10824"/>
                      <a:pt x="18366" y="11038"/>
                    </a:cubicBezTo>
                    <a:cubicBezTo>
                      <a:pt x="19192" y="10836"/>
                      <a:pt x="20050" y="10640"/>
                      <a:pt x="20815" y="10090"/>
                    </a:cubicBezTo>
                    <a:close/>
                  </a:path>
                </a:pathLst>
              </a:custGeom>
              <a:solidFill>
                <a:srgbClr val="E0AE8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26"/>
              <p:cNvSpPr/>
              <p:nvPr/>
            </p:nvSpPr>
            <p:spPr>
              <a:xfrm>
                <a:off x="4334250" y="1668375"/>
                <a:ext cx="3400" cy="385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54" extrusionOk="0">
                    <a:moveTo>
                      <a:pt x="80" y="1"/>
                    </a:moveTo>
                    <a:cubicBezTo>
                      <a:pt x="80" y="25"/>
                      <a:pt x="49" y="80"/>
                      <a:pt x="0" y="154"/>
                    </a:cubicBezTo>
                    <a:lnTo>
                      <a:pt x="135" y="56"/>
                    </a:lnTo>
                    <a:lnTo>
                      <a:pt x="80" y="1"/>
                    </a:lnTo>
                    <a:close/>
                  </a:path>
                </a:pathLst>
              </a:custGeom>
              <a:solidFill>
                <a:srgbClr val="E0AE8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26"/>
              <p:cNvSpPr/>
              <p:nvPr/>
            </p:nvSpPr>
            <p:spPr>
              <a:xfrm>
                <a:off x="3905400" y="1132250"/>
                <a:ext cx="601600" cy="629050"/>
              </a:xfrm>
              <a:custGeom>
                <a:avLst/>
                <a:gdLst/>
                <a:ahLst/>
                <a:cxnLst/>
                <a:rect l="l" t="t" r="r" b="b"/>
                <a:pathLst>
                  <a:path w="24064" h="25162" extrusionOk="0">
                    <a:moveTo>
                      <a:pt x="7990" y="9199"/>
                    </a:moveTo>
                    <a:cubicBezTo>
                      <a:pt x="8044" y="9199"/>
                      <a:pt x="8099" y="9212"/>
                      <a:pt x="8149" y="9239"/>
                    </a:cubicBezTo>
                    <a:cubicBezTo>
                      <a:pt x="8302" y="9324"/>
                      <a:pt x="8363" y="9526"/>
                      <a:pt x="8272" y="9686"/>
                    </a:cubicBezTo>
                    <a:cubicBezTo>
                      <a:pt x="7476" y="11106"/>
                      <a:pt x="6227" y="11773"/>
                      <a:pt x="4335" y="11785"/>
                    </a:cubicBezTo>
                    <a:cubicBezTo>
                      <a:pt x="4152" y="11785"/>
                      <a:pt x="4005" y="11645"/>
                      <a:pt x="4005" y="11461"/>
                    </a:cubicBezTo>
                    <a:cubicBezTo>
                      <a:pt x="4005" y="11277"/>
                      <a:pt x="4152" y="11130"/>
                      <a:pt x="4335" y="11130"/>
                    </a:cubicBezTo>
                    <a:cubicBezTo>
                      <a:pt x="5982" y="11124"/>
                      <a:pt x="7029" y="10579"/>
                      <a:pt x="7702" y="9367"/>
                    </a:cubicBezTo>
                    <a:cubicBezTo>
                      <a:pt x="7761" y="9259"/>
                      <a:pt x="7873" y="9199"/>
                      <a:pt x="7990" y="9199"/>
                    </a:cubicBezTo>
                    <a:close/>
                    <a:moveTo>
                      <a:pt x="19573" y="17209"/>
                    </a:moveTo>
                    <a:cubicBezTo>
                      <a:pt x="19570" y="17210"/>
                      <a:pt x="19568" y="17210"/>
                      <a:pt x="19566" y="17210"/>
                    </a:cubicBezTo>
                    <a:lnTo>
                      <a:pt x="19566" y="17210"/>
                    </a:lnTo>
                    <a:cubicBezTo>
                      <a:pt x="19568" y="17210"/>
                      <a:pt x="19570" y="17210"/>
                      <a:pt x="19573" y="17209"/>
                    </a:cubicBezTo>
                    <a:close/>
                    <a:moveTo>
                      <a:pt x="1097" y="1"/>
                    </a:moveTo>
                    <a:lnTo>
                      <a:pt x="1103" y="38"/>
                    </a:lnTo>
                    <a:cubicBezTo>
                      <a:pt x="1097" y="154"/>
                      <a:pt x="1091" y="264"/>
                      <a:pt x="1085" y="374"/>
                    </a:cubicBezTo>
                    <a:cubicBezTo>
                      <a:pt x="1048" y="876"/>
                      <a:pt x="1017" y="1391"/>
                      <a:pt x="987" y="1899"/>
                    </a:cubicBezTo>
                    <a:lnTo>
                      <a:pt x="987" y="1917"/>
                    </a:lnTo>
                    <a:cubicBezTo>
                      <a:pt x="981" y="1991"/>
                      <a:pt x="917" y="2065"/>
                      <a:pt x="834" y="2065"/>
                    </a:cubicBezTo>
                    <a:cubicBezTo>
                      <a:pt x="828" y="2065"/>
                      <a:pt x="822" y="2065"/>
                      <a:pt x="815" y="2064"/>
                    </a:cubicBezTo>
                    <a:cubicBezTo>
                      <a:pt x="760" y="2064"/>
                      <a:pt x="711" y="2058"/>
                      <a:pt x="656" y="2046"/>
                    </a:cubicBezTo>
                    <a:cubicBezTo>
                      <a:pt x="632" y="2456"/>
                      <a:pt x="613" y="2878"/>
                      <a:pt x="595" y="3288"/>
                    </a:cubicBezTo>
                    <a:cubicBezTo>
                      <a:pt x="552" y="4213"/>
                      <a:pt x="521" y="5137"/>
                      <a:pt x="497" y="6061"/>
                    </a:cubicBezTo>
                    <a:cubicBezTo>
                      <a:pt x="478" y="6784"/>
                      <a:pt x="601" y="7476"/>
                      <a:pt x="834" y="8094"/>
                    </a:cubicBezTo>
                    <a:cubicBezTo>
                      <a:pt x="889" y="8216"/>
                      <a:pt x="932" y="8333"/>
                      <a:pt x="993" y="8449"/>
                    </a:cubicBezTo>
                    <a:cubicBezTo>
                      <a:pt x="1097" y="8669"/>
                      <a:pt x="1176" y="8884"/>
                      <a:pt x="1268" y="9116"/>
                    </a:cubicBezTo>
                    <a:cubicBezTo>
                      <a:pt x="1305" y="9226"/>
                      <a:pt x="1354" y="9337"/>
                      <a:pt x="1397" y="9453"/>
                    </a:cubicBezTo>
                    <a:cubicBezTo>
                      <a:pt x="1562" y="9845"/>
                      <a:pt x="1697" y="10182"/>
                      <a:pt x="1752" y="10555"/>
                    </a:cubicBezTo>
                    <a:cubicBezTo>
                      <a:pt x="1844" y="11124"/>
                      <a:pt x="1703" y="11773"/>
                      <a:pt x="1360" y="12471"/>
                    </a:cubicBezTo>
                    <a:cubicBezTo>
                      <a:pt x="1109" y="12961"/>
                      <a:pt x="772" y="13414"/>
                      <a:pt x="448" y="13861"/>
                    </a:cubicBezTo>
                    <a:lnTo>
                      <a:pt x="209" y="14179"/>
                    </a:lnTo>
                    <a:lnTo>
                      <a:pt x="209" y="14185"/>
                    </a:lnTo>
                    <a:cubicBezTo>
                      <a:pt x="111" y="14326"/>
                      <a:pt x="1" y="14491"/>
                      <a:pt x="7" y="14693"/>
                    </a:cubicBezTo>
                    <a:cubicBezTo>
                      <a:pt x="13" y="14859"/>
                      <a:pt x="99" y="14987"/>
                      <a:pt x="191" y="15103"/>
                    </a:cubicBezTo>
                    <a:cubicBezTo>
                      <a:pt x="723" y="15789"/>
                      <a:pt x="1519" y="16095"/>
                      <a:pt x="2089" y="16236"/>
                    </a:cubicBezTo>
                    <a:cubicBezTo>
                      <a:pt x="2750" y="16389"/>
                      <a:pt x="3429" y="16420"/>
                      <a:pt x="4090" y="16432"/>
                    </a:cubicBezTo>
                    <a:lnTo>
                      <a:pt x="4152" y="16432"/>
                    </a:lnTo>
                    <a:cubicBezTo>
                      <a:pt x="4341" y="16952"/>
                      <a:pt x="4409" y="17467"/>
                      <a:pt x="4476" y="17987"/>
                    </a:cubicBezTo>
                    <a:cubicBezTo>
                      <a:pt x="4482" y="18048"/>
                      <a:pt x="4501" y="18115"/>
                      <a:pt x="4537" y="18195"/>
                    </a:cubicBezTo>
                    <a:cubicBezTo>
                      <a:pt x="4501" y="18042"/>
                      <a:pt x="4556" y="17889"/>
                      <a:pt x="4684" y="17705"/>
                    </a:cubicBezTo>
                    <a:cubicBezTo>
                      <a:pt x="4703" y="17669"/>
                      <a:pt x="4733" y="17644"/>
                      <a:pt x="4758" y="17620"/>
                    </a:cubicBezTo>
                    <a:cubicBezTo>
                      <a:pt x="5004" y="17344"/>
                      <a:pt x="5372" y="17279"/>
                      <a:pt x="5742" y="17279"/>
                    </a:cubicBezTo>
                    <a:cubicBezTo>
                      <a:pt x="5915" y="17279"/>
                      <a:pt x="6089" y="17294"/>
                      <a:pt x="6251" y="17307"/>
                    </a:cubicBezTo>
                    <a:cubicBezTo>
                      <a:pt x="6447" y="17324"/>
                      <a:pt x="6643" y="17332"/>
                      <a:pt x="6840" y="17332"/>
                    </a:cubicBezTo>
                    <a:cubicBezTo>
                      <a:pt x="7677" y="17332"/>
                      <a:pt x="8517" y="17185"/>
                      <a:pt x="9300" y="16897"/>
                    </a:cubicBezTo>
                    <a:cubicBezTo>
                      <a:pt x="9320" y="16891"/>
                      <a:pt x="9341" y="16888"/>
                      <a:pt x="9360" y="16888"/>
                    </a:cubicBezTo>
                    <a:cubicBezTo>
                      <a:pt x="9417" y="16888"/>
                      <a:pt x="9469" y="16914"/>
                      <a:pt x="9496" y="16965"/>
                    </a:cubicBezTo>
                    <a:cubicBezTo>
                      <a:pt x="9631" y="17173"/>
                      <a:pt x="9478" y="17411"/>
                      <a:pt x="9337" y="17626"/>
                    </a:cubicBezTo>
                    <a:cubicBezTo>
                      <a:pt x="9276" y="17724"/>
                      <a:pt x="9190" y="17858"/>
                      <a:pt x="9184" y="17926"/>
                    </a:cubicBezTo>
                    <a:cubicBezTo>
                      <a:pt x="9147" y="18997"/>
                      <a:pt x="9098" y="19695"/>
                      <a:pt x="8480" y="20570"/>
                    </a:cubicBezTo>
                    <a:cubicBezTo>
                      <a:pt x="8272" y="20870"/>
                      <a:pt x="7990" y="21268"/>
                      <a:pt x="7574" y="21470"/>
                    </a:cubicBezTo>
                    <a:cubicBezTo>
                      <a:pt x="7531" y="21507"/>
                      <a:pt x="7470" y="21525"/>
                      <a:pt x="7421" y="21544"/>
                    </a:cubicBezTo>
                    <a:cubicBezTo>
                      <a:pt x="7366" y="21562"/>
                      <a:pt x="7292" y="21587"/>
                      <a:pt x="7225" y="21599"/>
                    </a:cubicBezTo>
                    <a:cubicBezTo>
                      <a:pt x="7659" y="21978"/>
                      <a:pt x="7935" y="22303"/>
                      <a:pt x="8070" y="22621"/>
                    </a:cubicBezTo>
                    <a:cubicBezTo>
                      <a:pt x="8119" y="22744"/>
                      <a:pt x="8168" y="22872"/>
                      <a:pt x="8210" y="23007"/>
                    </a:cubicBezTo>
                    <a:cubicBezTo>
                      <a:pt x="8394" y="23515"/>
                      <a:pt x="8584" y="24041"/>
                      <a:pt x="8970" y="24445"/>
                    </a:cubicBezTo>
                    <a:cubicBezTo>
                      <a:pt x="9472" y="24972"/>
                      <a:pt x="10151" y="25162"/>
                      <a:pt x="10794" y="25162"/>
                    </a:cubicBezTo>
                    <a:cubicBezTo>
                      <a:pt x="11100" y="25162"/>
                      <a:pt x="11388" y="25119"/>
                      <a:pt x="11651" y="25052"/>
                    </a:cubicBezTo>
                    <a:cubicBezTo>
                      <a:pt x="12563" y="24819"/>
                      <a:pt x="13377" y="24250"/>
                      <a:pt x="14081" y="23760"/>
                    </a:cubicBezTo>
                    <a:lnTo>
                      <a:pt x="14479" y="23478"/>
                    </a:lnTo>
                    <a:lnTo>
                      <a:pt x="15495" y="22762"/>
                    </a:lnTo>
                    <a:cubicBezTo>
                      <a:pt x="15844" y="22517"/>
                      <a:pt x="16187" y="22284"/>
                      <a:pt x="16524" y="22040"/>
                    </a:cubicBezTo>
                    <a:lnTo>
                      <a:pt x="16524" y="22033"/>
                    </a:lnTo>
                    <a:cubicBezTo>
                      <a:pt x="16738" y="21899"/>
                      <a:pt x="16940" y="21752"/>
                      <a:pt x="17142" y="21611"/>
                    </a:cubicBezTo>
                    <a:cubicBezTo>
                      <a:pt x="17142" y="21605"/>
                      <a:pt x="17142" y="21599"/>
                      <a:pt x="17148" y="21599"/>
                    </a:cubicBezTo>
                    <a:cubicBezTo>
                      <a:pt x="17203" y="21531"/>
                      <a:pt x="17234" y="21470"/>
                      <a:pt x="17234" y="21452"/>
                    </a:cubicBezTo>
                    <a:lnTo>
                      <a:pt x="17289" y="21501"/>
                    </a:lnTo>
                    <a:cubicBezTo>
                      <a:pt x="17326" y="21476"/>
                      <a:pt x="17363" y="21452"/>
                      <a:pt x="17399" y="21421"/>
                    </a:cubicBezTo>
                    <a:cubicBezTo>
                      <a:pt x="18042" y="20980"/>
                      <a:pt x="18764" y="20472"/>
                      <a:pt x="19297" y="19787"/>
                    </a:cubicBezTo>
                    <a:cubicBezTo>
                      <a:pt x="19732" y="19223"/>
                      <a:pt x="19922" y="18483"/>
                      <a:pt x="19824" y="17718"/>
                    </a:cubicBezTo>
                    <a:cubicBezTo>
                      <a:pt x="19738" y="17644"/>
                      <a:pt x="19640" y="17577"/>
                      <a:pt x="19530" y="17528"/>
                    </a:cubicBezTo>
                    <a:cubicBezTo>
                      <a:pt x="19444" y="17485"/>
                      <a:pt x="19413" y="17387"/>
                      <a:pt x="19450" y="17307"/>
                    </a:cubicBezTo>
                    <a:cubicBezTo>
                      <a:pt x="19474" y="17260"/>
                      <a:pt x="19514" y="17219"/>
                      <a:pt x="19566" y="17210"/>
                    </a:cubicBezTo>
                    <a:lnTo>
                      <a:pt x="19566" y="17210"/>
                    </a:lnTo>
                    <a:cubicBezTo>
                      <a:pt x="19525" y="17216"/>
                      <a:pt x="19480" y="17219"/>
                      <a:pt x="19430" y="17219"/>
                    </a:cubicBezTo>
                    <a:cubicBezTo>
                      <a:pt x="19378" y="17219"/>
                      <a:pt x="19322" y="17216"/>
                      <a:pt x="19260" y="17209"/>
                    </a:cubicBezTo>
                    <a:lnTo>
                      <a:pt x="19248" y="17209"/>
                    </a:lnTo>
                    <a:cubicBezTo>
                      <a:pt x="18360" y="17142"/>
                      <a:pt x="16640" y="16634"/>
                      <a:pt x="15832" y="16212"/>
                    </a:cubicBezTo>
                    <a:cubicBezTo>
                      <a:pt x="17356" y="15869"/>
                      <a:pt x="18471" y="15006"/>
                      <a:pt x="18869" y="13867"/>
                    </a:cubicBezTo>
                    <a:cubicBezTo>
                      <a:pt x="18985" y="13518"/>
                      <a:pt x="19046" y="13114"/>
                      <a:pt x="19046" y="12661"/>
                    </a:cubicBezTo>
                    <a:cubicBezTo>
                      <a:pt x="19046" y="12079"/>
                      <a:pt x="18960" y="11510"/>
                      <a:pt x="18795" y="10971"/>
                    </a:cubicBezTo>
                    <a:cubicBezTo>
                      <a:pt x="18911" y="10941"/>
                      <a:pt x="19022" y="10910"/>
                      <a:pt x="19144" y="10879"/>
                    </a:cubicBezTo>
                    <a:cubicBezTo>
                      <a:pt x="19169" y="10873"/>
                      <a:pt x="19187" y="10867"/>
                      <a:pt x="19211" y="10861"/>
                    </a:cubicBezTo>
                    <a:cubicBezTo>
                      <a:pt x="20001" y="10653"/>
                      <a:pt x="20809" y="10396"/>
                      <a:pt x="21593" y="9931"/>
                    </a:cubicBezTo>
                    <a:cubicBezTo>
                      <a:pt x="21703" y="9851"/>
                      <a:pt x="21813" y="9753"/>
                      <a:pt x="21923" y="9655"/>
                    </a:cubicBezTo>
                    <a:cubicBezTo>
                      <a:pt x="23686" y="7916"/>
                      <a:pt x="24063" y="3429"/>
                      <a:pt x="20362" y="3429"/>
                    </a:cubicBezTo>
                    <a:cubicBezTo>
                      <a:pt x="20285" y="3429"/>
                      <a:pt x="20205" y="3431"/>
                      <a:pt x="20124" y="3435"/>
                    </a:cubicBezTo>
                    <a:cubicBezTo>
                      <a:pt x="19064" y="3496"/>
                      <a:pt x="17405" y="4917"/>
                      <a:pt x="17154" y="5792"/>
                    </a:cubicBezTo>
                    <a:cubicBezTo>
                      <a:pt x="17026" y="5713"/>
                      <a:pt x="16897" y="5639"/>
                      <a:pt x="16769" y="5553"/>
                    </a:cubicBezTo>
                    <a:cubicBezTo>
                      <a:pt x="15361" y="4647"/>
                      <a:pt x="14081" y="3368"/>
                      <a:pt x="12967" y="1752"/>
                    </a:cubicBezTo>
                    <a:cubicBezTo>
                      <a:pt x="12938" y="1707"/>
                      <a:pt x="12884" y="1679"/>
                      <a:pt x="12836" y="1679"/>
                    </a:cubicBezTo>
                    <a:cubicBezTo>
                      <a:pt x="12824" y="1679"/>
                      <a:pt x="12813" y="1681"/>
                      <a:pt x="12802" y="1684"/>
                    </a:cubicBezTo>
                    <a:cubicBezTo>
                      <a:pt x="12765" y="1690"/>
                      <a:pt x="12734" y="1703"/>
                      <a:pt x="12716" y="1733"/>
                    </a:cubicBezTo>
                    <a:cubicBezTo>
                      <a:pt x="12485" y="1870"/>
                      <a:pt x="10767" y="2488"/>
                      <a:pt x="9752" y="2488"/>
                    </a:cubicBezTo>
                    <a:cubicBezTo>
                      <a:pt x="9719" y="2488"/>
                      <a:pt x="9687" y="2488"/>
                      <a:pt x="9655" y="2486"/>
                    </a:cubicBezTo>
                    <a:cubicBezTo>
                      <a:pt x="6998" y="2346"/>
                      <a:pt x="1703" y="558"/>
                      <a:pt x="1134" y="38"/>
                    </a:cubicBezTo>
                    <a:lnTo>
                      <a:pt x="109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26"/>
              <p:cNvSpPr/>
              <p:nvPr/>
            </p:nvSpPr>
            <p:spPr>
              <a:xfrm>
                <a:off x="4018050" y="1554275"/>
                <a:ext cx="128275" cy="1181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4724" extrusionOk="0">
                    <a:moveTo>
                      <a:pt x="4854" y="1"/>
                    </a:moveTo>
                    <a:cubicBezTo>
                      <a:pt x="4835" y="1"/>
                      <a:pt x="4814" y="4"/>
                      <a:pt x="4794" y="10"/>
                    </a:cubicBezTo>
                    <a:cubicBezTo>
                      <a:pt x="4012" y="299"/>
                      <a:pt x="3165" y="450"/>
                      <a:pt x="2322" y="450"/>
                    </a:cubicBezTo>
                    <a:cubicBezTo>
                      <a:pt x="2129" y="450"/>
                      <a:pt x="1937" y="442"/>
                      <a:pt x="1745" y="426"/>
                    </a:cubicBezTo>
                    <a:cubicBezTo>
                      <a:pt x="1582" y="411"/>
                      <a:pt x="1406" y="395"/>
                      <a:pt x="1231" y="395"/>
                    </a:cubicBezTo>
                    <a:cubicBezTo>
                      <a:pt x="863" y="395"/>
                      <a:pt x="497" y="463"/>
                      <a:pt x="252" y="732"/>
                    </a:cubicBezTo>
                    <a:cubicBezTo>
                      <a:pt x="227" y="757"/>
                      <a:pt x="203" y="788"/>
                      <a:pt x="184" y="818"/>
                    </a:cubicBezTo>
                    <a:cubicBezTo>
                      <a:pt x="50" y="1002"/>
                      <a:pt x="1" y="1161"/>
                      <a:pt x="31" y="1308"/>
                    </a:cubicBezTo>
                    <a:cubicBezTo>
                      <a:pt x="31" y="1314"/>
                      <a:pt x="31" y="1326"/>
                      <a:pt x="37" y="1332"/>
                    </a:cubicBezTo>
                    <a:cubicBezTo>
                      <a:pt x="68" y="1443"/>
                      <a:pt x="129" y="1547"/>
                      <a:pt x="215" y="1645"/>
                    </a:cubicBezTo>
                    <a:cubicBezTo>
                      <a:pt x="239" y="1675"/>
                      <a:pt x="276" y="1712"/>
                      <a:pt x="313" y="1743"/>
                    </a:cubicBezTo>
                    <a:cubicBezTo>
                      <a:pt x="313" y="1743"/>
                      <a:pt x="319" y="1743"/>
                      <a:pt x="319" y="1749"/>
                    </a:cubicBezTo>
                    <a:cubicBezTo>
                      <a:pt x="505" y="1913"/>
                      <a:pt x="745" y="2004"/>
                      <a:pt x="986" y="2004"/>
                    </a:cubicBezTo>
                    <a:cubicBezTo>
                      <a:pt x="1015" y="2004"/>
                      <a:pt x="1043" y="2002"/>
                      <a:pt x="1072" y="2000"/>
                    </a:cubicBezTo>
                    <a:cubicBezTo>
                      <a:pt x="1139" y="1994"/>
                      <a:pt x="1194" y="1994"/>
                      <a:pt x="1262" y="1987"/>
                    </a:cubicBezTo>
                    <a:cubicBezTo>
                      <a:pt x="1384" y="1969"/>
                      <a:pt x="1513" y="1957"/>
                      <a:pt x="1635" y="1945"/>
                    </a:cubicBezTo>
                    <a:cubicBezTo>
                      <a:pt x="1990" y="1902"/>
                      <a:pt x="2345" y="1834"/>
                      <a:pt x="2676" y="1755"/>
                    </a:cubicBezTo>
                    <a:cubicBezTo>
                      <a:pt x="3343" y="1590"/>
                      <a:pt x="3931" y="1290"/>
                      <a:pt x="4359" y="898"/>
                    </a:cubicBezTo>
                    <a:lnTo>
                      <a:pt x="4359" y="898"/>
                    </a:lnTo>
                    <a:cubicBezTo>
                      <a:pt x="4029" y="1779"/>
                      <a:pt x="3337" y="2642"/>
                      <a:pt x="2566" y="3451"/>
                    </a:cubicBezTo>
                    <a:cubicBezTo>
                      <a:pt x="2486" y="3536"/>
                      <a:pt x="2407" y="3622"/>
                      <a:pt x="2327" y="3702"/>
                    </a:cubicBezTo>
                    <a:cubicBezTo>
                      <a:pt x="2247" y="3793"/>
                      <a:pt x="2162" y="3879"/>
                      <a:pt x="2076" y="3965"/>
                    </a:cubicBezTo>
                    <a:cubicBezTo>
                      <a:pt x="2070" y="3971"/>
                      <a:pt x="2070" y="3977"/>
                      <a:pt x="2064" y="3983"/>
                    </a:cubicBezTo>
                    <a:cubicBezTo>
                      <a:pt x="2051" y="3995"/>
                      <a:pt x="2045" y="4002"/>
                      <a:pt x="2045" y="4020"/>
                    </a:cubicBezTo>
                    <a:cubicBezTo>
                      <a:pt x="2021" y="4050"/>
                      <a:pt x="2021" y="4087"/>
                      <a:pt x="2027" y="4124"/>
                    </a:cubicBezTo>
                    <a:cubicBezTo>
                      <a:pt x="2094" y="4406"/>
                      <a:pt x="2205" y="4583"/>
                      <a:pt x="2364" y="4675"/>
                    </a:cubicBezTo>
                    <a:cubicBezTo>
                      <a:pt x="2443" y="4712"/>
                      <a:pt x="2523" y="4724"/>
                      <a:pt x="2602" y="4724"/>
                    </a:cubicBezTo>
                    <a:cubicBezTo>
                      <a:pt x="2639" y="4724"/>
                      <a:pt x="2676" y="4718"/>
                      <a:pt x="2719" y="4712"/>
                    </a:cubicBezTo>
                    <a:cubicBezTo>
                      <a:pt x="2792" y="4706"/>
                      <a:pt x="2860" y="4681"/>
                      <a:pt x="2915" y="4657"/>
                    </a:cubicBezTo>
                    <a:cubicBezTo>
                      <a:pt x="2964" y="4638"/>
                      <a:pt x="3025" y="4620"/>
                      <a:pt x="3074" y="4589"/>
                    </a:cubicBezTo>
                    <a:cubicBezTo>
                      <a:pt x="3484" y="4381"/>
                      <a:pt x="3766" y="3983"/>
                      <a:pt x="3974" y="3689"/>
                    </a:cubicBezTo>
                    <a:cubicBezTo>
                      <a:pt x="4592" y="2808"/>
                      <a:pt x="4641" y="2110"/>
                      <a:pt x="4678" y="1039"/>
                    </a:cubicBezTo>
                    <a:cubicBezTo>
                      <a:pt x="4684" y="977"/>
                      <a:pt x="4770" y="837"/>
                      <a:pt x="4831" y="739"/>
                    </a:cubicBezTo>
                    <a:cubicBezTo>
                      <a:pt x="4972" y="530"/>
                      <a:pt x="5131" y="286"/>
                      <a:pt x="4990" y="77"/>
                    </a:cubicBezTo>
                    <a:cubicBezTo>
                      <a:pt x="4963" y="27"/>
                      <a:pt x="4911" y="1"/>
                      <a:pt x="485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26"/>
              <p:cNvSpPr/>
              <p:nvPr/>
            </p:nvSpPr>
            <p:spPr>
              <a:xfrm>
                <a:off x="4018975" y="1587575"/>
                <a:ext cx="4450" cy="782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13" extrusionOk="0">
                    <a:moveTo>
                      <a:pt x="0" y="0"/>
                    </a:moveTo>
                    <a:cubicBezTo>
                      <a:pt x="13" y="104"/>
                      <a:pt x="74" y="209"/>
                      <a:pt x="178" y="313"/>
                    </a:cubicBezTo>
                    <a:cubicBezTo>
                      <a:pt x="92" y="215"/>
                      <a:pt x="31" y="111"/>
                      <a:pt x="0" y="0"/>
                    </a:cubicBezTo>
                    <a:close/>
                  </a:path>
                </a:pathLst>
              </a:custGeom>
              <a:solidFill>
                <a:srgbClr val="4C2D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26"/>
              <p:cNvSpPr/>
              <p:nvPr/>
            </p:nvSpPr>
            <p:spPr>
              <a:xfrm>
                <a:off x="4049575" y="1576700"/>
                <a:ext cx="77625" cy="70125"/>
              </a:xfrm>
              <a:custGeom>
                <a:avLst/>
                <a:gdLst/>
                <a:ahLst/>
                <a:cxnLst/>
                <a:rect l="l" t="t" r="r" b="b"/>
                <a:pathLst>
                  <a:path w="3105" h="2805" extrusionOk="0">
                    <a:moveTo>
                      <a:pt x="3105" y="1"/>
                    </a:moveTo>
                    <a:cubicBezTo>
                      <a:pt x="2670" y="393"/>
                      <a:pt x="2088" y="699"/>
                      <a:pt x="1415" y="858"/>
                    </a:cubicBezTo>
                    <a:cubicBezTo>
                      <a:pt x="1084" y="937"/>
                      <a:pt x="729" y="1005"/>
                      <a:pt x="374" y="1048"/>
                    </a:cubicBezTo>
                    <a:cubicBezTo>
                      <a:pt x="252" y="1060"/>
                      <a:pt x="129" y="1072"/>
                      <a:pt x="1" y="1090"/>
                    </a:cubicBezTo>
                    <a:cubicBezTo>
                      <a:pt x="7" y="1103"/>
                      <a:pt x="13" y="1109"/>
                      <a:pt x="19" y="1121"/>
                    </a:cubicBezTo>
                    <a:cubicBezTo>
                      <a:pt x="454" y="1678"/>
                      <a:pt x="699" y="2094"/>
                      <a:pt x="1066" y="2805"/>
                    </a:cubicBezTo>
                    <a:cubicBezTo>
                      <a:pt x="1152" y="2725"/>
                      <a:pt x="1225" y="2639"/>
                      <a:pt x="1305" y="2554"/>
                    </a:cubicBezTo>
                    <a:cubicBezTo>
                      <a:pt x="2082" y="1745"/>
                      <a:pt x="2768" y="888"/>
                      <a:pt x="31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26"/>
              <p:cNvSpPr/>
              <p:nvPr/>
            </p:nvSpPr>
            <p:spPr>
              <a:xfrm>
                <a:off x="3923925" y="1265875"/>
                <a:ext cx="171600" cy="61275"/>
              </a:xfrm>
              <a:custGeom>
                <a:avLst/>
                <a:gdLst/>
                <a:ahLst/>
                <a:cxnLst/>
                <a:rect l="l" t="t" r="r" b="b"/>
                <a:pathLst>
                  <a:path w="6864" h="2451" extrusionOk="0">
                    <a:moveTo>
                      <a:pt x="4710" y="0"/>
                    </a:moveTo>
                    <a:cubicBezTo>
                      <a:pt x="2994" y="0"/>
                      <a:pt x="526" y="478"/>
                      <a:pt x="178" y="1212"/>
                    </a:cubicBezTo>
                    <a:cubicBezTo>
                      <a:pt x="1" y="1561"/>
                      <a:pt x="160" y="1978"/>
                      <a:pt x="539" y="2198"/>
                    </a:cubicBezTo>
                    <a:cubicBezTo>
                      <a:pt x="823" y="2365"/>
                      <a:pt x="1511" y="2451"/>
                      <a:pt x="2330" y="2451"/>
                    </a:cubicBezTo>
                    <a:cubicBezTo>
                      <a:pt x="3314" y="2451"/>
                      <a:pt x="4487" y="2327"/>
                      <a:pt x="5376" y="2069"/>
                    </a:cubicBezTo>
                    <a:cubicBezTo>
                      <a:pt x="5743" y="1965"/>
                      <a:pt x="6055" y="1843"/>
                      <a:pt x="6294" y="1696"/>
                    </a:cubicBezTo>
                    <a:cubicBezTo>
                      <a:pt x="6814" y="1372"/>
                      <a:pt x="6863" y="1010"/>
                      <a:pt x="6814" y="765"/>
                    </a:cubicBezTo>
                    <a:cubicBezTo>
                      <a:pt x="6735" y="319"/>
                      <a:pt x="6172" y="61"/>
                      <a:pt x="5161" y="12"/>
                    </a:cubicBezTo>
                    <a:cubicBezTo>
                      <a:pt x="5019" y="4"/>
                      <a:pt x="4867" y="0"/>
                      <a:pt x="47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26"/>
              <p:cNvSpPr/>
              <p:nvPr/>
            </p:nvSpPr>
            <p:spPr>
              <a:xfrm>
                <a:off x="3992800" y="1332175"/>
                <a:ext cx="116350" cy="88275"/>
              </a:xfrm>
              <a:custGeom>
                <a:avLst/>
                <a:gdLst/>
                <a:ahLst/>
                <a:cxnLst/>
                <a:rect l="l" t="t" r="r" b="b"/>
                <a:pathLst>
                  <a:path w="4654" h="3531" extrusionOk="0">
                    <a:moveTo>
                      <a:pt x="2085" y="0"/>
                    </a:moveTo>
                    <a:cubicBezTo>
                      <a:pt x="1959" y="0"/>
                      <a:pt x="1831" y="11"/>
                      <a:pt x="1702" y="36"/>
                    </a:cubicBezTo>
                    <a:cubicBezTo>
                      <a:pt x="1060" y="158"/>
                      <a:pt x="490" y="623"/>
                      <a:pt x="245" y="1223"/>
                    </a:cubicBezTo>
                    <a:cubicBezTo>
                      <a:pt x="1" y="1829"/>
                      <a:pt x="80" y="2558"/>
                      <a:pt x="454" y="3091"/>
                    </a:cubicBezTo>
                    <a:cubicBezTo>
                      <a:pt x="558" y="3237"/>
                      <a:pt x="680" y="3372"/>
                      <a:pt x="845" y="3446"/>
                    </a:cubicBezTo>
                    <a:cubicBezTo>
                      <a:pt x="980" y="3513"/>
                      <a:pt x="1134" y="3531"/>
                      <a:pt x="1286" y="3531"/>
                    </a:cubicBezTo>
                    <a:cubicBezTo>
                      <a:pt x="1342" y="3531"/>
                      <a:pt x="1397" y="3528"/>
                      <a:pt x="1451" y="3525"/>
                    </a:cubicBezTo>
                    <a:cubicBezTo>
                      <a:pt x="2737" y="3427"/>
                      <a:pt x="3955" y="2674"/>
                      <a:pt x="4616" y="1566"/>
                    </a:cubicBezTo>
                    <a:lnTo>
                      <a:pt x="4653" y="1181"/>
                    </a:lnTo>
                    <a:cubicBezTo>
                      <a:pt x="3889" y="604"/>
                      <a:pt x="3011" y="0"/>
                      <a:pt x="2085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26"/>
              <p:cNvSpPr/>
              <p:nvPr/>
            </p:nvSpPr>
            <p:spPr>
              <a:xfrm>
                <a:off x="4005500" y="1362200"/>
                <a:ext cx="109000" cy="64700"/>
              </a:xfrm>
              <a:custGeom>
                <a:avLst/>
                <a:gdLst/>
                <a:ahLst/>
                <a:cxnLst/>
                <a:rect l="l" t="t" r="r" b="b"/>
                <a:pathLst>
                  <a:path w="4360" h="2588" extrusionOk="0">
                    <a:moveTo>
                      <a:pt x="3986" y="1"/>
                    </a:moveTo>
                    <a:cubicBezTo>
                      <a:pt x="3869" y="1"/>
                      <a:pt x="3757" y="61"/>
                      <a:pt x="3698" y="169"/>
                    </a:cubicBezTo>
                    <a:cubicBezTo>
                      <a:pt x="3025" y="1381"/>
                      <a:pt x="1984" y="1926"/>
                      <a:pt x="331" y="1932"/>
                    </a:cubicBezTo>
                    <a:cubicBezTo>
                      <a:pt x="148" y="1932"/>
                      <a:pt x="1" y="2079"/>
                      <a:pt x="1" y="2263"/>
                    </a:cubicBezTo>
                    <a:cubicBezTo>
                      <a:pt x="1" y="2441"/>
                      <a:pt x="148" y="2587"/>
                      <a:pt x="331" y="2587"/>
                    </a:cubicBezTo>
                    <a:cubicBezTo>
                      <a:pt x="2223" y="2575"/>
                      <a:pt x="3478" y="1908"/>
                      <a:pt x="4268" y="488"/>
                    </a:cubicBezTo>
                    <a:cubicBezTo>
                      <a:pt x="4359" y="328"/>
                      <a:pt x="4304" y="126"/>
                      <a:pt x="4145" y="41"/>
                    </a:cubicBezTo>
                    <a:cubicBezTo>
                      <a:pt x="4095" y="14"/>
                      <a:pt x="4040" y="1"/>
                      <a:pt x="39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26"/>
              <p:cNvSpPr/>
              <p:nvPr/>
            </p:nvSpPr>
            <p:spPr>
              <a:xfrm>
                <a:off x="3873425" y="851100"/>
                <a:ext cx="1068600" cy="895675"/>
              </a:xfrm>
              <a:custGeom>
                <a:avLst/>
                <a:gdLst/>
                <a:ahLst/>
                <a:cxnLst/>
                <a:rect l="l" t="t" r="r" b="b"/>
                <a:pathLst>
                  <a:path w="42744" h="35827" extrusionOk="0">
                    <a:moveTo>
                      <a:pt x="18821" y="0"/>
                    </a:moveTo>
                    <a:cubicBezTo>
                      <a:pt x="17421" y="0"/>
                      <a:pt x="15981" y="188"/>
                      <a:pt x="14552" y="576"/>
                    </a:cubicBezTo>
                    <a:cubicBezTo>
                      <a:pt x="9844" y="1856"/>
                      <a:pt x="5810" y="4892"/>
                      <a:pt x="2394" y="7635"/>
                    </a:cubicBezTo>
                    <a:cubicBezTo>
                      <a:pt x="1415" y="8431"/>
                      <a:pt x="503" y="9227"/>
                      <a:pt x="172" y="10353"/>
                    </a:cubicBezTo>
                    <a:cubicBezTo>
                      <a:pt x="1" y="10977"/>
                      <a:pt x="166" y="11749"/>
                      <a:pt x="613" y="12386"/>
                    </a:cubicBezTo>
                    <a:cubicBezTo>
                      <a:pt x="968" y="12894"/>
                      <a:pt x="1439" y="13212"/>
                      <a:pt x="1935" y="13292"/>
                    </a:cubicBezTo>
                    <a:cubicBezTo>
                      <a:pt x="1990" y="13304"/>
                      <a:pt x="2039" y="13310"/>
                      <a:pt x="2094" y="13310"/>
                    </a:cubicBezTo>
                    <a:cubicBezTo>
                      <a:pt x="2101" y="13311"/>
                      <a:pt x="2107" y="13311"/>
                      <a:pt x="2113" y="13311"/>
                    </a:cubicBezTo>
                    <a:cubicBezTo>
                      <a:pt x="2196" y="13311"/>
                      <a:pt x="2260" y="13237"/>
                      <a:pt x="2266" y="13157"/>
                    </a:cubicBezTo>
                    <a:lnTo>
                      <a:pt x="2266" y="13145"/>
                    </a:lnTo>
                    <a:cubicBezTo>
                      <a:pt x="2296" y="12637"/>
                      <a:pt x="2333" y="12122"/>
                      <a:pt x="2364" y="11620"/>
                    </a:cubicBezTo>
                    <a:cubicBezTo>
                      <a:pt x="2370" y="11510"/>
                      <a:pt x="2376" y="11400"/>
                      <a:pt x="2382" y="11284"/>
                    </a:cubicBezTo>
                    <a:lnTo>
                      <a:pt x="2376" y="11247"/>
                    </a:lnTo>
                    <a:lnTo>
                      <a:pt x="2413" y="11284"/>
                    </a:lnTo>
                    <a:cubicBezTo>
                      <a:pt x="2988" y="11804"/>
                      <a:pt x="8277" y="13592"/>
                      <a:pt x="10934" y="13732"/>
                    </a:cubicBezTo>
                    <a:cubicBezTo>
                      <a:pt x="10966" y="13734"/>
                      <a:pt x="10998" y="13734"/>
                      <a:pt x="11031" y="13734"/>
                    </a:cubicBezTo>
                    <a:cubicBezTo>
                      <a:pt x="12046" y="13734"/>
                      <a:pt x="13764" y="13116"/>
                      <a:pt x="13995" y="12979"/>
                    </a:cubicBezTo>
                    <a:cubicBezTo>
                      <a:pt x="14013" y="12949"/>
                      <a:pt x="14044" y="12936"/>
                      <a:pt x="14081" y="12930"/>
                    </a:cubicBezTo>
                    <a:cubicBezTo>
                      <a:pt x="14092" y="12927"/>
                      <a:pt x="14103" y="12925"/>
                      <a:pt x="14115" y="12925"/>
                    </a:cubicBezTo>
                    <a:cubicBezTo>
                      <a:pt x="14164" y="12925"/>
                      <a:pt x="14218" y="12953"/>
                      <a:pt x="14252" y="12998"/>
                    </a:cubicBezTo>
                    <a:cubicBezTo>
                      <a:pt x="14534" y="13402"/>
                      <a:pt x="14822" y="13787"/>
                      <a:pt x="15122" y="14149"/>
                    </a:cubicBezTo>
                    <a:cubicBezTo>
                      <a:pt x="15262" y="14332"/>
                      <a:pt x="15415" y="14504"/>
                      <a:pt x="15575" y="14675"/>
                    </a:cubicBezTo>
                    <a:cubicBezTo>
                      <a:pt x="15709" y="14822"/>
                      <a:pt x="15850" y="14969"/>
                      <a:pt x="15985" y="15116"/>
                    </a:cubicBezTo>
                    <a:cubicBezTo>
                      <a:pt x="16021" y="15140"/>
                      <a:pt x="16046" y="15171"/>
                      <a:pt x="16070" y="15195"/>
                    </a:cubicBezTo>
                    <a:cubicBezTo>
                      <a:pt x="16181" y="15312"/>
                      <a:pt x="16303" y="15422"/>
                      <a:pt x="16419" y="15526"/>
                    </a:cubicBezTo>
                    <a:cubicBezTo>
                      <a:pt x="16646" y="15740"/>
                      <a:pt x="16878" y="15936"/>
                      <a:pt x="17117" y="16120"/>
                    </a:cubicBezTo>
                    <a:cubicBezTo>
                      <a:pt x="17209" y="16199"/>
                      <a:pt x="17301" y="16273"/>
                      <a:pt x="17393" y="16340"/>
                    </a:cubicBezTo>
                    <a:cubicBezTo>
                      <a:pt x="17521" y="16438"/>
                      <a:pt x="17638" y="16524"/>
                      <a:pt x="17760" y="16603"/>
                    </a:cubicBezTo>
                    <a:cubicBezTo>
                      <a:pt x="17864" y="16671"/>
                      <a:pt x="17950" y="16738"/>
                      <a:pt x="18054" y="16799"/>
                    </a:cubicBezTo>
                    <a:cubicBezTo>
                      <a:pt x="18176" y="16885"/>
                      <a:pt x="18305" y="16959"/>
                      <a:pt x="18440" y="17038"/>
                    </a:cubicBezTo>
                    <a:cubicBezTo>
                      <a:pt x="18684" y="16163"/>
                      <a:pt x="20343" y="14742"/>
                      <a:pt x="21409" y="14681"/>
                    </a:cubicBezTo>
                    <a:cubicBezTo>
                      <a:pt x="21490" y="14677"/>
                      <a:pt x="21569" y="14675"/>
                      <a:pt x="21647" y="14675"/>
                    </a:cubicBezTo>
                    <a:cubicBezTo>
                      <a:pt x="25342" y="14675"/>
                      <a:pt x="24965" y="19162"/>
                      <a:pt x="23202" y="20901"/>
                    </a:cubicBezTo>
                    <a:cubicBezTo>
                      <a:pt x="23117" y="21005"/>
                      <a:pt x="23013" y="21097"/>
                      <a:pt x="22872" y="21177"/>
                    </a:cubicBezTo>
                    <a:cubicBezTo>
                      <a:pt x="22713" y="21274"/>
                      <a:pt x="22547" y="21360"/>
                      <a:pt x="22382" y="21440"/>
                    </a:cubicBezTo>
                    <a:cubicBezTo>
                      <a:pt x="22278" y="21489"/>
                      <a:pt x="22168" y="21538"/>
                      <a:pt x="22064" y="21581"/>
                    </a:cubicBezTo>
                    <a:cubicBezTo>
                      <a:pt x="22051" y="21587"/>
                      <a:pt x="22039" y="21593"/>
                      <a:pt x="22033" y="21593"/>
                    </a:cubicBezTo>
                    <a:cubicBezTo>
                      <a:pt x="22027" y="21599"/>
                      <a:pt x="22021" y="21599"/>
                      <a:pt x="22015" y="21599"/>
                    </a:cubicBezTo>
                    <a:cubicBezTo>
                      <a:pt x="21996" y="21617"/>
                      <a:pt x="21978" y="21623"/>
                      <a:pt x="21954" y="21630"/>
                    </a:cubicBezTo>
                    <a:cubicBezTo>
                      <a:pt x="21843" y="21672"/>
                      <a:pt x="21727" y="21721"/>
                      <a:pt x="21611" y="21758"/>
                    </a:cubicBezTo>
                    <a:cubicBezTo>
                      <a:pt x="21470" y="21813"/>
                      <a:pt x="21335" y="21856"/>
                      <a:pt x="21188" y="21905"/>
                    </a:cubicBezTo>
                    <a:cubicBezTo>
                      <a:pt x="21041" y="21954"/>
                      <a:pt x="20882" y="21997"/>
                      <a:pt x="20729" y="22040"/>
                    </a:cubicBezTo>
                    <a:cubicBezTo>
                      <a:pt x="20662" y="22058"/>
                      <a:pt x="20588" y="22076"/>
                      <a:pt x="20521" y="22101"/>
                    </a:cubicBezTo>
                    <a:cubicBezTo>
                      <a:pt x="20515" y="22101"/>
                      <a:pt x="20503" y="22107"/>
                      <a:pt x="20497" y="22107"/>
                    </a:cubicBezTo>
                    <a:cubicBezTo>
                      <a:pt x="20472" y="22113"/>
                      <a:pt x="20448" y="22119"/>
                      <a:pt x="20423" y="22125"/>
                    </a:cubicBezTo>
                    <a:cubicBezTo>
                      <a:pt x="20307" y="22156"/>
                      <a:pt x="20197" y="22187"/>
                      <a:pt x="20074" y="22217"/>
                    </a:cubicBezTo>
                    <a:cubicBezTo>
                      <a:pt x="20239" y="22756"/>
                      <a:pt x="20325" y="23325"/>
                      <a:pt x="20325" y="23907"/>
                    </a:cubicBezTo>
                    <a:cubicBezTo>
                      <a:pt x="20325" y="24360"/>
                      <a:pt x="20264" y="24764"/>
                      <a:pt x="20148" y="25113"/>
                    </a:cubicBezTo>
                    <a:cubicBezTo>
                      <a:pt x="19756" y="26252"/>
                      <a:pt x="18642" y="27115"/>
                      <a:pt x="17111" y="27458"/>
                    </a:cubicBezTo>
                    <a:cubicBezTo>
                      <a:pt x="17172" y="27488"/>
                      <a:pt x="17234" y="27519"/>
                      <a:pt x="17295" y="27549"/>
                    </a:cubicBezTo>
                    <a:cubicBezTo>
                      <a:pt x="17356" y="27580"/>
                      <a:pt x="17417" y="27604"/>
                      <a:pt x="17478" y="27629"/>
                    </a:cubicBezTo>
                    <a:cubicBezTo>
                      <a:pt x="17558" y="27666"/>
                      <a:pt x="17638" y="27696"/>
                      <a:pt x="17723" y="27733"/>
                    </a:cubicBezTo>
                    <a:cubicBezTo>
                      <a:pt x="17791" y="27758"/>
                      <a:pt x="17858" y="27782"/>
                      <a:pt x="17925" y="27806"/>
                    </a:cubicBezTo>
                    <a:cubicBezTo>
                      <a:pt x="18782" y="28119"/>
                      <a:pt x="19878" y="28413"/>
                      <a:pt x="20527" y="28455"/>
                    </a:cubicBezTo>
                    <a:lnTo>
                      <a:pt x="20539" y="28455"/>
                    </a:lnTo>
                    <a:cubicBezTo>
                      <a:pt x="20604" y="28462"/>
                      <a:pt x="20662" y="28465"/>
                      <a:pt x="20715" y="28465"/>
                    </a:cubicBezTo>
                    <a:cubicBezTo>
                      <a:pt x="20763" y="28465"/>
                      <a:pt x="20807" y="28462"/>
                      <a:pt x="20848" y="28457"/>
                    </a:cubicBezTo>
                    <a:lnTo>
                      <a:pt x="20848" y="28457"/>
                    </a:lnTo>
                    <a:cubicBezTo>
                      <a:pt x="20792" y="28466"/>
                      <a:pt x="20758" y="28507"/>
                      <a:pt x="20729" y="28553"/>
                    </a:cubicBezTo>
                    <a:cubicBezTo>
                      <a:pt x="20692" y="28633"/>
                      <a:pt x="20723" y="28731"/>
                      <a:pt x="20809" y="28768"/>
                    </a:cubicBezTo>
                    <a:cubicBezTo>
                      <a:pt x="20925" y="28823"/>
                      <a:pt x="21023" y="28890"/>
                      <a:pt x="21103" y="28957"/>
                    </a:cubicBezTo>
                    <a:cubicBezTo>
                      <a:pt x="21727" y="29478"/>
                      <a:pt x="21788" y="30439"/>
                      <a:pt x="21758" y="31020"/>
                    </a:cubicBezTo>
                    <a:cubicBezTo>
                      <a:pt x="21721" y="31951"/>
                      <a:pt x="21292" y="32857"/>
                      <a:pt x="20913" y="33665"/>
                    </a:cubicBezTo>
                    <a:cubicBezTo>
                      <a:pt x="20803" y="33904"/>
                      <a:pt x="20674" y="34112"/>
                      <a:pt x="20552" y="34253"/>
                    </a:cubicBezTo>
                    <a:cubicBezTo>
                      <a:pt x="20460" y="34381"/>
                      <a:pt x="20368" y="34461"/>
                      <a:pt x="20301" y="34479"/>
                    </a:cubicBezTo>
                    <a:cubicBezTo>
                      <a:pt x="20282" y="34485"/>
                      <a:pt x="20270" y="34492"/>
                      <a:pt x="20264" y="34498"/>
                    </a:cubicBezTo>
                    <a:cubicBezTo>
                      <a:pt x="20215" y="34522"/>
                      <a:pt x="20172" y="34583"/>
                      <a:pt x="20178" y="34645"/>
                    </a:cubicBezTo>
                    <a:lnTo>
                      <a:pt x="20178" y="34663"/>
                    </a:lnTo>
                    <a:cubicBezTo>
                      <a:pt x="20196" y="34744"/>
                      <a:pt x="20263" y="34798"/>
                      <a:pt x="20338" y="34798"/>
                    </a:cubicBezTo>
                    <a:cubicBezTo>
                      <a:pt x="20342" y="34798"/>
                      <a:pt x="20346" y="34798"/>
                      <a:pt x="20350" y="34798"/>
                    </a:cubicBezTo>
                    <a:cubicBezTo>
                      <a:pt x="20386" y="34798"/>
                      <a:pt x="20423" y="34792"/>
                      <a:pt x="20454" y="34785"/>
                    </a:cubicBezTo>
                    <a:cubicBezTo>
                      <a:pt x="20539" y="34779"/>
                      <a:pt x="20619" y="34767"/>
                      <a:pt x="20705" y="34755"/>
                    </a:cubicBezTo>
                    <a:cubicBezTo>
                      <a:pt x="20790" y="34743"/>
                      <a:pt x="20870" y="34718"/>
                      <a:pt x="20950" y="34700"/>
                    </a:cubicBezTo>
                    <a:cubicBezTo>
                      <a:pt x="21035" y="34681"/>
                      <a:pt x="21115" y="34657"/>
                      <a:pt x="21201" y="34632"/>
                    </a:cubicBezTo>
                    <a:cubicBezTo>
                      <a:pt x="21280" y="34608"/>
                      <a:pt x="21354" y="34583"/>
                      <a:pt x="21427" y="34553"/>
                    </a:cubicBezTo>
                    <a:cubicBezTo>
                      <a:pt x="21482" y="34528"/>
                      <a:pt x="21537" y="34510"/>
                      <a:pt x="21586" y="34485"/>
                    </a:cubicBezTo>
                    <a:cubicBezTo>
                      <a:pt x="21654" y="34461"/>
                      <a:pt x="21709" y="34430"/>
                      <a:pt x="21764" y="34406"/>
                    </a:cubicBezTo>
                    <a:cubicBezTo>
                      <a:pt x="22027" y="34277"/>
                      <a:pt x="22284" y="34118"/>
                      <a:pt x="22517" y="33934"/>
                    </a:cubicBezTo>
                    <a:cubicBezTo>
                      <a:pt x="22651" y="33837"/>
                      <a:pt x="22774" y="33726"/>
                      <a:pt x="22890" y="33604"/>
                    </a:cubicBezTo>
                    <a:cubicBezTo>
                      <a:pt x="23196" y="33310"/>
                      <a:pt x="23447" y="32979"/>
                      <a:pt x="23649" y="32612"/>
                    </a:cubicBezTo>
                    <a:lnTo>
                      <a:pt x="23649" y="32612"/>
                    </a:lnTo>
                    <a:cubicBezTo>
                      <a:pt x="23588" y="33592"/>
                      <a:pt x="23276" y="34724"/>
                      <a:pt x="22792" y="35587"/>
                    </a:cubicBezTo>
                    <a:cubicBezTo>
                      <a:pt x="22768" y="35636"/>
                      <a:pt x="22768" y="35704"/>
                      <a:pt x="22811" y="35759"/>
                    </a:cubicBezTo>
                    <a:cubicBezTo>
                      <a:pt x="22835" y="35802"/>
                      <a:pt x="22884" y="35826"/>
                      <a:pt x="22939" y="35826"/>
                    </a:cubicBezTo>
                    <a:lnTo>
                      <a:pt x="22964" y="35826"/>
                    </a:lnTo>
                    <a:cubicBezTo>
                      <a:pt x="24482" y="35630"/>
                      <a:pt x="26373" y="35385"/>
                      <a:pt x="27684" y="34198"/>
                    </a:cubicBezTo>
                    <a:cubicBezTo>
                      <a:pt x="28712" y="33261"/>
                      <a:pt x="29281" y="31804"/>
                      <a:pt x="29257" y="30231"/>
                    </a:cubicBezTo>
                    <a:lnTo>
                      <a:pt x="29257" y="30231"/>
                    </a:lnTo>
                    <a:cubicBezTo>
                      <a:pt x="29845" y="31057"/>
                      <a:pt x="29998" y="32153"/>
                      <a:pt x="30053" y="33047"/>
                    </a:cubicBezTo>
                    <a:cubicBezTo>
                      <a:pt x="30065" y="33071"/>
                      <a:pt x="30065" y="33096"/>
                      <a:pt x="30077" y="33114"/>
                    </a:cubicBezTo>
                    <a:lnTo>
                      <a:pt x="30077" y="33120"/>
                    </a:lnTo>
                    <a:lnTo>
                      <a:pt x="30114" y="33163"/>
                    </a:lnTo>
                    <a:cubicBezTo>
                      <a:pt x="30150" y="33189"/>
                      <a:pt x="30185" y="33201"/>
                      <a:pt x="30221" y="33201"/>
                    </a:cubicBezTo>
                    <a:cubicBezTo>
                      <a:pt x="30228" y="33201"/>
                      <a:pt x="30235" y="33201"/>
                      <a:pt x="30243" y="33200"/>
                    </a:cubicBezTo>
                    <a:cubicBezTo>
                      <a:pt x="31369" y="33065"/>
                      <a:pt x="32532" y="32924"/>
                      <a:pt x="33591" y="32422"/>
                    </a:cubicBezTo>
                    <a:cubicBezTo>
                      <a:pt x="34681" y="31896"/>
                      <a:pt x="35471" y="30984"/>
                      <a:pt x="35697" y="30010"/>
                    </a:cubicBezTo>
                    <a:cubicBezTo>
                      <a:pt x="36248" y="30433"/>
                      <a:pt x="36542" y="31296"/>
                      <a:pt x="36322" y="31945"/>
                    </a:cubicBezTo>
                    <a:cubicBezTo>
                      <a:pt x="36303" y="32000"/>
                      <a:pt x="36315" y="32067"/>
                      <a:pt x="36352" y="32110"/>
                    </a:cubicBezTo>
                    <a:cubicBezTo>
                      <a:pt x="36388" y="32142"/>
                      <a:pt x="36428" y="32160"/>
                      <a:pt x="36473" y="32160"/>
                    </a:cubicBezTo>
                    <a:cubicBezTo>
                      <a:pt x="36489" y="32160"/>
                      <a:pt x="36506" y="32158"/>
                      <a:pt x="36524" y="32153"/>
                    </a:cubicBezTo>
                    <a:cubicBezTo>
                      <a:pt x="37228" y="31951"/>
                      <a:pt x="38189" y="31663"/>
                      <a:pt x="38727" y="30923"/>
                    </a:cubicBezTo>
                    <a:cubicBezTo>
                      <a:pt x="38758" y="30874"/>
                      <a:pt x="38782" y="30831"/>
                      <a:pt x="38813" y="30782"/>
                    </a:cubicBezTo>
                    <a:cubicBezTo>
                      <a:pt x="38929" y="30592"/>
                      <a:pt x="39009" y="30390"/>
                      <a:pt x="39064" y="30182"/>
                    </a:cubicBezTo>
                    <a:cubicBezTo>
                      <a:pt x="39211" y="29686"/>
                      <a:pt x="39223" y="29159"/>
                      <a:pt x="39236" y="28700"/>
                    </a:cubicBezTo>
                    <a:cubicBezTo>
                      <a:pt x="39272" y="27519"/>
                      <a:pt x="39266" y="26435"/>
                      <a:pt x="38991" y="25468"/>
                    </a:cubicBezTo>
                    <a:lnTo>
                      <a:pt x="38991" y="25468"/>
                    </a:lnTo>
                    <a:cubicBezTo>
                      <a:pt x="39431" y="26258"/>
                      <a:pt x="39682" y="27213"/>
                      <a:pt x="39689" y="28229"/>
                    </a:cubicBezTo>
                    <a:cubicBezTo>
                      <a:pt x="39689" y="28290"/>
                      <a:pt x="39725" y="28345"/>
                      <a:pt x="39780" y="28370"/>
                    </a:cubicBezTo>
                    <a:cubicBezTo>
                      <a:pt x="39804" y="28382"/>
                      <a:pt x="39829" y="28387"/>
                      <a:pt x="39853" y="28387"/>
                    </a:cubicBezTo>
                    <a:cubicBezTo>
                      <a:pt x="39891" y="28387"/>
                      <a:pt x="39928" y="28374"/>
                      <a:pt x="39958" y="28351"/>
                    </a:cubicBezTo>
                    <a:cubicBezTo>
                      <a:pt x="40423" y="27960"/>
                      <a:pt x="40864" y="27555"/>
                      <a:pt x="41286" y="27176"/>
                    </a:cubicBezTo>
                    <a:cubicBezTo>
                      <a:pt x="41715" y="26790"/>
                      <a:pt x="42156" y="26398"/>
                      <a:pt x="42621" y="26007"/>
                    </a:cubicBezTo>
                    <a:cubicBezTo>
                      <a:pt x="42652" y="25976"/>
                      <a:pt x="42670" y="25939"/>
                      <a:pt x="42676" y="25890"/>
                    </a:cubicBezTo>
                    <a:cubicBezTo>
                      <a:pt x="42743" y="24862"/>
                      <a:pt x="42676" y="23821"/>
                      <a:pt x="42492" y="22805"/>
                    </a:cubicBezTo>
                    <a:cubicBezTo>
                      <a:pt x="42052" y="20430"/>
                      <a:pt x="40956" y="18152"/>
                      <a:pt x="39333" y="16383"/>
                    </a:cubicBezTo>
                    <a:cubicBezTo>
                      <a:pt x="38378" y="15342"/>
                      <a:pt x="37246" y="14455"/>
                      <a:pt x="36156" y="13604"/>
                    </a:cubicBezTo>
                    <a:cubicBezTo>
                      <a:pt x="35685" y="13230"/>
                      <a:pt x="35201" y="12857"/>
                      <a:pt x="34736" y="12465"/>
                    </a:cubicBezTo>
                    <a:cubicBezTo>
                      <a:pt x="34032" y="11890"/>
                      <a:pt x="33365" y="11271"/>
                      <a:pt x="32777" y="10592"/>
                    </a:cubicBezTo>
                    <a:cubicBezTo>
                      <a:pt x="31908" y="9582"/>
                      <a:pt x="31210" y="8406"/>
                      <a:pt x="30530" y="7268"/>
                    </a:cubicBezTo>
                    <a:cubicBezTo>
                      <a:pt x="29741" y="5945"/>
                      <a:pt x="28932" y="4580"/>
                      <a:pt x="27837" y="3454"/>
                    </a:cubicBezTo>
                    <a:cubicBezTo>
                      <a:pt x="26637" y="2211"/>
                      <a:pt x="25082" y="1280"/>
                      <a:pt x="23331" y="705"/>
                    </a:cubicBezTo>
                    <a:cubicBezTo>
                      <a:pt x="21931" y="241"/>
                      <a:pt x="20402" y="0"/>
                      <a:pt x="188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26"/>
              <p:cNvSpPr/>
              <p:nvPr/>
            </p:nvSpPr>
            <p:spPr>
              <a:xfrm>
                <a:off x="4370050" y="1257750"/>
                <a:ext cx="69050" cy="94300"/>
              </a:xfrm>
              <a:custGeom>
                <a:avLst/>
                <a:gdLst/>
                <a:ahLst/>
                <a:cxnLst/>
                <a:rect l="l" t="t" r="r" b="b"/>
                <a:pathLst>
                  <a:path w="2762" h="3772" extrusionOk="0">
                    <a:moveTo>
                      <a:pt x="264" y="1"/>
                    </a:moveTo>
                    <a:cubicBezTo>
                      <a:pt x="117" y="1"/>
                      <a:pt x="1" y="117"/>
                      <a:pt x="1" y="264"/>
                    </a:cubicBezTo>
                    <a:cubicBezTo>
                      <a:pt x="1" y="405"/>
                      <a:pt x="117" y="521"/>
                      <a:pt x="264" y="521"/>
                    </a:cubicBezTo>
                    <a:cubicBezTo>
                      <a:pt x="925" y="521"/>
                      <a:pt x="1360" y="619"/>
                      <a:pt x="1642" y="766"/>
                    </a:cubicBezTo>
                    <a:cubicBezTo>
                      <a:pt x="1238" y="839"/>
                      <a:pt x="870" y="1041"/>
                      <a:pt x="625" y="1348"/>
                    </a:cubicBezTo>
                    <a:cubicBezTo>
                      <a:pt x="270" y="1801"/>
                      <a:pt x="209" y="2407"/>
                      <a:pt x="472" y="2909"/>
                    </a:cubicBezTo>
                    <a:cubicBezTo>
                      <a:pt x="521" y="2994"/>
                      <a:pt x="613" y="3043"/>
                      <a:pt x="705" y="3043"/>
                    </a:cubicBezTo>
                    <a:cubicBezTo>
                      <a:pt x="748" y="3043"/>
                      <a:pt x="791" y="3037"/>
                      <a:pt x="827" y="3013"/>
                    </a:cubicBezTo>
                    <a:cubicBezTo>
                      <a:pt x="956" y="2945"/>
                      <a:pt x="1005" y="2792"/>
                      <a:pt x="938" y="2664"/>
                    </a:cubicBezTo>
                    <a:cubicBezTo>
                      <a:pt x="772" y="2352"/>
                      <a:pt x="809" y="1954"/>
                      <a:pt x="1036" y="1672"/>
                    </a:cubicBezTo>
                    <a:cubicBezTo>
                      <a:pt x="1244" y="1409"/>
                      <a:pt x="1609" y="1249"/>
                      <a:pt x="1973" y="1249"/>
                    </a:cubicBezTo>
                    <a:cubicBezTo>
                      <a:pt x="2016" y="1249"/>
                      <a:pt x="2058" y="1251"/>
                      <a:pt x="2101" y="1256"/>
                    </a:cubicBezTo>
                    <a:cubicBezTo>
                      <a:pt x="2144" y="1366"/>
                      <a:pt x="2162" y="1482"/>
                      <a:pt x="2168" y="1592"/>
                    </a:cubicBezTo>
                    <a:cubicBezTo>
                      <a:pt x="2223" y="2272"/>
                      <a:pt x="1844" y="2964"/>
                      <a:pt x="1238" y="3276"/>
                    </a:cubicBezTo>
                    <a:cubicBezTo>
                      <a:pt x="1109" y="3343"/>
                      <a:pt x="1060" y="3502"/>
                      <a:pt x="1127" y="3631"/>
                    </a:cubicBezTo>
                    <a:cubicBezTo>
                      <a:pt x="1170" y="3717"/>
                      <a:pt x="1262" y="3772"/>
                      <a:pt x="1360" y="3772"/>
                    </a:cubicBezTo>
                    <a:cubicBezTo>
                      <a:pt x="1397" y="3772"/>
                      <a:pt x="1440" y="3760"/>
                      <a:pt x="1476" y="3741"/>
                    </a:cubicBezTo>
                    <a:cubicBezTo>
                      <a:pt x="2260" y="3331"/>
                      <a:pt x="2762" y="2431"/>
                      <a:pt x="2688" y="1556"/>
                    </a:cubicBezTo>
                    <a:cubicBezTo>
                      <a:pt x="2609" y="509"/>
                      <a:pt x="1813" y="1"/>
                      <a:pt x="2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26"/>
              <p:cNvSpPr/>
              <p:nvPr/>
            </p:nvSpPr>
            <p:spPr>
              <a:xfrm>
                <a:off x="3905400" y="1334575"/>
                <a:ext cx="109925" cy="208325"/>
              </a:xfrm>
              <a:custGeom>
                <a:avLst/>
                <a:gdLst/>
                <a:ahLst/>
                <a:cxnLst/>
                <a:rect l="l" t="t" r="r" b="b"/>
                <a:pathLst>
                  <a:path w="4397" h="8333" extrusionOk="0">
                    <a:moveTo>
                      <a:pt x="834" y="1"/>
                    </a:moveTo>
                    <a:lnTo>
                      <a:pt x="834" y="1"/>
                    </a:lnTo>
                    <a:cubicBezTo>
                      <a:pt x="889" y="123"/>
                      <a:pt x="932" y="240"/>
                      <a:pt x="993" y="356"/>
                    </a:cubicBezTo>
                    <a:cubicBezTo>
                      <a:pt x="1097" y="576"/>
                      <a:pt x="1176" y="791"/>
                      <a:pt x="1268" y="1023"/>
                    </a:cubicBezTo>
                    <a:cubicBezTo>
                      <a:pt x="1305" y="1133"/>
                      <a:pt x="1354" y="1244"/>
                      <a:pt x="1397" y="1360"/>
                    </a:cubicBezTo>
                    <a:cubicBezTo>
                      <a:pt x="1562" y="1752"/>
                      <a:pt x="1703" y="2089"/>
                      <a:pt x="1752" y="2462"/>
                    </a:cubicBezTo>
                    <a:cubicBezTo>
                      <a:pt x="1844" y="3031"/>
                      <a:pt x="1709" y="3680"/>
                      <a:pt x="1360" y="4378"/>
                    </a:cubicBezTo>
                    <a:cubicBezTo>
                      <a:pt x="1109" y="4868"/>
                      <a:pt x="778" y="5321"/>
                      <a:pt x="448" y="5768"/>
                    </a:cubicBezTo>
                    <a:lnTo>
                      <a:pt x="209" y="6086"/>
                    </a:lnTo>
                    <a:cubicBezTo>
                      <a:pt x="111" y="6233"/>
                      <a:pt x="1" y="6392"/>
                      <a:pt x="7" y="6600"/>
                    </a:cubicBezTo>
                    <a:cubicBezTo>
                      <a:pt x="13" y="6766"/>
                      <a:pt x="99" y="6894"/>
                      <a:pt x="191" y="7004"/>
                    </a:cubicBezTo>
                    <a:cubicBezTo>
                      <a:pt x="723" y="7696"/>
                      <a:pt x="1525" y="8002"/>
                      <a:pt x="2095" y="8137"/>
                    </a:cubicBezTo>
                    <a:cubicBezTo>
                      <a:pt x="2750" y="8296"/>
                      <a:pt x="3429" y="8321"/>
                      <a:pt x="4090" y="8333"/>
                    </a:cubicBezTo>
                    <a:cubicBezTo>
                      <a:pt x="4396" y="7488"/>
                      <a:pt x="4115" y="6466"/>
                      <a:pt x="3417" y="5902"/>
                    </a:cubicBezTo>
                    <a:cubicBezTo>
                      <a:pt x="3166" y="5707"/>
                      <a:pt x="2860" y="5541"/>
                      <a:pt x="2744" y="5247"/>
                    </a:cubicBezTo>
                    <a:cubicBezTo>
                      <a:pt x="2658" y="5058"/>
                      <a:pt x="2670" y="4843"/>
                      <a:pt x="2676" y="4635"/>
                    </a:cubicBezTo>
                    <a:cubicBezTo>
                      <a:pt x="2701" y="3307"/>
                      <a:pt x="2303" y="1984"/>
                      <a:pt x="1568" y="882"/>
                    </a:cubicBezTo>
                    <a:cubicBezTo>
                      <a:pt x="1360" y="570"/>
                      <a:pt x="1109" y="111"/>
                      <a:pt x="834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26"/>
              <p:cNvSpPr/>
              <p:nvPr/>
            </p:nvSpPr>
            <p:spPr>
              <a:xfrm>
                <a:off x="4301200" y="868550"/>
                <a:ext cx="640825" cy="878225"/>
              </a:xfrm>
              <a:custGeom>
                <a:avLst/>
                <a:gdLst/>
                <a:ahLst/>
                <a:cxnLst/>
                <a:rect l="l" t="t" r="r" b="b"/>
                <a:pathLst>
                  <a:path w="25633" h="35129" extrusionOk="0">
                    <a:moveTo>
                      <a:pt x="6220" y="1"/>
                    </a:moveTo>
                    <a:lnTo>
                      <a:pt x="6220" y="1"/>
                    </a:lnTo>
                    <a:cubicBezTo>
                      <a:pt x="7199" y="797"/>
                      <a:pt x="8014" y="1782"/>
                      <a:pt x="8614" y="2878"/>
                    </a:cubicBezTo>
                    <a:cubicBezTo>
                      <a:pt x="9495" y="4513"/>
                      <a:pt x="9893" y="6368"/>
                      <a:pt x="10707" y="8033"/>
                    </a:cubicBezTo>
                    <a:cubicBezTo>
                      <a:pt x="11595" y="9833"/>
                      <a:pt x="12942" y="11351"/>
                      <a:pt x="14178" y="12930"/>
                    </a:cubicBezTo>
                    <a:cubicBezTo>
                      <a:pt x="15415" y="14516"/>
                      <a:pt x="16566" y="16248"/>
                      <a:pt x="16939" y="18220"/>
                    </a:cubicBezTo>
                    <a:cubicBezTo>
                      <a:pt x="17313" y="20197"/>
                      <a:pt x="16743" y="22468"/>
                      <a:pt x="15097" y="23607"/>
                    </a:cubicBezTo>
                    <a:lnTo>
                      <a:pt x="15360" y="23699"/>
                    </a:lnTo>
                    <a:cubicBezTo>
                      <a:pt x="15166" y="23731"/>
                      <a:pt x="14970" y="23748"/>
                      <a:pt x="14773" y="23748"/>
                    </a:cubicBezTo>
                    <a:cubicBezTo>
                      <a:pt x="14529" y="23748"/>
                      <a:pt x="14284" y="23722"/>
                      <a:pt x="14044" y="23668"/>
                    </a:cubicBezTo>
                    <a:cubicBezTo>
                      <a:pt x="12978" y="23423"/>
                      <a:pt x="12085" y="22695"/>
                      <a:pt x="11240" y="21997"/>
                    </a:cubicBezTo>
                    <a:cubicBezTo>
                      <a:pt x="11228" y="22823"/>
                      <a:pt x="11209" y="23680"/>
                      <a:pt x="10854" y="24433"/>
                    </a:cubicBezTo>
                    <a:cubicBezTo>
                      <a:pt x="10527" y="25122"/>
                      <a:pt x="9841" y="25701"/>
                      <a:pt x="9088" y="25701"/>
                    </a:cubicBezTo>
                    <a:cubicBezTo>
                      <a:pt x="9024" y="25701"/>
                      <a:pt x="8960" y="25697"/>
                      <a:pt x="8895" y="25688"/>
                    </a:cubicBezTo>
                    <a:cubicBezTo>
                      <a:pt x="8326" y="25609"/>
                      <a:pt x="7854" y="25205"/>
                      <a:pt x="7426" y="24807"/>
                    </a:cubicBezTo>
                    <a:cubicBezTo>
                      <a:pt x="6232" y="23692"/>
                      <a:pt x="5112" y="22493"/>
                      <a:pt x="4096" y="21225"/>
                    </a:cubicBezTo>
                    <a:lnTo>
                      <a:pt x="4077" y="21201"/>
                    </a:lnTo>
                    <a:cubicBezTo>
                      <a:pt x="3930" y="21256"/>
                      <a:pt x="3771" y="21299"/>
                      <a:pt x="3618" y="21342"/>
                    </a:cubicBezTo>
                    <a:cubicBezTo>
                      <a:pt x="3551" y="21360"/>
                      <a:pt x="3477" y="21378"/>
                      <a:pt x="3410" y="21403"/>
                    </a:cubicBezTo>
                    <a:cubicBezTo>
                      <a:pt x="3404" y="21403"/>
                      <a:pt x="3392" y="21409"/>
                      <a:pt x="3386" y="21409"/>
                    </a:cubicBezTo>
                    <a:cubicBezTo>
                      <a:pt x="3361" y="21415"/>
                      <a:pt x="3337" y="21421"/>
                      <a:pt x="3312" y="21427"/>
                    </a:cubicBezTo>
                    <a:cubicBezTo>
                      <a:pt x="3196" y="21458"/>
                      <a:pt x="3086" y="21489"/>
                      <a:pt x="2963" y="21519"/>
                    </a:cubicBezTo>
                    <a:cubicBezTo>
                      <a:pt x="3128" y="22058"/>
                      <a:pt x="3214" y="22627"/>
                      <a:pt x="3214" y="23209"/>
                    </a:cubicBezTo>
                    <a:cubicBezTo>
                      <a:pt x="3214" y="23662"/>
                      <a:pt x="3153" y="24066"/>
                      <a:pt x="3037" y="24415"/>
                    </a:cubicBezTo>
                    <a:cubicBezTo>
                      <a:pt x="2645" y="25554"/>
                      <a:pt x="1531" y="26417"/>
                      <a:pt x="0" y="26760"/>
                    </a:cubicBezTo>
                    <a:cubicBezTo>
                      <a:pt x="61" y="26784"/>
                      <a:pt x="123" y="26821"/>
                      <a:pt x="184" y="26851"/>
                    </a:cubicBezTo>
                    <a:cubicBezTo>
                      <a:pt x="245" y="26876"/>
                      <a:pt x="306" y="26906"/>
                      <a:pt x="367" y="26931"/>
                    </a:cubicBezTo>
                    <a:cubicBezTo>
                      <a:pt x="447" y="26962"/>
                      <a:pt x="527" y="26998"/>
                      <a:pt x="612" y="27035"/>
                    </a:cubicBezTo>
                    <a:cubicBezTo>
                      <a:pt x="680" y="27053"/>
                      <a:pt x="741" y="27084"/>
                      <a:pt x="814" y="27108"/>
                    </a:cubicBezTo>
                    <a:cubicBezTo>
                      <a:pt x="1671" y="27421"/>
                      <a:pt x="2767" y="27708"/>
                      <a:pt x="3416" y="27757"/>
                    </a:cubicBezTo>
                    <a:lnTo>
                      <a:pt x="3428" y="27757"/>
                    </a:lnTo>
                    <a:cubicBezTo>
                      <a:pt x="3493" y="27764"/>
                      <a:pt x="3551" y="27767"/>
                      <a:pt x="3604" y="27767"/>
                    </a:cubicBezTo>
                    <a:cubicBezTo>
                      <a:pt x="3652" y="27767"/>
                      <a:pt x="3695" y="27764"/>
                      <a:pt x="3735" y="27759"/>
                    </a:cubicBezTo>
                    <a:lnTo>
                      <a:pt x="3735" y="27759"/>
                    </a:lnTo>
                    <a:cubicBezTo>
                      <a:pt x="3681" y="27768"/>
                      <a:pt x="3647" y="27804"/>
                      <a:pt x="3618" y="27855"/>
                    </a:cubicBezTo>
                    <a:cubicBezTo>
                      <a:pt x="3581" y="27935"/>
                      <a:pt x="3612" y="28033"/>
                      <a:pt x="3698" y="28070"/>
                    </a:cubicBezTo>
                    <a:cubicBezTo>
                      <a:pt x="3808" y="28125"/>
                      <a:pt x="3906" y="28186"/>
                      <a:pt x="3992" y="28259"/>
                    </a:cubicBezTo>
                    <a:cubicBezTo>
                      <a:pt x="4616" y="28780"/>
                      <a:pt x="4677" y="29741"/>
                      <a:pt x="4647" y="30316"/>
                    </a:cubicBezTo>
                    <a:cubicBezTo>
                      <a:pt x="4610" y="31247"/>
                      <a:pt x="4181" y="32159"/>
                      <a:pt x="3802" y="32967"/>
                    </a:cubicBezTo>
                    <a:cubicBezTo>
                      <a:pt x="3692" y="33200"/>
                      <a:pt x="3563" y="33414"/>
                      <a:pt x="3441" y="33555"/>
                    </a:cubicBezTo>
                    <a:cubicBezTo>
                      <a:pt x="3349" y="33683"/>
                      <a:pt x="3257" y="33757"/>
                      <a:pt x="3190" y="33781"/>
                    </a:cubicBezTo>
                    <a:cubicBezTo>
                      <a:pt x="3171" y="33787"/>
                      <a:pt x="3159" y="33794"/>
                      <a:pt x="3153" y="33800"/>
                    </a:cubicBezTo>
                    <a:cubicBezTo>
                      <a:pt x="3104" y="33824"/>
                      <a:pt x="3061" y="33885"/>
                      <a:pt x="3067" y="33940"/>
                    </a:cubicBezTo>
                    <a:lnTo>
                      <a:pt x="3067" y="33965"/>
                    </a:lnTo>
                    <a:cubicBezTo>
                      <a:pt x="3079" y="34046"/>
                      <a:pt x="3151" y="34100"/>
                      <a:pt x="3226" y="34100"/>
                    </a:cubicBezTo>
                    <a:cubicBezTo>
                      <a:pt x="3231" y="34100"/>
                      <a:pt x="3235" y="34100"/>
                      <a:pt x="3239" y="34100"/>
                    </a:cubicBezTo>
                    <a:cubicBezTo>
                      <a:pt x="3275" y="34100"/>
                      <a:pt x="3312" y="34094"/>
                      <a:pt x="3343" y="34087"/>
                    </a:cubicBezTo>
                    <a:cubicBezTo>
                      <a:pt x="3428" y="34081"/>
                      <a:pt x="3508" y="34069"/>
                      <a:pt x="3594" y="34057"/>
                    </a:cubicBezTo>
                    <a:cubicBezTo>
                      <a:pt x="3679" y="34038"/>
                      <a:pt x="3759" y="34020"/>
                      <a:pt x="3839" y="34002"/>
                    </a:cubicBezTo>
                    <a:cubicBezTo>
                      <a:pt x="3918" y="33983"/>
                      <a:pt x="4004" y="33959"/>
                      <a:pt x="4090" y="33928"/>
                    </a:cubicBezTo>
                    <a:cubicBezTo>
                      <a:pt x="4169" y="33910"/>
                      <a:pt x="4243" y="33885"/>
                      <a:pt x="4316" y="33849"/>
                    </a:cubicBezTo>
                    <a:cubicBezTo>
                      <a:pt x="4371" y="33830"/>
                      <a:pt x="4426" y="33812"/>
                      <a:pt x="4475" y="33787"/>
                    </a:cubicBezTo>
                    <a:cubicBezTo>
                      <a:pt x="4543" y="33763"/>
                      <a:pt x="4598" y="33732"/>
                      <a:pt x="4653" y="33708"/>
                    </a:cubicBezTo>
                    <a:cubicBezTo>
                      <a:pt x="4916" y="33579"/>
                      <a:pt x="5173" y="33420"/>
                      <a:pt x="5406" y="33236"/>
                    </a:cubicBezTo>
                    <a:cubicBezTo>
                      <a:pt x="5540" y="33139"/>
                      <a:pt x="5663" y="33022"/>
                      <a:pt x="5779" y="32906"/>
                    </a:cubicBezTo>
                    <a:cubicBezTo>
                      <a:pt x="6085" y="32612"/>
                      <a:pt x="6336" y="32275"/>
                      <a:pt x="6532" y="31914"/>
                    </a:cubicBezTo>
                    <a:lnTo>
                      <a:pt x="6532" y="31914"/>
                    </a:lnTo>
                    <a:cubicBezTo>
                      <a:pt x="6477" y="32894"/>
                      <a:pt x="6159" y="34026"/>
                      <a:pt x="5681" y="34889"/>
                    </a:cubicBezTo>
                    <a:cubicBezTo>
                      <a:pt x="5657" y="34938"/>
                      <a:pt x="5657" y="35006"/>
                      <a:pt x="5693" y="35055"/>
                    </a:cubicBezTo>
                    <a:cubicBezTo>
                      <a:pt x="5724" y="35104"/>
                      <a:pt x="5773" y="35128"/>
                      <a:pt x="5828" y="35128"/>
                    </a:cubicBezTo>
                    <a:lnTo>
                      <a:pt x="5853" y="35128"/>
                    </a:lnTo>
                    <a:cubicBezTo>
                      <a:pt x="7365" y="34932"/>
                      <a:pt x="9262" y="34681"/>
                      <a:pt x="10573" y="33500"/>
                    </a:cubicBezTo>
                    <a:cubicBezTo>
                      <a:pt x="11601" y="32563"/>
                      <a:pt x="12170" y="31106"/>
                      <a:pt x="12146" y="29533"/>
                    </a:cubicBezTo>
                    <a:lnTo>
                      <a:pt x="12146" y="29533"/>
                    </a:lnTo>
                    <a:cubicBezTo>
                      <a:pt x="12734" y="30359"/>
                      <a:pt x="12887" y="31455"/>
                      <a:pt x="12942" y="32349"/>
                    </a:cubicBezTo>
                    <a:cubicBezTo>
                      <a:pt x="12954" y="32373"/>
                      <a:pt x="12954" y="32398"/>
                      <a:pt x="12966" y="32416"/>
                    </a:cubicBezTo>
                    <a:lnTo>
                      <a:pt x="12966" y="32422"/>
                    </a:lnTo>
                    <a:lnTo>
                      <a:pt x="13003" y="32465"/>
                    </a:lnTo>
                    <a:cubicBezTo>
                      <a:pt x="13034" y="32491"/>
                      <a:pt x="13073" y="32503"/>
                      <a:pt x="13106" y="32503"/>
                    </a:cubicBezTo>
                    <a:cubicBezTo>
                      <a:pt x="13113" y="32503"/>
                      <a:pt x="13119" y="32503"/>
                      <a:pt x="13125" y="32502"/>
                    </a:cubicBezTo>
                    <a:cubicBezTo>
                      <a:pt x="14258" y="32361"/>
                      <a:pt x="15421" y="32226"/>
                      <a:pt x="16474" y="31724"/>
                    </a:cubicBezTo>
                    <a:cubicBezTo>
                      <a:pt x="17570" y="31198"/>
                      <a:pt x="18360" y="30286"/>
                      <a:pt x="18586" y="29312"/>
                    </a:cubicBezTo>
                    <a:cubicBezTo>
                      <a:pt x="19137" y="29735"/>
                      <a:pt x="19431" y="30592"/>
                      <a:pt x="19211" y="31241"/>
                    </a:cubicBezTo>
                    <a:cubicBezTo>
                      <a:pt x="19192" y="31302"/>
                      <a:pt x="19204" y="31369"/>
                      <a:pt x="19241" y="31412"/>
                    </a:cubicBezTo>
                    <a:cubicBezTo>
                      <a:pt x="19277" y="31444"/>
                      <a:pt x="19317" y="31462"/>
                      <a:pt x="19362" y="31462"/>
                    </a:cubicBezTo>
                    <a:cubicBezTo>
                      <a:pt x="19378" y="31462"/>
                      <a:pt x="19395" y="31460"/>
                      <a:pt x="19413" y="31455"/>
                    </a:cubicBezTo>
                    <a:cubicBezTo>
                      <a:pt x="20117" y="31253"/>
                      <a:pt x="21078" y="30959"/>
                      <a:pt x="21616" y="30218"/>
                    </a:cubicBezTo>
                    <a:cubicBezTo>
                      <a:pt x="21647" y="30176"/>
                      <a:pt x="21671" y="30127"/>
                      <a:pt x="21702" y="30084"/>
                    </a:cubicBezTo>
                    <a:cubicBezTo>
                      <a:pt x="21818" y="29894"/>
                      <a:pt x="21898" y="29692"/>
                      <a:pt x="21953" y="29478"/>
                    </a:cubicBezTo>
                    <a:cubicBezTo>
                      <a:pt x="22100" y="28988"/>
                      <a:pt x="22112" y="28455"/>
                      <a:pt x="22125" y="27996"/>
                    </a:cubicBezTo>
                    <a:cubicBezTo>
                      <a:pt x="22161" y="26821"/>
                      <a:pt x="22149" y="25737"/>
                      <a:pt x="21880" y="24770"/>
                    </a:cubicBezTo>
                    <a:lnTo>
                      <a:pt x="21880" y="24770"/>
                    </a:lnTo>
                    <a:cubicBezTo>
                      <a:pt x="22320" y="25560"/>
                      <a:pt x="22571" y="26509"/>
                      <a:pt x="22578" y="27525"/>
                    </a:cubicBezTo>
                    <a:cubicBezTo>
                      <a:pt x="22578" y="27592"/>
                      <a:pt x="22608" y="27647"/>
                      <a:pt x="22669" y="27672"/>
                    </a:cubicBezTo>
                    <a:cubicBezTo>
                      <a:pt x="22693" y="27684"/>
                      <a:pt x="22717" y="27689"/>
                      <a:pt x="22741" y="27689"/>
                    </a:cubicBezTo>
                    <a:cubicBezTo>
                      <a:pt x="22777" y="27689"/>
                      <a:pt x="22813" y="27676"/>
                      <a:pt x="22847" y="27653"/>
                    </a:cubicBezTo>
                    <a:cubicBezTo>
                      <a:pt x="23312" y="27255"/>
                      <a:pt x="23753" y="26857"/>
                      <a:pt x="24175" y="26478"/>
                    </a:cubicBezTo>
                    <a:cubicBezTo>
                      <a:pt x="24604" y="26092"/>
                      <a:pt x="25039" y="25700"/>
                      <a:pt x="25504" y="25303"/>
                    </a:cubicBezTo>
                    <a:cubicBezTo>
                      <a:pt x="25541" y="25278"/>
                      <a:pt x="25559" y="25241"/>
                      <a:pt x="25565" y="25192"/>
                    </a:cubicBezTo>
                    <a:cubicBezTo>
                      <a:pt x="25632" y="24170"/>
                      <a:pt x="25553" y="23135"/>
                      <a:pt x="25369" y="22119"/>
                    </a:cubicBezTo>
                    <a:lnTo>
                      <a:pt x="25381" y="22107"/>
                    </a:lnTo>
                    <a:cubicBezTo>
                      <a:pt x="24941" y="19726"/>
                      <a:pt x="23845" y="17454"/>
                      <a:pt x="22222" y="15685"/>
                    </a:cubicBezTo>
                    <a:cubicBezTo>
                      <a:pt x="21267" y="14644"/>
                      <a:pt x="20135" y="13757"/>
                      <a:pt x="19045" y="12906"/>
                    </a:cubicBezTo>
                    <a:cubicBezTo>
                      <a:pt x="18574" y="12532"/>
                      <a:pt x="18090" y="12159"/>
                      <a:pt x="17625" y="11767"/>
                    </a:cubicBezTo>
                    <a:cubicBezTo>
                      <a:pt x="16921" y="11192"/>
                      <a:pt x="16254" y="10573"/>
                      <a:pt x="15666" y="9894"/>
                    </a:cubicBezTo>
                    <a:cubicBezTo>
                      <a:pt x="14797" y="8884"/>
                      <a:pt x="14099" y="7708"/>
                      <a:pt x="13419" y="6570"/>
                    </a:cubicBezTo>
                    <a:cubicBezTo>
                      <a:pt x="12630" y="5247"/>
                      <a:pt x="11815" y="3882"/>
                      <a:pt x="10726" y="2756"/>
                    </a:cubicBezTo>
                    <a:cubicBezTo>
                      <a:pt x="9526" y="1513"/>
                      <a:pt x="7971" y="582"/>
                      <a:pt x="6220" y="1"/>
                    </a:cubicBezTo>
                    <a:close/>
                  </a:path>
                </a:pathLst>
              </a:custGeom>
              <a:solidFill>
                <a:srgbClr val="1E1A19">
                  <a:alpha val="30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26"/>
              <p:cNvSpPr/>
              <p:nvPr/>
            </p:nvSpPr>
            <p:spPr>
              <a:xfrm>
                <a:off x="4337625" y="1575025"/>
                <a:ext cx="287750" cy="248275"/>
              </a:xfrm>
              <a:custGeom>
                <a:avLst/>
                <a:gdLst/>
                <a:ahLst/>
                <a:cxnLst/>
                <a:rect l="l" t="t" r="r" b="b"/>
                <a:pathLst>
                  <a:path w="11510" h="9931" extrusionOk="0">
                    <a:moveTo>
                      <a:pt x="2541" y="0"/>
                    </a:moveTo>
                    <a:lnTo>
                      <a:pt x="2541" y="0"/>
                    </a:lnTo>
                    <a:cubicBezTo>
                      <a:pt x="2639" y="766"/>
                      <a:pt x="2449" y="1506"/>
                      <a:pt x="2014" y="2070"/>
                    </a:cubicBezTo>
                    <a:cubicBezTo>
                      <a:pt x="1475" y="2761"/>
                      <a:pt x="753" y="3263"/>
                      <a:pt x="116" y="3710"/>
                    </a:cubicBezTo>
                    <a:cubicBezTo>
                      <a:pt x="74" y="3735"/>
                      <a:pt x="43" y="3765"/>
                      <a:pt x="0" y="3790"/>
                    </a:cubicBezTo>
                    <a:cubicBezTo>
                      <a:pt x="349" y="4127"/>
                      <a:pt x="667" y="4488"/>
                      <a:pt x="949" y="4880"/>
                    </a:cubicBezTo>
                    <a:cubicBezTo>
                      <a:pt x="1047" y="5008"/>
                      <a:pt x="1139" y="5137"/>
                      <a:pt x="1224" y="5271"/>
                    </a:cubicBezTo>
                    <a:cubicBezTo>
                      <a:pt x="1329" y="5430"/>
                      <a:pt x="1427" y="5596"/>
                      <a:pt x="1518" y="5755"/>
                    </a:cubicBezTo>
                    <a:cubicBezTo>
                      <a:pt x="1788" y="6232"/>
                      <a:pt x="2014" y="6741"/>
                      <a:pt x="2167" y="7255"/>
                    </a:cubicBezTo>
                    <a:cubicBezTo>
                      <a:pt x="2437" y="8124"/>
                      <a:pt x="2547" y="9036"/>
                      <a:pt x="2663" y="9930"/>
                    </a:cubicBezTo>
                    <a:cubicBezTo>
                      <a:pt x="2688" y="9875"/>
                      <a:pt x="3171" y="9930"/>
                      <a:pt x="3453" y="9863"/>
                    </a:cubicBezTo>
                    <a:cubicBezTo>
                      <a:pt x="5504" y="9422"/>
                      <a:pt x="7597" y="8736"/>
                      <a:pt x="9134" y="7304"/>
                    </a:cubicBezTo>
                    <a:cubicBezTo>
                      <a:pt x="9195" y="7243"/>
                      <a:pt x="9256" y="7194"/>
                      <a:pt x="9305" y="7132"/>
                    </a:cubicBezTo>
                    <a:cubicBezTo>
                      <a:pt x="9918" y="6532"/>
                      <a:pt x="10413" y="5828"/>
                      <a:pt x="10922" y="5131"/>
                    </a:cubicBezTo>
                    <a:cubicBezTo>
                      <a:pt x="11130" y="4824"/>
                      <a:pt x="11350" y="4506"/>
                      <a:pt x="11509" y="4163"/>
                    </a:cubicBezTo>
                    <a:lnTo>
                      <a:pt x="11509" y="4157"/>
                    </a:lnTo>
                    <a:cubicBezTo>
                      <a:pt x="11497" y="4139"/>
                      <a:pt x="11497" y="4114"/>
                      <a:pt x="11491" y="4090"/>
                    </a:cubicBezTo>
                    <a:cubicBezTo>
                      <a:pt x="11430" y="3196"/>
                      <a:pt x="11277" y="2100"/>
                      <a:pt x="10689" y="1274"/>
                    </a:cubicBezTo>
                    <a:lnTo>
                      <a:pt x="10689" y="1274"/>
                    </a:lnTo>
                    <a:cubicBezTo>
                      <a:pt x="10713" y="2847"/>
                      <a:pt x="10144" y="4304"/>
                      <a:pt x="9116" y="5241"/>
                    </a:cubicBezTo>
                    <a:cubicBezTo>
                      <a:pt x="7805" y="6422"/>
                      <a:pt x="5914" y="6673"/>
                      <a:pt x="4396" y="6869"/>
                    </a:cubicBezTo>
                    <a:lnTo>
                      <a:pt x="4371" y="6869"/>
                    </a:lnTo>
                    <a:cubicBezTo>
                      <a:pt x="4322" y="6869"/>
                      <a:pt x="4267" y="6845"/>
                      <a:pt x="4243" y="6796"/>
                    </a:cubicBezTo>
                    <a:cubicBezTo>
                      <a:pt x="4200" y="6747"/>
                      <a:pt x="4200" y="6679"/>
                      <a:pt x="4230" y="6630"/>
                    </a:cubicBezTo>
                    <a:cubicBezTo>
                      <a:pt x="4708" y="5767"/>
                      <a:pt x="5020" y="4635"/>
                      <a:pt x="5081" y="3655"/>
                    </a:cubicBezTo>
                    <a:lnTo>
                      <a:pt x="5081" y="3655"/>
                    </a:lnTo>
                    <a:cubicBezTo>
                      <a:pt x="4885" y="4022"/>
                      <a:pt x="4628" y="4353"/>
                      <a:pt x="4328" y="4647"/>
                    </a:cubicBezTo>
                    <a:cubicBezTo>
                      <a:pt x="4206" y="4769"/>
                      <a:pt x="4083" y="4880"/>
                      <a:pt x="3955" y="4977"/>
                    </a:cubicBezTo>
                    <a:cubicBezTo>
                      <a:pt x="3716" y="5161"/>
                      <a:pt x="3459" y="5314"/>
                      <a:pt x="3202" y="5449"/>
                    </a:cubicBezTo>
                    <a:cubicBezTo>
                      <a:pt x="3141" y="5473"/>
                      <a:pt x="3079" y="5504"/>
                      <a:pt x="3024" y="5528"/>
                    </a:cubicBezTo>
                    <a:cubicBezTo>
                      <a:pt x="2969" y="5553"/>
                      <a:pt x="2920" y="5571"/>
                      <a:pt x="2859" y="5590"/>
                    </a:cubicBezTo>
                    <a:cubicBezTo>
                      <a:pt x="2786" y="5626"/>
                      <a:pt x="2712" y="5651"/>
                      <a:pt x="2639" y="5669"/>
                    </a:cubicBezTo>
                    <a:cubicBezTo>
                      <a:pt x="2553" y="5700"/>
                      <a:pt x="2467" y="5724"/>
                      <a:pt x="2382" y="5743"/>
                    </a:cubicBezTo>
                    <a:cubicBezTo>
                      <a:pt x="2302" y="5761"/>
                      <a:pt x="2222" y="5779"/>
                      <a:pt x="2137" y="5798"/>
                    </a:cubicBezTo>
                    <a:cubicBezTo>
                      <a:pt x="2051" y="5810"/>
                      <a:pt x="1971" y="5822"/>
                      <a:pt x="1892" y="5828"/>
                    </a:cubicBezTo>
                    <a:cubicBezTo>
                      <a:pt x="1855" y="5835"/>
                      <a:pt x="1818" y="5841"/>
                      <a:pt x="1782" y="5841"/>
                    </a:cubicBezTo>
                    <a:cubicBezTo>
                      <a:pt x="1778" y="5841"/>
                      <a:pt x="1774" y="5841"/>
                      <a:pt x="1770" y="5841"/>
                    </a:cubicBezTo>
                    <a:cubicBezTo>
                      <a:pt x="1700" y="5841"/>
                      <a:pt x="1628" y="5787"/>
                      <a:pt x="1616" y="5706"/>
                    </a:cubicBezTo>
                    <a:lnTo>
                      <a:pt x="1616" y="5681"/>
                    </a:lnTo>
                    <a:cubicBezTo>
                      <a:pt x="1604" y="5626"/>
                      <a:pt x="1647" y="5565"/>
                      <a:pt x="1696" y="5541"/>
                    </a:cubicBezTo>
                    <a:cubicBezTo>
                      <a:pt x="1708" y="5535"/>
                      <a:pt x="1720" y="5528"/>
                      <a:pt x="1733" y="5522"/>
                    </a:cubicBezTo>
                    <a:cubicBezTo>
                      <a:pt x="1806" y="5498"/>
                      <a:pt x="1898" y="5424"/>
                      <a:pt x="1990" y="5296"/>
                    </a:cubicBezTo>
                    <a:cubicBezTo>
                      <a:pt x="2106" y="5155"/>
                      <a:pt x="2235" y="4941"/>
                      <a:pt x="2345" y="4708"/>
                    </a:cubicBezTo>
                    <a:cubicBezTo>
                      <a:pt x="2730" y="3900"/>
                      <a:pt x="3153" y="2988"/>
                      <a:pt x="3196" y="2057"/>
                    </a:cubicBezTo>
                    <a:cubicBezTo>
                      <a:pt x="3220" y="1482"/>
                      <a:pt x="3159" y="521"/>
                      <a:pt x="25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26"/>
              <p:cNvSpPr/>
              <p:nvPr/>
            </p:nvSpPr>
            <p:spPr>
              <a:xfrm>
                <a:off x="5037800" y="3220275"/>
                <a:ext cx="701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60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968" y="245"/>
                      <a:pt x="1898" y="435"/>
                      <a:pt x="2804" y="600"/>
                    </a:cubicBezTo>
                    <a:cubicBezTo>
                      <a:pt x="1898" y="435"/>
                      <a:pt x="998" y="49"/>
                      <a:pt x="1" y="0"/>
                    </a:cubicBezTo>
                    <a:close/>
                  </a:path>
                </a:pathLst>
              </a:custGeom>
              <a:solidFill>
                <a:srgbClr val="C3CF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26"/>
              <p:cNvSpPr/>
              <p:nvPr/>
            </p:nvSpPr>
            <p:spPr>
              <a:xfrm>
                <a:off x="3804700" y="1956400"/>
                <a:ext cx="877450" cy="956575"/>
              </a:xfrm>
              <a:custGeom>
                <a:avLst/>
                <a:gdLst/>
                <a:ahLst/>
                <a:cxnLst/>
                <a:rect l="l" t="t" r="r" b="b"/>
                <a:pathLst>
                  <a:path w="35098" h="38263" extrusionOk="0">
                    <a:moveTo>
                      <a:pt x="381" y="31877"/>
                    </a:moveTo>
                    <a:lnTo>
                      <a:pt x="381" y="31877"/>
                    </a:lnTo>
                    <a:cubicBezTo>
                      <a:pt x="381" y="31877"/>
                      <a:pt x="380" y="31877"/>
                      <a:pt x="380" y="31878"/>
                    </a:cubicBezTo>
                    <a:cubicBezTo>
                      <a:pt x="379" y="31881"/>
                      <a:pt x="377" y="31884"/>
                      <a:pt x="375" y="31887"/>
                    </a:cubicBezTo>
                    <a:lnTo>
                      <a:pt x="375" y="31887"/>
                    </a:lnTo>
                    <a:cubicBezTo>
                      <a:pt x="377" y="31884"/>
                      <a:pt x="379" y="31881"/>
                      <a:pt x="381" y="31877"/>
                    </a:cubicBezTo>
                    <a:close/>
                    <a:moveTo>
                      <a:pt x="375" y="31887"/>
                    </a:moveTo>
                    <a:cubicBezTo>
                      <a:pt x="371" y="31895"/>
                      <a:pt x="367" y="31902"/>
                      <a:pt x="362" y="31908"/>
                    </a:cubicBezTo>
                    <a:cubicBezTo>
                      <a:pt x="366" y="31904"/>
                      <a:pt x="371" y="31896"/>
                      <a:pt x="375" y="31887"/>
                    </a:cubicBezTo>
                    <a:close/>
                    <a:moveTo>
                      <a:pt x="34751" y="0"/>
                    </a:moveTo>
                    <a:cubicBezTo>
                      <a:pt x="34608" y="0"/>
                      <a:pt x="34475" y="103"/>
                      <a:pt x="34449" y="252"/>
                    </a:cubicBezTo>
                    <a:cubicBezTo>
                      <a:pt x="34216" y="1513"/>
                      <a:pt x="33469" y="4482"/>
                      <a:pt x="32520" y="8241"/>
                    </a:cubicBezTo>
                    <a:cubicBezTo>
                      <a:pt x="30396" y="16689"/>
                      <a:pt x="27286" y="29049"/>
                      <a:pt x="26900" y="34381"/>
                    </a:cubicBezTo>
                    <a:cubicBezTo>
                      <a:pt x="24990" y="29294"/>
                      <a:pt x="22958" y="17185"/>
                      <a:pt x="21715" y="9784"/>
                    </a:cubicBezTo>
                    <a:cubicBezTo>
                      <a:pt x="21360" y="7696"/>
                      <a:pt x="21084" y="6049"/>
                      <a:pt x="20895" y="5027"/>
                    </a:cubicBezTo>
                    <a:cubicBezTo>
                      <a:pt x="20862" y="4881"/>
                      <a:pt x="20730" y="4783"/>
                      <a:pt x="20585" y="4783"/>
                    </a:cubicBezTo>
                    <a:cubicBezTo>
                      <a:pt x="20566" y="4783"/>
                      <a:pt x="20547" y="4785"/>
                      <a:pt x="20527" y="4788"/>
                    </a:cubicBezTo>
                    <a:cubicBezTo>
                      <a:pt x="20356" y="4819"/>
                      <a:pt x="20246" y="4978"/>
                      <a:pt x="20276" y="5150"/>
                    </a:cubicBezTo>
                    <a:cubicBezTo>
                      <a:pt x="20472" y="6166"/>
                      <a:pt x="20748" y="7813"/>
                      <a:pt x="21097" y="9894"/>
                    </a:cubicBezTo>
                    <a:cubicBezTo>
                      <a:pt x="21140" y="10133"/>
                      <a:pt x="21182" y="10371"/>
                      <a:pt x="21225" y="10622"/>
                    </a:cubicBezTo>
                    <a:cubicBezTo>
                      <a:pt x="21262" y="10873"/>
                      <a:pt x="21305" y="11124"/>
                      <a:pt x="21348" y="11375"/>
                    </a:cubicBezTo>
                    <a:cubicBezTo>
                      <a:pt x="21525" y="12398"/>
                      <a:pt x="21709" y="13494"/>
                      <a:pt x="21905" y="14626"/>
                    </a:cubicBezTo>
                    <a:cubicBezTo>
                      <a:pt x="21997" y="15177"/>
                      <a:pt x="22095" y="15728"/>
                      <a:pt x="22199" y="16297"/>
                    </a:cubicBezTo>
                    <a:cubicBezTo>
                      <a:pt x="22370" y="17320"/>
                      <a:pt x="22560" y="18367"/>
                      <a:pt x="22750" y="19413"/>
                    </a:cubicBezTo>
                    <a:cubicBezTo>
                      <a:pt x="23031" y="20950"/>
                      <a:pt x="23325" y="22493"/>
                      <a:pt x="23631" y="24005"/>
                    </a:cubicBezTo>
                    <a:cubicBezTo>
                      <a:pt x="23772" y="24709"/>
                      <a:pt x="23919" y="25407"/>
                      <a:pt x="24060" y="26086"/>
                    </a:cubicBezTo>
                    <a:cubicBezTo>
                      <a:pt x="24121" y="26374"/>
                      <a:pt x="24188" y="26662"/>
                      <a:pt x="24249" y="26931"/>
                    </a:cubicBezTo>
                    <a:cubicBezTo>
                      <a:pt x="24305" y="27207"/>
                      <a:pt x="24366" y="27482"/>
                      <a:pt x="24427" y="27758"/>
                    </a:cubicBezTo>
                    <a:cubicBezTo>
                      <a:pt x="24556" y="28302"/>
                      <a:pt x="24678" y="28829"/>
                      <a:pt x="24794" y="29349"/>
                    </a:cubicBezTo>
                    <a:cubicBezTo>
                      <a:pt x="24856" y="29600"/>
                      <a:pt x="24923" y="29857"/>
                      <a:pt x="24984" y="30108"/>
                    </a:cubicBezTo>
                    <a:cubicBezTo>
                      <a:pt x="25045" y="30341"/>
                      <a:pt x="25100" y="30568"/>
                      <a:pt x="25156" y="30794"/>
                    </a:cubicBezTo>
                    <a:cubicBezTo>
                      <a:pt x="25358" y="31565"/>
                      <a:pt x="25553" y="32282"/>
                      <a:pt x="25762" y="32943"/>
                    </a:cubicBezTo>
                    <a:cubicBezTo>
                      <a:pt x="25872" y="33322"/>
                      <a:pt x="25994" y="33690"/>
                      <a:pt x="26104" y="34020"/>
                    </a:cubicBezTo>
                    <a:cubicBezTo>
                      <a:pt x="26227" y="34388"/>
                      <a:pt x="26355" y="34724"/>
                      <a:pt x="26478" y="35024"/>
                    </a:cubicBezTo>
                    <a:cubicBezTo>
                      <a:pt x="24880" y="34179"/>
                      <a:pt x="23178" y="33518"/>
                      <a:pt x="21433" y="33077"/>
                    </a:cubicBezTo>
                    <a:cubicBezTo>
                      <a:pt x="20729" y="32900"/>
                      <a:pt x="20019" y="32759"/>
                      <a:pt x="19309" y="32637"/>
                    </a:cubicBezTo>
                    <a:cubicBezTo>
                      <a:pt x="19132" y="32600"/>
                      <a:pt x="18942" y="32575"/>
                      <a:pt x="18758" y="32545"/>
                    </a:cubicBezTo>
                    <a:cubicBezTo>
                      <a:pt x="17515" y="32355"/>
                      <a:pt x="16260" y="32220"/>
                      <a:pt x="15030" y="32098"/>
                    </a:cubicBezTo>
                    <a:cubicBezTo>
                      <a:pt x="14357" y="32025"/>
                      <a:pt x="13536" y="31927"/>
                      <a:pt x="12618" y="31822"/>
                    </a:cubicBezTo>
                    <a:cubicBezTo>
                      <a:pt x="7997" y="31288"/>
                      <a:pt x="4695" y="30967"/>
                      <a:pt x="2596" y="30967"/>
                    </a:cubicBezTo>
                    <a:cubicBezTo>
                      <a:pt x="1236" y="30967"/>
                      <a:pt x="381" y="31102"/>
                      <a:pt x="1" y="31400"/>
                    </a:cubicBezTo>
                    <a:cubicBezTo>
                      <a:pt x="50" y="31418"/>
                      <a:pt x="111" y="31437"/>
                      <a:pt x="166" y="31449"/>
                    </a:cubicBezTo>
                    <a:cubicBezTo>
                      <a:pt x="331" y="31486"/>
                      <a:pt x="435" y="31651"/>
                      <a:pt x="399" y="31822"/>
                    </a:cubicBezTo>
                    <a:cubicBezTo>
                      <a:pt x="395" y="31841"/>
                      <a:pt x="389" y="31860"/>
                      <a:pt x="381" y="31877"/>
                    </a:cubicBezTo>
                    <a:lnTo>
                      <a:pt x="381" y="31877"/>
                    </a:lnTo>
                    <a:cubicBezTo>
                      <a:pt x="539" y="31664"/>
                      <a:pt x="1275" y="31581"/>
                      <a:pt x="2331" y="31581"/>
                    </a:cubicBezTo>
                    <a:cubicBezTo>
                      <a:pt x="5093" y="31581"/>
                      <a:pt x="10040" y="32149"/>
                      <a:pt x="12551" y="32441"/>
                    </a:cubicBezTo>
                    <a:cubicBezTo>
                      <a:pt x="13469" y="32551"/>
                      <a:pt x="14289" y="32643"/>
                      <a:pt x="14969" y="32710"/>
                    </a:cubicBezTo>
                    <a:cubicBezTo>
                      <a:pt x="17056" y="32931"/>
                      <a:pt x="19217" y="33151"/>
                      <a:pt x="21280" y="33677"/>
                    </a:cubicBezTo>
                    <a:cubicBezTo>
                      <a:pt x="23288" y="34192"/>
                      <a:pt x="25229" y="34987"/>
                      <a:pt x="27017" y="36034"/>
                    </a:cubicBezTo>
                    <a:cubicBezTo>
                      <a:pt x="28088" y="36665"/>
                      <a:pt x="29110" y="37387"/>
                      <a:pt x="30059" y="38183"/>
                    </a:cubicBezTo>
                    <a:cubicBezTo>
                      <a:pt x="30114" y="38238"/>
                      <a:pt x="30182" y="38263"/>
                      <a:pt x="30261" y="38263"/>
                    </a:cubicBezTo>
                    <a:cubicBezTo>
                      <a:pt x="30347" y="38263"/>
                      <a:pt x="30433" y="38226"/>
                      <a:pt x="30494" y="38146"/>
                    </a:cubicBezTo>
                    <a:cubicBezTo>
                      <a:pt x="30610" y="38018"/>
                      <a:pt x="30592" y="37816"/>
                      <a:pt x="30457" y="37712"/>
                    </a:cubicBezTo>
                    <a:cubicBezTo>
                      <a:pt x="29539" y="36934"/>
                      <a:pt x="28541" y="36224"/>
                      <a:pt x="27494" y="35600"/>
                    </a:cubicBezTo>
                    <a:cubicBezTo>
                      <a:pt x="27341" y="31357"/>
                      <a:pt x="30818" y="17552"/>
                      <a:pt x="33126" y="8388"/>
                    </a:cubicBezTo>
                    <a:cubicBezTo>
                      <a:pt x="34075" y="4623"/>
                      <a:pt x="34822" y="1642"/>
                      <a:pt x="35067" y="368"/>
                    </a:cubicBezTo>
                    <a:cubicBezTo>
                      <a:pt x="35097" y="197"/>
                      <a:pt x="34987" y="38"/>
                      <a:pt x="34816" y="7"/>
                    </a:cubicBezTo>
                    <a:cubicBezTo>
                      <a:pt x="34794" y="2"/>
                      <a:pt x="34773" y="0"/>
                      <a:pt x="347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26"/>
              <p:cNvSpPr/>
              <p:nvPr/>
            </p:nvSpPr>
            <p:spPr>
              <a:xfrm>
                <a:off x="3798275" y="2741400"/>
                <a:ext cx="17325" cy="16550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62" extrusionOk="0">
                    <a:moveTo>
                      <a:pt x="258" y="0"/>
                    </a:moveTo>
                    <a:cubicBezTo>
                      <a:pt x="166" y="67"/>
                      <a:pt x="99" y="147"/>
                      <a:pt x="62" y="233"/>
                    </a:cubicBezTo>
                    <a:cubicBezTo>
                      <a:pt x="1" y="392"/>
                      <a:pt x="68" y="569"/>
                      <a:pt x="233" y="643"/>
                    </a:cubicBezTo>
                    <a:lnTo>
                      <a:pt x="233" y="637"/>
                    </a:lnTo>
                    <a:cubicBezTo>
                      <a:pt x="252" y="643"/>
                      <a:pt x="270" y="655"/>
                      <a:pt x="288" y="655"/>
                    </a:cubicBezTo>
                    <a:cubicBezTo>
                      <a:pt x="309" y="659"/>
                      <a:pt x="330" y="661"/>
                      <a:pt x="351" y="661"/>
                    </a:cubicBezTo>
                    <a:cubicBezTo>
                      <a:pt x="393" y="661"/>
                      <a:pt x="435" y="653"/>
                      <a:pt x="472" y="637"/>
                    </a:cubicBezTo>
                    <a:cubicBezTo>
                      <a:pt x="503" y="625"/>
                      <a:pt x="527" y="612"/>
                      <a:pt x="546" y="594"/>
                    </a:cubicBezTo>
                    <a:cubicBezTo>
                      <a:pt x="570" y="576"/>
                      <a:pt x="595" y="551"/>
                      <a:pt x="607" y="527"/>
                    </a:cubicBezTo>
                    <a:cubicBezTo>
                      <a:pt x="613" y="520"/>
                      <a:pt x="619" y="514"/>
                      <a:pt x="619" y="508"/>
                    </a:cubicBezTo>
                    <a:cubicBezTo>
                      <a:pt x="637" y="484"/>
                      <a:pt x="650" y="453"/>
                      <a:pt x="656" y="422"/>
                    </a:cubicBezTo>
                    <a:cubicBezTo>
                      <a:pt x="692" y="251"/>
                      <a:pt x="588" y="86"/>
                      <a:pt x="417" y="49"/>
                    </a:cubicBezTo>
                    <a:cubicBezTo>
                      <a:pt x="362" y="37"/>
                      <a:pt x="307" y="18"/>
                      <a:pt x="258" y="0"/>
                    </a:cubicBezTo>
                    <a:close/>
                  </a:path>
                </a:pathLst>
              </a:custGeom>
              <a:solidFill>
                <a:srgbClr val="A3A7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26"/>
              <p:cNvSpPr/>
              <p:nvPr/>
            </p:nvSpPr>
            <p:spPr>
              <a:xfrm>
                <a:off x="3655650" y="1611900"/>
                <a:ext cx="1921675" cy="1655375"/>
              </a:xfrm>
              <a:custGeom>
                <a:avLst/>
                <a:gdLst/>
                <a:ahLst/>
                <a:cxnLst/>
                <a:rect l="l" t="t" r="r" b="b"/>
                <a:pathLst>
                  <a:path w="76867" h="66215" extrusionOk="0">
                    <a:moveTo>
                      <a:pt x="6291" y="45671"/>
                    </a:moveTo>
                    <a:cubicBezTo>
                      <a:pt x="6288" y="45678"/>
                      <a:pt x="6284" y="45685"/>
                      <a:pt x="6281" y="45688"/>
                    </a:cubicBezTo>
                    <a:cubicBezTo>
                      <a:pt x="6285" y="45682"/>
                      <a:pt x="6288" y="45677"/>
                      <a:pt x="6291" y="45671"/>
                    </a:cubicBezTo>
                    <a:close/>
                    <a:moveTo>
                      <a:pt x="6334" y="45671"/>
                    </a:moveTo>
                    <a:cubicBezTo>
                      <a:pt x="6330" y="45678"/>
                      <a:pt x="6327" y="45685"/>
                      <a:pt x="6324" y="45688"/>
                    </a:cubicBezTo>
                    <a:cubicBezTo>
                      <a:pt x="6327" y="45682"/>
                      <a:pt x="6331" y="45677"/>
                      <a:pt x="6334" y="45671"/>
                    </a:cubicBezTo>
                    <a:close/>
                    <a:moveTo>
                      <a:pt x="43716" y="1"/>
                    </a:moveTo>
                    <a:cubicBezTo>
                      <a:pt x="43496" y="931"/>
                      <a:pt x="42749" y="1801"/>
                      <a:pt x="41708" y="2296"/>
                    </a:cubicBezTo>
                    <a:cubicBezTo>
                      <a:pt x="40704" y="2780"/>
                      <a:pt x="39590" y="2909"/>
                      <a:pt x="38519" y="3037"/>
                    </a:cubicBezTo>
                    <a:cubicBezTo>
                      <a:pt x="38513" y="3038"/>
                      <a:pt x="38506" y="3039"/>
                      <a:pt x="38500" y="3039"/>
                    </a:cubicBezTo>
                    <a:cubicBezTo>
                      <a:pt x="38468" y="3039"/>
                      <a:pt x="38433" y="3026"/>
                      <a:pt x="38403" y="3000"/>
                    </a:cubicBezTo>
                    <a:lnTo>
                      <a:pt x="38366" y="2964"/>
                    </a:lnTo>
                    <a:cubicBezTo>
                      <a:pt x="38213" y="3288"/>
                      <a:pt x="38005" y="3594"/>
                      <a:pt x="37803" y="3882"/>
                    </a:cubicBezTo>
                    <a:cubicBezTo>
                      <a:pt x="37325" y="4549"/>
                      <a:pt x="36848" y="5217"/>
                      <a:pt x="36272" y="5792"/>
                    </a:cubicBezTo>
                    <a:cubicBezTo>
                      <a:pt x="36223" y="5847"/>
                      <a:pt x="36162" y="5896"/>
                      <a:pt x="36107" y="5951"/>
                    </a:cubicBezTo>
                    <a:cubicBezTo>
                      <a:pt x="34644" y="7316"/>
                      <a:pt x="32654" y="7965"/>
                      <a:pt x="30701" y="8388"/>
                    </a:cubicBezTo>
                    <a:cubicBezTo>
                      <a:pt x="30432" y="8449"/>
                      <a:pt x="29973" y="8394"/>
                      <a:pt x="29948" y="8449"/>
                    </a:cubicBezTo>
                    <a:cubicBezTo>
                      <a:pt x="29844" y="7598"/>
                      <a:pt x="29734" y="6729"/>
                      <a:pt x="29483" y="5908"/>
                    </a:cubicBezTo>
                    <a:cubicBezTo>
                      <a:pt x="29330" y="5412"/>
                      <a:pt x="29116" y="4935"/>
                      <a:pt x="28865" y="4482"/>
                    </a:cubicBezTo>
                    <a:cubicBezTo>
                      <a:pt x="28901" y="4464"/>
                      <a:pt x="28932" y="4445"/>
                      <a:pt x="28950" y="4408"/>
                    </a:cubicBezTo>
                    <a:cubicBezTo>
                      <a:pt x="28993" y="4372"/>
                      <a:pt x="29018" y="4323"/>
                      <a:pt x="29030" y="4274"/>
                    </a:cubicBezTo>
                    <a:cubicBezTo>
                      <a:pt x="29036" y="4213"/>
                      <a:pt x="29036" y="4151"/>
                      <a:pt x="29012" y="4090"/>
                    </a:cubicBezTo>
                    <a:cubicBezTo>
                      <a:pt x="28986" y="4027"/>
                      <a:pt x="28889" y="4004"/>
                      <a:pt x="28764" y="4004"/>
                    </a:cubicBezTo>
                    <a:cubicBezTo>
                      <a:pt x="28708" y="4004"/>
                      <a:pt x="28646" y="4009"/>
                      <a:pt x="28583" y="4017"/>
                    </a:cubicBezTo>
                    <a:cubicBezTo>
                      <a:pt x="28418" y="4035"/>
                      <a:pt x="28259" y="4078"/>
                      <a:pt x="28191" y="4109"/>
                    </a:cubicBezTo>
                    <a:cubicBezTo>
                      <a:pt x="25504" y="5168"/>
                      <a:pt x="23422" y="7849"/>
                      <a:pt x="22602" y="11283"/>
                    </a:cubicBezTo>
                    <a:cubicBezTo>
                      <a:pt x="21880" y="14332"/>
                      <a:pt x="22161" y="17460"/>
                      <a:pt x="22431" y="20491"/>
                    </a:cubicBezTo>
                    <a:lnTo>
                      <a:pt x="24469" y="43558"/>
                    </a:lnTo>
                    <a:lnTo>
                      <a:pt x="24708" y="46264"/>
                    </a:lnTo>
                    <a:cubicBezTo>
                      <a:pt x="24708" y="46282"/>
                      <a:pt x="24714" y="46300"/>
                      <a:pt x="24726" y="46319"/>
                    </a:cubicBezTo>
                    <a:cubicBezTo>
                      <a:pt x="24904" y="46355"/>
                      <a:pt x="25094" y="46380"/>
                      <a:pt x="25271" y="46417"/>
                    </a:cubicBezTo>
                    <a:cubicBezTo>
                      <a:pt x="25981" y="46533"/>
                      <a:pt x="26691" y="46674"/>
                      <a:pt x="27395" y="46851"/>
                    </a:cubicBezTo>
                    <a:cubicBezTo>
                      <a:pt x="29146" y="47292"/>
                      <a:pt x="30848" y="47953"/>
                      <a:pt x="32440" y="48804"/>
                    </a:cubicBezTo>
                    <a:cubicBezTo>
                      <a:pt x="32317" y="48498"/>
                      <a:pt x="32195" y="48161"/>
                      <a:pt x="32066" y="47800"/>
                    </a:cubicBezTo>
                    <a:cubicBezTo>
                      <a:pt x="31956" y="47464"/>
                      <a:pt x="31840" y="47102"/>
                      <a:pt x="31724" y="46723"/>
                    </a:cubicBezTo>
                    <a:cubicBezTo>
                      <a:pt x="31522" y="46062"/>
                      <a:pt x="31320" y="45339"/>
                      <a:pt x="31118" y="44568"/>
                    </a:cubicBezTo>
                    <a:cubicBezTo>
                      <a:pt x="31056" y="44348"/>
                      <a:pt x="31001" y="44115"/>
                      <a:pt x="30946" y="43882"/>
                    </a:cubicBezTo>
                    <a:cubicBezTo>
                      <a:pt x="30885" y="43631"/>
                      <a:pt x="30824" y="43380"/>
                      <a:pt x="30756" y="43123"/>
                    </a:cubicBezTo>
                    <a:cubicBezTo>
                      <a:pt x="30634" y="42609"/>
                      <a:pt x="30518" y="42082"/>
                      <a:pt x="30389" y="41531"/>
                    </a:cubicBezTo>
                    <a:cubicBezTo>
                      <a:pt x="30328" y="41256"/>
                      <a:pt x="30267" y="40987"/>
                      <a:pt x="30211" y="40711"/>
                    </a:cubicBezTo>
                    <a:cubicBezTo>
                      <a:pt x="30150" y="40436"/>
                      <a:pt x="30083" y="40148"/>
                      <a:pt x="30022" y="39860"/>
                    </a:cubicBezTo>
                    <a:cubicBezTo>
                      <a:pt x="29881" y="39181"/>
                      <a:pt x="29734" y="38483"/>
                      <a:pt x="29593" y="37779"/>
                    </a:cubicBezTo>
                    <a:cubicBezTo>
                      <a:pt x="29287" y="36273"/>
                      <a:pt x="28993" y="34724"/>
                      <a:pt x="28712" y="33193"/>
                    </a:cubicBezTo>
                    <a:cubicBezTo>
                      <a:pt x="28522" y="32141"/>
                      <a:pt x="28332" y="31094"/>
                      <a:pt x="28161" y="30071"/>
                    </a:cubicBezTo>
                    <a:cubicBezTo>
                      <a:pt x="28050" y="29508"/>
                      <a:pt x="27959" y="28951"/>
                      <a:pt x="27867" y="28400"/>
                    </a:cubicBezTo>
                    <a:cubicBezTo>
                      <a:pt x="27671" y="27268"/>
                      <a:pt x="27487" y="26178"/>
                      <a:pt x="27310" y="25155"/>
                    </a:cubicBezTo>
                    <a:cubicBezTo>
                      <a:pt x="27267" y="24898"/>
                      <a:pt x="27224" y="24647"/>
                      <a:pt x="27187" y="24396"/>
                    </a:cubicBezTo>
                    <a:cubicBezTo>
                      <a:pt x="27144" y="24151"/>
                      <a:pt x="27102" y="23907"/>
                      <a:pt x="27059" y="23668"/>
                    </a:cubicBezTo>
                    <a:cubicBezTo>
                      <a:pt x="26710" y="21586"/>
                      <a:pt x="26434" y="19940"/>
                      <a:pt x="26238" y="18923"/>
                    </a:cubicBezTo>
                    <a:cubicBezTo>
                      <a:pt x="26208" y="18758"/>
                      <a:pt x="26318" y="18593"/>
                      <a:pt x="26489" y="18562"/>
                    </a:cubicBezTo>
                    <a:cubicBezTo>
                      <a:pt x="26509" y="18559"/>
                      <a:pt x="26528" y="18557"/>
                      <a:pt x="26547" y="18557"/>
                    </a:cubicBezTo>
                    <a:cubicBezTo>
                      <a:pt x="26692" y="18557"/>
                      <a:pt x="26824" y="18656"/>
                      <a:pt x="26857" y="18807"/>
                    </a:cubicBezTo>
                    <a:cubicBezTo>
                      <a:pt x="27053" y="19829"/>
                      <a:pt x="27322" y="21476"/>
                      <a:pt x="27677" y="23564"/>
                    </a:cubicBezTo>
                    <a:cubicBezTo>
                      <a:pt x="28920" y="30965"/>
                      <a:pt x="30952" y="43074"/>
                      <a:pt x="32862" y="48161"/>
                    </a:cubicBezTo>
                    <a:cubicBezTo>
                      <a:pt x="33248" y="42829"/>
                      <a:pt x="36358" y="30469"/>
                      <a:pt x="38482" y="22021"/>
                    </a:cubicBezTo>
                    <a:cubicBezTo>
                      <a:pt x="39431" y="18256"/>
                      <a:pt x="40178" y="15293"/>
                      <a:pt x="40411" y="14032"/>
                    </a:cubicBezTo>
                    <a:cubicBezTo>
                      <a:pt x="40438" y="13875"/>
                      <a:pt x="40574" y="13776"/>
                      <a:pt x="40720" y="13776"/>
                    </a:cubicBezTo>
                    <a:cubicBezTo>
                      <a:pt x="40739" y="13776"/>
                      <a:pt x="40759" y="13777"/>
                      <a:pt x="40778" y="13781"/>
                    </a:cubicBezTo>
                    <a:cubicBezTo>
                      <a:pt x="40949" y="13812"/>
                      <a:pt x="41059" y="13977"/>
                      <a:pt x="41029" y="14142"/>
                    </a:cubicBezTo>
                    <a:cubicBezTo>
                      <a:pt x="40784" y="15422"/>
                      <a:pt x="40037" y="18403"/>
                      <a:pt x="39088" y="22168"/>
                    </a:cubicBezTo>
                    <a:cubicBezTo>
                      <a:pt x="36780" y="31332"/>
                      <a:pt x="33303" y="45137"/>
                      <a:pt x="33456" y="49374"/>
                    </a:cubicBezTo>
                    <a:cubicBezTo>
                      <a:pt x="34503" y="49998"/>
                      <a:pt x="35501" y="50708"/>
                      <a:pt x="36419" y="51492"/>
                    </a:cubicBezTo>
                    <a:cubicBezTo>
                      <a:pt x="36554" y="51596"/>
                      <a:pt x="36572" y="51798"/>
                      <a:pt x="36456" y="51926"/>
                    </a:cubicBezTo>
                    <a:cubicBezTo>
                      <a:pt x="36395" y="52000"/>
                      <a:pt x="36309" y="52037"/>
                      <a:pt x="36223" y="52037"/>
                    </a:cubicBezTo>
                    <a:cubicBezTo>
                      <a:pt x="36144" y="52037"/>
                      <a:pt x="36076" y="52012"/>
                      <a:pt x="36021" y="51963"/>
                    </a:cubicBezTo>
                    <a:cubicBezTo>
                      <a:pt x="35072" y="51167"/>
                      <a:pt x="34050" y="50445"/>
                      <a:pt x="32979" y="49814"/>
                    </a:cubicBezTo>
                    <a:cubicBezTo>
                      <a:pt x="31191" y="48767"/>
                      <a:pt x="29250" y="47966"/>
                      <a:pt x="27242" y="47457"/>
                    </a:cubicBezTo>
                    <a:cubicBezTo>
                      <a:pt x="25179" y="46931"/>
                      <a:pt x="23024" y="46704"/>
                      <a:pt x="20931" y="46490"/>
                    </a:cubicBezTo>
                    <a:cubicBezTo>
                      <a:pt x="20251" y="46423"/>
                      <a:pt x="19431" y="46325"/>
                      <a:pt x="18513" y="46221"/>
                    </a:cubicBezTo>
                    <a:cubicBezTo>
                      <a:pt x="16007" y="45930"/>
                      <a:pt x="11058" y="45361"/>
                      <a:pt x="8299" y="45361"/>
                    </a:cubicBezTo>
                    <a:cubicBezTo>
                      <a:pt x="7864" y="45361"/>
                      <a:pt x="7483" y="45375"/>
                      <a:pt x="7175" y="45407"/>
                    </a:cubicBezTo>
                    <a:cubicBezTo>
                      <a:pt x="7163" y="45407"/>
                      <a:pt x="7144" y="45407"/>
                      <a:pt x="7132" y="45413"/>
                    </a:cubicBezTo>
                    <a:cubicBezTo>
                      <a:pt x="6712" y="45455"/>
                      <a:pt x="6437" y="45534"/>
                      <a:pt x="6344" y="45649"/>
                    </a:cubicBezTo>
                    <a:lnTo>
                      <a:pt x="6344" y="45649"/>
                    </a:lnTo>
                    <a:cubicBezTo>
                      <a:pt x="6352" y="45632"/>
                      <a:pt x="6357" y="45614"/>
                      <a:pt x="6361" y="45596"/>
                    </a:cubicBezTo>
                    <a:lnTo>
                      <a:pt x="6361" y="45596"/>
                    </a:lnTo>
                    <a:cubicBezTo>
                      <a:pt x="6337" y="45614"/>
                      <a:pt x="6314" y="45631"/>
                      <a:pt x="6301" y="45649"/>
                    </a:cubicBezTo>
                    <a:lnTo>
                      <a:pt x="6301" y="45649"/>
                    </a:lnTo>
                    <a:cubicBezTo>
                      <a:pt x="6309" y="45631"/>
                      <a:pt x="6314" y="45614"/>
                      <a:pt x="6318" y="45596"/>
                    </a:cubicBezTo>
                    <a:cubicBezTo>
                      <a:pt x="6324" y="45578"/>
                      <a:pt x="6324" y="45560"/>
                      <a:pt x="6324" y="45541"/>
                    </a:cubicBezTo>
                    <a:cubicBezTo>
                      <a:pt x="6318" y="45437"/>
                      <a:pt x="6251" y="45345"/>
                      <a:pt x="6146" y="45254"/>
                    </a:cubicBezTo>
                    <a:cubicBezTo>
                      <a:pt x="6146" y="45254"/>
                      <a:pt x="6143" y="45246"/>
                      <a:pt x="6138" y="45246"/>
                    </a:cubicBezTo>
                    <a:cubicBezTo>
                      <a:pt x="6137" y="45246"/>
                      <a:pt x="6135" y="45246"/>
                      <a:pt x="6134" y="45247"/>
                    </a:cubicBezTo>
                    <a:cubicBezTo>
                      <a:pt x="5957" y="45100"/>
                      <a:pt x="5718" y="44984"/>
                      <a:pt x="5595" y="44880"/>
                    </a:cubicBezTo>
                    <a:cubicBezTo>
                      <a:pt x="5167" y="44543"/>
                      <a:pt x="4683" y="44268"/>
                      <a:pt x="4187" y="44035"/>
                    </a:cubicBezTo>
                    <a:cubicBezTo>
                      <a:pt x="3809" y="43851"/>
                      <a:pt x="3397" y="43696"/>
                      <a:pt x="2977" y="43696"/>
                    </a:cubicBezTo>
                    <a:cubicBezTo>
                      <a:pt x="2922" y="43696"/>
                      <a:pt x="2866" y="43699"/>
                      <a:pt x="2810" y="43705"/>
                    </a:cubicBezTo>
                    <a:cubicBezTo>
                      <a:pt x="2253" y="43772"/>
                      <a:pt x="1782" y="44133"/>
                      <a:pt x="1427" y="44562"/>
                    </a:cubicBezTo>
                    <a:cubicBezTo>
                      <a:pt x="576" y="45596"/>
                      <a:pt x="337" y="46986"/>
                      <a:pt x="190" y="48314"/>
                    </a:cubicBezTo>
                    <a:cubicBezTo>
                      <a:pt x="165" y="48584"/>
                      <a:pt x="141" y="48853"/>
                      <a:pt x="123" y="49123"/>
                    </a:cubicBezTo>
                    <a:cubicBezTo>
                      <a:pt x="86" y="49465"/>
                      <a:pt x="61" y="49808"/>
                      <a:pt x="43" y="50151"/>
                    </a:cubicBezTo>
                    <a:cubicBezTo>
                      <a:pt x="18" y="50647"/>
                      <a:pt x="0" y="51161"/>
                      <a:pt x="147" y="51633"/>
                    </a:cubicBezTo>
                    <a:cubicBezTo>
                      <a:pt x="367" y="52330"/>
                      <a:pt x="894" y="52881"/>
                      <a:pt x="1414" y="53396"/>
                    </a:cubicBezTo>
                    <a:cubicBezTo>
                      <a:pt x="1720" y="53702"/>
                      <a:pt x="2026" y="54014"/>
                      <a:pt x="2430" y="54198"/>
                    </a:cubicBezTo>
                    <a:lnTo>
                      <a:pt x="3183" y="54638"/>
                    </a:lnTo>
                    <a:lnTo>
                      <a:pt x="3232" y="54638"/>
                    </a:lnTo>
                    <a:cubicBezTo>
                      <a:pt x="3312" y="54638"/>
                      <a:pt x="3386" y="54614"/>
                      <a:pt x="3434" y="54565"/>
                    </a:cubicBezTo>
                    <a:cubicBezTo>
                      <a:pt x="3447" y="54559"/>
                      <a:pt x="3453" y="54547"/>
                      <a:pt x="3459" y="54540"/>
                    </a:cubicBezTo>
                    <a:cubicBezTo>
                      <a:pt x="3606" y="54785"/>
                      <a:pt x="3796" y="55006"/>
                      <a:pt x="4004" y="55208"/>
                    </a:cubicBezTo>
                    <a:cubicBezTo>
                      <a:pt x="6232" y="57301"/>
                      <a:pt x="9336" y="58477"/>
                      <a:pt x="11828" y="59432"/>
                    </a:cubicBezTo>
                    <a:cubicBezTo>
                      <a:pt x="13260" y="59977"/>
                      <a:pt x="14742" y="60577"/>
                      <a:pt x="16174" y="61158"/>
                    </a:cubicBezTo>
                    <a:cubicBezTo>
                      <a:pt x="16768" y="61397"/>
                      <a:pt x="17362" y="61642"/>
                      <a:pt x="17956" y="61881"/>
                    </a:cubicBezTo>
                    <a:cubicBezTo>
                      <a:pt x="20576" y="62933"/>
                      <a:pt x="23226" y="63950"/>
                      <a:pt x="25871" y="64733"/>
                    </a:cubicBezTo>
                    <a:cubicBezTo>
                      <a:pt x="26385" y="64886"/>
                      <a:pt x="26912" y="65039"/>
                      <a:pt x="27438" y="65168"/>
                    </a:cubicBezTo>
                    <a:cubicBezTo>
                      <a:pt x="27451" y="65174"/>
                      <a:pt x="27469" y="65180"/>
                      <a:pt x="27487" y="65186"/>
                    </a:cubicBezTo>
                    <a:cubicBezTo>
                      <a:pt x="27720" y="65248"/>
                      <a:pt x="27959" y="65309"/>
                      <a:pt x="28197" y="65364"/>
                    </a:cubicBezTo>
                    <a:cubicBezTo>
                      <a:pt x="29024" y="65560"/>
                      <a:pt x="29850" y="65731"/>
                      <a:pt x="30671" y="65866"/>
                    </a:cubicBezTo>
                    <a:cubicBezTo>
                      <a:pt x="30946" y="65909"/>
                      <a:pt x="31222" y="65945"/>
                      <a:pt x="31497" y="65982"/>
                    </a:cubicBezTo>
                    <a:cubicBezTo>
                      <a:pt x="31742" y="66025"/>
                      <a:pt x="31993" y="66056"/>
                      <a:pt x="32244" y="66080"/>
                    </a:cubicBezTo>
                    <a:cubicBezTo>
                      <a:pt x="32483" y="66105"/>
                      <a:pt x="32715" y="66129"/>
                      <a:pt x="32960" y="66141"/>
                    </a:cubicBezTo>
                    <a:cubicBezTo>
                      <a:pt x="33217" y="66166"/>
                      <a:pt x="33474" y="66184"/>
                      <a:pt x="33738" y="66190"/>
                    </a:cubicBezTo>
                    <a:cubicBezTo>
                      <a:pt x="33774" y="66196"/>
                      <a:pt x="33811" y="66196"/>
                      <a:pt x="33854" y="66196"/>
                    </a:cubicBezTo>
                    <a:cubicBezTo>
                      <a:pt x="34099" y="66209"/>
                      <a:pt x="34356" y="66215"/>
                      <a:pt x="34607" y="66215"/>
                    </a:cubicBezTo>
                    <a:lnTo>
                      <a:pt x="34729" y="66215"/>
                    </a:lnTo>
                    <a:cubicBezTo>
                      <a:pt x="35250" y="66215"/>
                      <a:pt x="35758" y="66196"/>
                      <a:pt x="36272" y="66160"/>
                    </a:cubicBezTo>
                    <a:cubicBezTo>
                      <a:pt x="36437" y="66147"/>
                      <a:pt x="36609" y="66129"/>
                      <a:pt x="36780" y="66117"/>
                    </a:cubicBezTo>
                    <a:cubicBezTo>
                      <a:pt x="37472" y="66043"/>
                      <a:pt x="38164" y="65939"/>
                      <a:pt x="38849" y="65792"/>
                    </a:cubicBezTo>
                    <a:cubicBezTo>
                      <a:pt x="39198" y="65713"/>
                      <a:pt x="39547" y="65633"/>
                      <a:pt x="39896" y="65529"/>
                    </a:cubicBezTo>
                    <a:cubicBezTo>
                      <a:pt x="40613" y="65339"/>
                      <a:pt x="41323" y="65094"/>
                      <a:pt x="42033" y="64795"/>
                    </a:cubicBezTo>
                    <a:cubicBezTo>
                      <a:pt x="42167" y="64739"/>
                      <a:pt x="42296" y="64672"/>
                      <a:pt x="42431" y="64605"/>
                    </a:cubicBezTo>
                    <a:cubicBezTo>
                      <a:pt x="42559" y="64544"/>
                      <a:pt x="42694" y="64470"/>
                      <a:pt x="42823" y="64397"/>
                    </a:cubicBezTo>
                    <a:cubicBezTo>
                      <a:pt x="43018" y="64280"/>
                      <a:pt x="43208" y="64158"/>
                      <a:pt x="43398" y="64029"/>
                    </a:cubicBezTo>
                    <a:cubicBezTo>
                      <a:pt x="43520" y="63937"/>
                      <a:pt x="43643" y="63846"/>
                      <a:pt x="43771" y="63754"/>
                    </a:cubicBezTo>
                    <a:cubicBezTo>
                      <a:pt x="44059" y="63533"/>
                      <a:pt x="44335" y="63295"/>
                      <a:pt x="44604" y="63044"/>
                    </a:cubicBezTo>
                    <a:cubicBezTo>
                      <a:pt x="44720" y="62933"/>
                      <a:pt x="44830" y="62829"/>
                      <a:pt x="44935" y="62719"/>
                    </a:cubicBezTo>
                    <a:cubicBezTo>
                      <a:pt x="45026" y="62627"/>
                      <a:pt x="45112" y="62536"/>
                      <a:pt x="45198" y="62444"/>
                    </a:cubicBezTo>
                    <a:cubicBezTo>
                      <a:pt x="45247" y="62395"/>
                      <a:pt x="45296" y="62340"/>
                      <a:pt x="45339" y="62291"/>
                    </a:cubicBezTo>
                    <a:cubicBezTo>
                      <a:pt x="45473" y="62144"/>
                      <a:pt x="45596" y="62003"/>
                      <a:pt x="45718" y="61856"/>
                    </a:cubicBezTo>
                    <a:cubicBezTo>
                      <a:pt x="45975" y="61544"/>
                      <a:pt x="46208" y="61232"/>
                      <a:pt x="46416" y="60938"/>
                    </a:cubicBezTo>
                    <a:cubicBezTo>
                      <a:pt x="46471" y="60815"/>
                      <a:pt x="46526" y="60705"/>
                      <a:pt x="46575" y="60589"/>
                    </a:cubicBezTo>
                    <a:cubicBezTo>
                      <a:pt x="46771" y="60179"/>
                      <a:pt x="46949" y="59768"/>
                      <a:pt x="47132" y="59358"/>
                    </a:cubicBezTo>
                    <a:cubicBezTo>
                      <a:pt x="47151" y="59322"/>
                      <a:pt x="47163" y="59279"/>
                      <a:pt x="47181" y="59242"/>
                    </a:cubicBezTo>
                    <a:cubicBezTo>
                      <a:pt x="50524" y="51596"/>
                      <a:pt x="52232" y="43184"/>
                      <a:pt x="53946" y="33861"/>
                    </a:cubicBezTo>
                    <a:cubicBezTo>
                      <a:pt x="54638" y="30059"/>
                      <a:pt x="55354" y="26135"/>
                      <a:pt x="55348" y="22217"/>
                    </a:cubicBezTo>
                    <a:cubicBezTo>
                      <a:pt x="55342" y="18544"/>
                      <a:pt x="54711" y="14926"/>
                      <a:pt x="53468" y="11461"/>
                    </a:cubicBezTo>
                    <a:cubicBezTo>
                      <a:pt x="53407" y="11302"/>
                      <a:pt x="53493" y="11124"/>
                      <a:pt x="53652" y="11063"/>
                    </a:cubicBezTo>
                    <a:cubicBezTo>
                      <a:pt x="53687" y="11051"/>
                      <a:pt x="53723" y="11046"/>
                      <a:pt x="53758" y="11046"/>
                    </a:cubicBezTo>
                    <a:cubicBezTo>
                      <a:pt x="53887" y="11046"/>
                      <a:pt x="54007" y="11123"/>
                      <a:pt x="54050" y="11253"/>
                    </a:cubicBezTo>
                    <a:cubicBezTo>
                      <a:pt x="55323" y="14779"/>
                      <a:pt x="55966" y="18470"/>
                      <a:pt x="55972" y="22217"/>
                    </a:cubicBezTo>
                    <a:cubicBezTo>
                      <a:pt x="55978" y="26190"/>
                      <a:pt x="55256" y="30145"/>
                      <a:pt x="54558" y="33971"/>
                    </a:cubicBezTo>
                    <a:cubicBezTo>
                      <a:pt x="54142" y="36267"/>
                      <a:pt x="53713" y="38507"/>
                      <a:pt x="53266" y="40699"/>
                    </a:cubicBezTo>
                    <a:cubicBezTo>
                      <a:pt x="53187" y="41103"/>
                      <a:pt x="53095" y="41507"/>
                      <a:pt x="53015" y="41905"/>
                    </a:cubicBezTo>
                    <a:cubicBezTo>
                      <a:pt x="52856" y="42713"/>
                      <a:pt x="52679" y="43509"/>
                      <a:pt x="52501" y="44292"/>
                    </a:cubicBezTo>
                    <a:cubicBezTo>
                      <a:pt x="52409" y="44696"/>
                      <a:pt x="52324" y="45088"/>
                      <a:pt x="52226" y="45474"/>
                    </a:cubicBezTo>
                    <a:cubicBezTo>
                      <a:pt x="52042" y="46251"/>
                      <a:pt x="51858" y="47035"/>
                      <a:pt x="51656" y="47800"/>
                    </a:cubicBezTo>
                    <a:cubicBezTo>
                      <a:pt x="51571" y="48149"/>
                      <a:pt x="51485" y="48492"/>
                      <a:pt x="51381" y="48841"/>
                    </a:cubicBezTo>
                    <a:cubicBezTo>
                      <a:pt x="51369" y="48902"/>
                      <a:pt x="51356" y="48963"/>
                      <a:pt x="51332" y="49025"/>
                    </a:cubicBezTo>
                    <a:cubicBezTo>
                      <a:pt x="51246" y="49380"/>
                      <a:pt x="51148" y="49735"/>
                      <a:pt x="51044" y="50084"/>
                    </a:cubicBezTo>
                    <a:cubicBezTo>
                      <a:pt x="50689" y="51351"/>
                      <a:pt x="50316" y="52606"/>
                      <a:pt x="49899" y="53843"/>
                    </a:cubicBezTo>
                    <a:cubicBezTo>
                      <a:pt x="49746" y="54320"/>
                      <a:pt x="49581" y="54798"/>
                      <a:pt x="49416" y="55263"/>
                    </a:cubicBezTo>
                    <a:cubicBezTo>
                      <a:pt x="49293" y="55618"/>
                      <a:pt x="49165" y="55967"/>
                      <a:pt x="49036" y="56310"/>
                    </a:cubicBezTo>
                    <a:cubicBezTo>
                      <a:pt x="48902" y="56671"/>
                      <a:pt x="48761" y="57032"/>
                      <a:pt x="48614" y="57393"/>
                    </a:cubicBezTo>
                    <a:cubicBezTo>
                      <a:pt x="48185" y="58513"/>
                      <a:pt x="47714" y="59615"/>
                      <a:pt x="47206" y="60699"/>
                    </a:cubicBezTo>
                    <a:cubicBezTo>
                      <a:pt x="47194" y="60730"/>
                      <a:pt x="47175" y="60766"/>
                      <a:pt x="47163" y="60797"/>
                    </a:cubicBezTo>
                    <a:cubicBezTo>
                      <a:pt x="50475" y="61642"/>
                      <a:pt x="53713" y="62052"/>
                      <a:pt x="56780" y="62052"/>
                    </a:cubicBezTo>
                    <a:cubicBezTo>
                      <a:pt x="59052" y="62052"/>
                      <a:pt x="61225" y="61825"/>
                      <a:pt x="63257" y="61372"/>
                    </a:cubicBezTo>
                    <a:cubicBezTo>
                      <a:pt x="63594" y="61299"/>
                      <a:pt x="63925" y="61219"/>
                      <a:pt x="64255" y="61121"/>
                    </a:cubicBezTo>
                    <a:cubicBezTo>
                      <a:pt x="64347" y="61103"/>
                      <a:pt x="64439" y="61072"/>
                      <a:pt x="64531" y="61042"/>
                    </a:cubicBezTo>
                    <a:cubicBezTo>
                      <a:pt x="64573" y="61036"/>
                      <a:pt x="64616" y="61023"/>
                      <a:pt x="64653" y="61011"/>
                    </a:cubicBezTo>
                    <a:cubicBezTo>
                      <a:pt x="64745" y="60993"/>
                      <a:pt x="64831" y="60968"/>
                      <a:pt x="64922" y="60938"/>
                    </a:cubicBezTo>
                    <a:cubicBezTo>
                      <a:pt x="64984" y="60919"/>
                      <a:pt x="65045" y="60901"/>
                      <a:pt x="65106" y="60883"/>
                    </a:cubicBezTo>
                    <a:cubicBezTo>
                      <a:pt x="65284" y="60821"/>
                      <a:pt x="65449" y="60772"/>
                      <a:pt x="65620" y="60717"/>
                    </a:cubicBezTo>
                    <a:cubicBezTo>
                      <a:pt x="66196" y="60534"/>
                      <a:pt x="66759" y="60319"/>
                      <a:pt x="67310" y="60087"/>
                    </a:cubicBezTo>
                    <a:cubicBezTo>
                      <a:pt x="67543" y="59989"/>
                      <a:pt x="67781" y="59897"/>
                      <a:pt x="68026" y="59775"/>
                    </a:cubicBezTo>
                    <a:cubicBezTo>
                      <a:pt x="68051" y="59768"/>
                      <a:pt x="68069" y="59762"/>
                      <a:pt x="68087" y="59750"/>
                    </a:cubicBezTo>
                    <a:cubicBezTo>
                      <a:pt x="68265" y="59671"/>
                      <a:pt x="68449" y="59585"/>
                      <a:pt x="68620" y="59493"/>
                    </a:cubicBezTo>
                    <a:cubicBezTo>
                      <a:pt x="68853" y="59389"/>
                      <a:pt x="69079" y="59273"/>
                      <a:pt x="69293" y="59150"/>
                    </a:cubicBezTo>
                    <a:cubicBezTo>
                      <a:pt x="69912" y="58826"/>
                      <a:pt x="70506" y="58477"/>
                      <a:pt x="71075" y="58103"/>
                    </a:cubicBezTo>
                    <a:cubicBezTo>
                      <a:pt x="71363" y="57920"/>
                      <a:pt x="71632" y="57724"/>
                      <a:pt x="71907" y="57528"/>
                    </a:cubicBezTo>
                    <a:cubicBezTo>
                      <a:pt x="72048" y="57430"/>
                      <a:pt x="72177" y="57332"/>
                      <a:pt x="72305" y="57228"/>
                    </a:cubicBezTo>
                    <a:cubicBezTo>
                      <a:pt x="72440" y="57124"/>
                      <a:pt x="72569" y="57026"/>
                      <a:pt x="72697" y="56916"/>
                    </a:cubicBezTo>
                    <a:cubicBezTo>
                      <a:pt x="72826" y="56824"/>
                      <a:pt x="72942" y="56720"/>
                      <a:pt x="73064" y="56616"/>
                    </a:cubicBezTo>
                    <a:cubicBezTo>
                      <a:pt x="73083" y="56610"/>
                      <a:pt x="73095" y="56591"/>
                      <a:pt x="73113" y="56579"/>
                    </a:cubicBezTo>
                    <a:cubicBezTo>
                      <a:pt x="73132" y="56561"/>
                      <a:pt x="73156" y="56542"/>
                      <a:pt x="73175" y="56524"/>
                    </a:cubicBezTo>
                    <a:cubicBezTo>
                      <a:pt x="73401" y="56328"/>
                      <a:pt x="73609" y="56138"/>
                      <a:pt x="73824" y="55936"/>
                    </a:cubicBezTo>
                    <a:cubicBezTo>
                      <a:pt x="73928" y="55844"/>
                      <a:pt x="74026" y="55740"/>
                      <a:pt x="74130" y="55642"/>
                    </a:cubicBezTo>
                    <a:cubicBezTo>
                      <a:pt x="74264" y="55508"/>
                      <a:pt x="74405" y="55367"/>
                      <a:pt x="74534" y="55232"/>
                    </a:cubicBezTo>
                    <a:cubicBezTo>
                      <a:pt x="75305" y="54412"/>
                      <a:pt x="75991" y="53536"/>
                      <a:pt x="76578" y="52606"/>
                    </a:cubicBezTo>
                    <a:cubicBezTo>
                      <a:pt x="76854" y="52165"/>
                      <a:pt x="76866" y="51608"/>
                      <a:pt x="76615" y="51143"/>
                    </a:cubicBezTo>
                    <a:cubicBezTo>
                      <a:pt x="76585" y="51088"/>
                      <a:pt x="76554" y="51026"/>
                      <a:pt x="76529" y="50971"/>
                    </a:cubicBezTo>
                    <a:cubicBezTo>
                      <a:pt x="74319" y="46906"/>
                      <a:pt x="72324" y="42688"/>
                      <a:pt x="70597" y="38403"/>
                    </a:cubicBezTo>
                    <a:cubicBezTo>
                      <a:pt x="69244" y="35036"/>
                      <a:pt x="68240" y="31320"/>
                      <a:pt x="67267" y="27721"/>
                    </a:cubicBezTo>
                    <a:cubicBezTo>
                      <a:pt x="65167" y="19921"/>
                      <a:pt x="63000" y="11865"/>
                      <a:pt x="57062" y="6625"/>
                    </a:cubicBezTo>
                    <a:cubicBezTo>
                      <a:pt x="54019" y="3943"/>
                      <a:pt x="50616" y="1776"/>
                      <a:pt x="46918" y="166"/>
                    </a:cubicBezTo>
                    <a:cubicBezTo>
                      <a:pt x="46863" y="368"/>
                      <a:pt x="46789" y="558"/>
                      <a:pt x="46679" y="742"/>
                    </a:cubicBezTo>
                    <a:cubicBezTo>
                      <a:pt x="46649" y="784"/>
                      <a:pt x="46624" y="827"/>
                      <a:pt x="46594" y="870"/>
                    </a:cubicBezTo>
                    <a:cubicBezTo>
                      <a:pt x="46085" y="1574"/>
                      <a:pt x="45167" y="1850"/>
                      <a:pt x="44500" y="2045"/>
                    </a:cubicBezTo>
                    <a:cubicBezTo>
                      <a:pt x="44484" y="2050"/>
                      <a:pt x="44468" y="2053"/>
                      <a:pt x="44453" y="2053"/>
                    </a:cubicBezTo>
                    <a:cubicBezTo>
                      <a:pt x="44411" y="2053"/>
                      <a:pt x="44372" y="2034"/>
                      <a:pt x="44341" y="2003"/>
                    </a:cubicBezTo>
                    <a:cubicBezTo>
                      <a:pt x="44298" y="1960"/>
                      <a:pt x="44286" y="1899"/>
                      <a:pt x="44304" y="1843"/>
                    </a:cubicBezTo>
                    <a:cubicBezTo>
                      <a:pt x="44518" y="1225"/>
                      <a:pt x="44237" y="411"/>
                      <a:pt x="437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26"/>
              <p:cNvSpPr/>
              <p:nvPr/>
            </p:nvSpPr>
            <p:spPr>
              <a:xfrm>
                <a:off x="4834700" y="2628775"/>
                <a:ext cx="742625" cy="534600"/>
              </a:xfrm>
              <a:custGeom>
                <a:avLst/>
                <a:gdLst/>
                <a:ahLst/>
                <a:cxnLst/>
                <a:rect l="l" t="t" r="r" b="b"/>
                <a:pathLst>
                  <a:path w="29705" h="21384" extrusionOk="0">
                    <a:moveTo>
                      <a:pt x="6290" y="1"/>
                    </a:moveTo>
                    <a:cubicBezTo>
                      <a:pt x="6226" y="1"/>
                      <a:pt x="6164" y="9"/>
                      <a:pt x="6104" y="24"/>
                    </a:cubicBezTo>
                    <a:cubicBezTo>
                      <a:pt x="6025" y="428"/>
                      <a:pt x="5939" y="838"/>
                      <a:pt x="5853" y="1236"/>
                    </a:cubicBezTo>
                    <a:cubicBezTo>
                      <a:pt x="5688" y="2038"/>
                      <a:pt x="5511" y="2840"/>
                      <a:pt x="5339" y="3624"/>
                    </a:cubicBezTo>
                    <a:cubicBezTo>
                      <a:pt x="5241" y="4015"/>
                      <a:pt x="5156" y="4407"/>
                      <a:pt x="5064" y="4799"/>
                    </a:cubicBezTo>
                    <a:cubicBezTo>
                      <a:pt x="4880" y="5583"/>
                      <a:pt x="4696" y="6360"/>
                      <a:pt x="4494" y="7125"/>
                    </a:cubicBezTo>
                    <a:cubicBezTo>
                      <a:pt x="4409" y="7474"/>
                      <a:pt x="4323" y="7817"/>
                      <a:pt x="4225" y="8166"/>
                    </a:cubicBezTo>
                    <a:cubicBezTo>
                      <a:pt x="4213" y="8233"/>
                      <a:pt x="4201" y="8295"/>
                      <a:pt x="4170" y="8356"/>
                    </a:cubicBezTo>
                    <a:cubicBezTo>
                      <a:pt x="4078" y="8705"/>
                      <a:pt x="3986" y="9060"/>
                      <a:pt x="3888" y="9409"/>
                    </a:cubicBezTo>
                    <a:cubicBezTo>
                      <a:pt x="3533" y="10682"/>
                      <a:pt x="3154" y="11931"/>
                      <a:pt x="2737" y="13168"/>
                    </a:cubicBezTo>
                    <a:cubicBezTo>
                      <a:pt x="2584" y="13651"/>
                      <a:pt x="2419" y="14123"/>
                      <a:pt x="2254" y="14588"/>
                    </a:cubicBezTo>
                    <a:cubicBezTo>
                      <a:pt x="2137" y="14943"/>
                      <a:pt x="2003" y="15298"/>
                      <a:pt x="1874" y="15641"/>
                    </a:cubicBezTo>
                    <a:cubicBezTo>
                      <a:pt x="1740" y="16002"/>
                      <a:pt x="1599" y="16363"/>
                      <a:pt x="1458" y="16724"/>
                    </a:cubicBezTo>
                    <a:cubicBezTo>
                      <a:pt x="1023" y="17838"/>
                      <a:pt x="552" y="18940"/>
                      <a:pt x="44" y="20030"/>
                    </a:cubicBezTo>
                    <a:cubicBezTo>
                      <a:pt x="32" y="20061"/>
                      <a:pt x="13" y="20097"/>
                      <a:pt x="1" y="20128"/>
                    </a:cubicBezTo>
                    <a:cubicBezTo>
                      <a:pt x="3313" y="20967"/>
                      <a:pt x="6551" y="21383"/>
                      <a:pt x="9618" y="21383"/>
                    </a:cubicBezTo>
                    <a:cubicBezTo>
                      <a:pt x="11890" y="21383"/>
                      <a:pt x="14063" y="21157"/>
                      <a:pt x="16095" y="20704"/>
                    </a:cubicBezTo>
                    <a:cubicBezTo>
                      <a:pt x="16432" y="20624"/>
                      <a:pt x="16763" y="20544"/>
                      <a:pt x="17093" y="20453"/>
                    </a:cubicBezTo>
                    <a:cubicBezTo>
                      <a:pt x="17185" y="20434"/>
                      <a:pt x="17277" y="20404"/>
                      <a:pt x="17369" y="20373"/>
                    </a:cubicBezTo>
                    <a:cubicBezTo>
                      <a:pt x="17411" y="20367"/>
                      <a:pt x="17454" y="20355"/>
                      <a:pt x="17491" y="20336"/>
                    </a:cubicBezTo>
                    <a:cubicBezTo>
                      <a:pt x="17583" y="20318"/>
                      <a:pt x="17669" y="20293"/>
                      <a:pt x="17760" y="20263"/>
                    </a:cubicBezTo>
                    <a:cubicBezTo>
                      <a:pt x="17822" y="20244"/>
                      <a:pt x="17883" y="20226"/>
                      <a:pt x="17944" y="20208"/>
                    </a:cubicBezTo>
                    <a:cubicBezTo>
                      <a:pt x="18122" y="20153"/>
                      <a:pt x="18287" y="20104"/>
                      <a:pt x="18458" y="20048"/>
                    </a:cubicBezTo>
                    <a:cubicBezTo>
                      <a:pt x="19034" y="19859"/>
                      <a:pt x="19597" y="19644"/>
                      <a:pt x="20148" y="19418"/>
                    </a:cubicBezTo>
                    <a:cubicBezTo>
                      <a:pt x="20381" y="19314"/>
                      <a:pt x="20619" y="19222"/>
                      <a:pt x="20852" y="19112"/>
                    </a:cubicBezTo>
                    <a:cubicBezTo>
                      <a:pt x="20858" y="19112"/>
                      <a:pt x="20858" y="19106"/>
                      <a:pt x="20864" y="19106"/>
                    </a:cubicBezTo>
                    <a:cubicBezTo>
                      <a:pt x="20889" y="19100"/>
                      <a:pt x="20907" y="19093"/>
                      <a:pt x="20925" y="19081"/>
                    </a:cubicBezTo>
                    <a:cubicBezTo>
                      <a:pt x="21103" y="18996"/>
                      <a:pt x="21287" y="18910"/>
                      <a:pt x="21458" y="18824"/>
                    </a:cubicBezTo>
                    <a:cubicBezTo>
                      <a:pt x="21691" y="18720"/>
                      <a:pt x="21917" y="18598"/>
                      <a:pt x="22131" y="18481"/>
                    </a:cubicBezTo>
                    <a:cubicBezTo>
                      <a:pt x="22750" y="18157"/>
                      <a:pt x="23344" y="17808"/>
                      <a:pt x="23913" y="17434"/>
                    </a:cubicBezTo>
                    <a:cubicBezTo>
                      <a:pt x="24201" y="17245"/>
                      <a:pt x="24470" y="17055"/>
                      <a:pt x="24745" y="16853"/>
                    </a:cubicBezTo>
                    <a:cubicBezTo>
                      <a:pt x="24886" y="16761"/>
                      <a:pt x="25015" y="16657"/>
                      <a:pt x="25143" y="16553"/>
                    </a:cubicBezTo>
                    <a:cubicBezTo>
                      <a:pt x="25278" y="16455"/>
                      <a:pt x="25407" y="16357"/>
                      <a:pt x="25535" y="16241"/>
                    </a:cubicBezTo>
                    <a:cubicBezTo>
                      <a:pt x="25664" y="16149"/>
                      <a:pt x="25780" y="16051"/>
                      <a:pt x="25902" y="15941"/>
                    </a:cubicBezTo>
                    <a:cubicBezTo>
                      <a:pt x="25921" y="15935"/>
                      <a:pt x="25933" y="15916"/>
                      <a:pt x="25951" y="15904"/>
                    </a:cubicBezTo>
                    <a:cubicBezTo>
                      <a:pt x="25970" y="15886"/>
                      <a:pt x="25994" y="15867"/>
                      <a:pt x="26013" y="15849"/>
                    </a:cubicBezTo>
                    <a:cubicBezTo>
                      <a:pt x="26239" y="15659"/>
                      <a:pt x="26447" y="15463"/>
                      <a:pt x="26662" y="15261"/>
                    </a:cubicBezTo>
                    <a:cubicBezTo>
                      <a:pt x="26766" y="15169"/>
                      <a:pt x="26864" y="15071"/>
                      <a:pt x="26968" y="14973"/>
                    </a:cubicBezTo>
                    <a:cubicBezTo>
                      <a:pt x="27102" y="14833"/>
                      <a:pt x="27237" y="14698"/>
                      <a:pt x="27372" y="14557"/>
                    </a:cubicBezTo>
                    <a:cubicBezTo>
                      <a:pt x="28143" y="13743"/>
                      <a:pt x="28829" y="12861"/>
                      <a:pt x="29416" y="11937"/>
                    </a:cubicBezTo>
                    <a:cubicBezTo>
                      <a:pt x="29692" y="11490"/>
                      <a:pt x="29704" y="10939"/>
                      <a:pt x="29453" y="10468"/>
                    </a:cubicBezTo>
                    <a:cubicBezTo>
                      <a:pt x="29423" y="10413"/>
                      <a:pt x="29392" y="10358"/>
                      <a:pt x="29367" y="10302"/>
                    </a:cubicBezTo>
                    <a:cubicBezTo>
                      <a:pt x="27397" y="10851"/>
                      <a:pt x="25357" y="11152"/>
                      <a:pt x="23332" y="11152"/>
                    </a:cubicBezTo>
                    <a:cubicBezTo>
                      <a:pt x="20998" y="11152"/>
                      <a:pt x="18682" y="10752"/>
                      <a:pt x="16512" y="9874"/>
                    </a:cubicBezTo>
                    <a:cubicBezTo>
                      <a:pt x="12594" y="8295"/>
                      <a:pt x="10286" y="5436"/>
                      <a:pt x="8247" y="1903"/>
                    </a:cubicBezTo>
                    <a:cubicBezTo>
                      <a:pt x="7455" y="538"/>
                      <a:pt x="6814" y="1"/>
                      <a:pt x="6290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26"/>
              <p:cNvSpPr/>
              <p:nvPr/>
            </p:nvSpPr>
            <p:spPr>
              <a:xfrm>
                <a:off x="4388125" y="1987800"/>
                <a:ext cx="272600" cy="828150"/>
              </a:xfrm>
              <a:custGeom>
                <a:avLst/>
                <a:gdLst/>
                <a:ahLst/>
                <a:cxnLst/>
                <a:rect l="l" t="t" r="r" b="b"/>
                <a:pathLst>
                  <a:path w="10904" h="33126" extrusionOk="0">
                    <a:moveTo>
                      <a:pt x="10891" y="0"/>
                    </a:moveTo>
                    <a:cubicBezTo>
                      <a:pt x="8614" y="3392"/>
                      <a:pt x="6649" y="6991"/>
                      <a:pt x="5032" y="10744"/>
                    </a:cubicBezTo>
                    <a:cubicBezTo>
                      <a:pt x="3851" y="13474"/>
                      <a:pt x="2572" y="16572"/>
                      <a:pt x="0" y="17894"/>
                    </a:cubicBezTo>
                    <a:cubicBezTo>
                      <a:pt x="1084" y="23802"/>
                      <a:pt x="2345" y="29887"/>
                      <a:pt x="3563" y="33125"/>
                    </a:cubicBezTo>
                    <a:cubicBezTo>
                      <a:pt x="3949" y="27799"/>
                      <a:pt x="7059" y="15433"/>
                      <a:pt x="9183" y="6985"/>
                    </a:cubicBezTo>
                    <a:cubicBezTo>
                      <a:pt x="9936" y="4004"/>
                      <a:pt x="10561" y="1524"/>
                      <a:pt x="10903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26"/>
              <p:cNvSpPr/>
              <p:nvPr/>
            </p:nvSpPr>
            <p:spPr>
              <a:xfrm>
                <a:off x="3655650" y="2740475"/>
                <a:ext cx="970175" cy="526800"/>
              </a:xfrm>
              <a:custGeom>
                <a:avLst/>
                <a:gdLst/>
                <a:ahLst/>
                <a:cxnLst/>
                <a:rect l="l" t="t" r="r" b="b"/>
                <a:pathLst>
                  <a:path w="38807" h="21072" extrusionOk="0">
                    <a:moveTo>
                      <a:pt x="6295" y="518"/>
                    </a:moveTo>
                    <a:cubicBezTo>
                      <a:pt x="6290" y="527"/>
                      <a:pt x="6286" y="535"/>
                      <a:pt x="6281" y="539"/>
                    </a:cubicBezTo>
                    <a:cubicBezTo>
                      <a:pt x="6286" y="533"/>
                      <a:pt x="6291" y="526"/>
                      <a:pt x="6295" y="518"/>
                    </a:cubicBezTo>
                    <a:close/>
                    <a:moveTo>
                      <a:pt x="5846" y="0"/>
                    </a:moveTo>
                    <a:cubicBezTo>
                      <a:pt x="5038" y="1096"/>
                      <a:pt x="4138" y="2627"/>
                      <a:pt x="3526" y="4231"/>
                    </a:cubicBezTo>
                    <a:cubicBezTo>
                      <a:pt x="3401" y="4215"/>
                      <a:pt x="3277" y="4208"/>
                      <a:pt x="3154" y="4208"/>
                    </a:cubicBezTo>
                    <a:cubicBezTo>
                      <a:pt x="3030" y="4208"/>
                      <a:pt x="2908" y="4215"/>
                      <a:pt x="2786" y="4231"/>
                    </a:cubicBezTo>
                    <a:cubicBezTo>
                      <a:pt x="2694" y="4231"/>
                      <a:pt x="2596" y="4224"/>
                      <a:pt x="2504" y="4218"/>
                    </a:cubicBezTo>
                    <a:cubicBezTo>
                      <a:pt x="2186" y="4163"/>
                      <a:pt x="1867" y="4102"/>
                      <a:pt x="1555" y="4016"/>
                    </a:cubicBezTo>
                    <a:cubicBezTo>
                      <a:pt x="1284" y="3942"/>
                      <a:pt x="1013" y="3907"/>
                      <a:pt x="749" y="3907"/>
                    </a:cubicBezTo>
                    <a:cubicBezTo>
                      <a:pt x="535" y="3907"/>
                      <a:pt x="325" y="3930"/>
                      <a:pt x="123" y="3973"/>
                    </a:cubicBezTo>
                    <a:cubicBezTo>
                      <a:pt x="86" y="4316"/>
                      <a:pt x="61" y="4659"/>
                      <a:pt x="43" y="5002"/>
                    </a:cubicBezTo>
                    <a:cubicBezTo>
                      <a:pt x="18" y="5504"/>
                      <a:pt x="0" y="6012"/>
                      <a:pt x="147" y="6490"/>
                    </a:cubicBezTo>
                    <a:cubicBezTo>
                      <a:pt x="367" y="7187"/>
                      <a:pt x="894" y="7738"/>
                      <a:pt x="1414" y="8253"/>
                    </a:cubicBezTo>
                    <a:cubicBezTo>
                      <a:pt x="1720" y="8559"/>
                      <a:pt x="2026" y="8871"/>
                      <a:pt x="2430" y="9055"/>
                    </a:cubicBezTo>
                    <a:lnTo>
                      <a:pt x="3183" y="9495"/>
                    </a:lnTo>
                    <a:lnTo>
                      <a:pt x="3232" y="9495"/>
                    </a:lnTo>
                    <a:cubicBezTo>
                      <a:pt x="3312" y="9495"/>
                      <a:pt x="3386" y="9471"/>
                      <a:pt x="3434" y="9422"/>
                    </a:cubicBezTo>
                    <a:cubicBezTo>
                      <a:pt x="3447" y="9416"/>
                      <a:pt x="3453" y="9404"/>
                      <a:pt x="3459" y="9397"/>
                    </a:cubicBezTo>
                    <a:cubicBezTo>
                      <a:pt x="3606" y="9642"/>
                      <a:pt x="3796" y="9863"/>
                      <a:pt x="4004" y="10065"/>
                    </a:cubicBezTo>
                    <a:cubicBezTo>
                      <a:pt x="6232" y="12158"/>
                      <a:pt x="9336" y="13334"/>
                      <a:pt x="11828" y="14289"/>
                    </a:cubicBezTo>
                    <a:cubicBezTo>
                      <a:pt x="13260" y="14834"/>
                      <a:pt x="14742" y="15434"/>
                      <a:pt x="16174" y="16015"/>
                    </a:cubicBezTo>
                    <a:cubicBezTo>
                      <a:pt x="16768" y="16254"/>
                      <a:pt x="17362" y="16499"/>
                      <a:pt x="17956" y="16738"/>
                    </a:cubicBezTo>
                    <a:cubicBezTo>
                      <a:pt x="20576" y="17790"/>
                      <a:pt x="23226" y="18807"/>
                      <a:pt x="25871" y="19590"/>
                    </a:cubicBezTo>
                    <a:cubicBezTo>
                      <a:pt x="26385" y="19743"/>
                      <a:pt x="26912" y="19896"/>
                      <a:pt x="27438" y="20025"/>
                    </a:cubicBezTo>
                    <a:cubicBezTo>
                      <a:pt x="27451" y="20031"/>
                      <a:pt x="27469" y="20037"/>
                      <a:pt x="27487" y="20043"/>
                    </a:cubicBezTo>
                    <a:cubicBezTo>
                      <a:pt x="27720" y="20105"/>
                      <a:pt x="27959" y="20166"/>
                      <a:pt x="28197" y="20221"/>
                    </a:cubicBezTo>
                    <a:cubicBezTo>
                      <a:pt x="29024" y="20417"/>
                      <a:pt x="29850" y="20588"/>
                      <a:pt x="30671" y="20723"/>
                    </a:cubicBezTo>
                    <a:cubicBezTo>
                      <a:pt x="30946" y="20766"/>
                      <a:pt x="31222" y="20802"/>
                      <a:pt x="31497" y="20839"/>
                    </a:cubicBezTo>
                    <a:cubicBezTo>
                      <a:pt x="31742" y="20882"/>
                      <a:pt x="31993" y="20913"/>
                      <a:pt x="32244" y="20937"/>
                    </a:cubicBezTo>
                    <a:cubicBezTo>
                      <a:pt x="32483" y="20962"/>
                      <a:pt x="32715" y="20986"/>
                      <a:pt x="32960" y="20998"/>
                    </a:cubicBezTo>
                    <a:cubicBezTo>
                      <a:pt x="33217" y="21023"/>
                      <a:pt x="33474" y="21041"/>
                      <a:pt x="33738" y="21047"/>
                    </a:cubicBezTo>
                    <a:cubicBezTo>
                      <a:pt x="33774" y="21053"/>
                      <a:pt x="33811" y="21053"/>
                      <a:pt x="33854" y="21053"/>
                    </a:cubicBezTo>
                    <a:cubicBezTo>
                      <a:pt x="34099" y="21066"/>
                      <a:pt x="34356" y="21072"/>
                      <a:pt x="34607" y="21072"/>
                    </a:cubicBezTo>
                    <a:lnTo>
                      <a:pt x="34729" y="21072"/>
                    </a:lnTo>
                    <a:cubicBezTo>
                      <a:pt x="35250" y="21072"/>
                      <a:pt x="35758" y="21053"/>
                      <a:pt x="36272" y="21017"/>
                    </a:cubicBezTo>
                    <a:cubicBezTo>
                      <a:pt x="36437" y="21004"/>
                      <a:pt x="36609" y="20986"/>
                      <a:pt x="36780" y="20974"/>
                    </a:cubicBezTo>
                    <a:cubicBezTo>
                      <a:pt x="37454" y="20900"/>
                      <a:pt x="38133" y="20790"/>
                      <a:pt x="38807" y="20649"/>
                    </a:cubicBezTo>
                    <a:cubicBezTo>
                      <a:pt x="38464" y="20484"/>
                      <a:pt x="38090" y="20368"/>
                      <a:pt x="37741" y="20282"/>
                    </a:cubicBezTo>
                    <a:cubicBezTo>
                      <a:pt x="30199" y="18341"/>
                      <a:pt x="22743" y="16089"/>
                      <a:pt x="15366" y="13603"/>
                    </a:cubicBezTo>
                    <a:cubicBezTo>
                      <a:pt x="3196" y="9501"/>
                      <a:pt x="6140" y="2370"/>
                      <a:pt x="7132" y="270"/>
                    </a:cubicBezTo>
                    <a:lnTo>
                      <a:pt x="7132" y="257"/>
                    </a:lnTo>
                    <a:cubicBezTo>
                      <a:pt x="6759" y="300"/>
                      <a:pt x="6495" y="362"/>
                      <a:pt x="6361" y="453"/>
                    </a:cubicBezTo>
                    <a:cubicBezTo>
                      <a:pt x="6336" y="472"/>
                      <a:pt x="6312" y="490"/>
                      <a:pt x="6300" y="508"/>
                    </a:cubicBezTo>
                    <a:lnTo>
                      <a:pt x="6300" y="508"/>
                    </a:lnTo>
                    <a:cubicBezTo>
                      <a:pt x="6308" y="491"/>
                      <a:pt x="6314" y="472"/>
                      <a:pt x="6318" y="453"/>
                    </a:cubicBezTo>
                    <a:cubicBezTo>
                      <a:pt x="6324" y="435"/>
                      <a:pt x="6324" y="417"/>
                      <a:pt x="6324" y="398"/>
                    </a:cubicBezTo>
                    <a:cubicBezTo>
                      <a:pt x="6330" y="276"/>
                      <a:pt x="6263" y="153"/>
                      <a:pt x="6146" y="111"/>
                    </a:cubicBezTo>
                    <a:cubicBezTo>
                      <a:pt x="6146" y="111"/>
                      <a:pt x="6143" y="103"/>
                      <a:pt x="6138" y="103"/>
                    </a:cubicBezTo>
                    <a:cubicBezTo>
                      <a:pt x="6137" y="103"/>
                      <a:pt x="6135" y="103"/>
                      <a:pt x="6134" y="104"/>
                    </a:cubicBezTo>
                    <a:cubicBezTo>
                      <a:pt x="6122" y="86"/>
                      <a:pt x="6104" y="86"/>
                      <a:pt x="6085" y="80"/>
                    </a:cubicBezTo>
                    <a:cubicBezTo>
                      <a:pt x="6030" y="68"/>
                      <a:pt x="5969" y="49"/>
                      <a:pt x="5920" y="31"/>
                    </a:cubicBezTo>
                    <a:cubicBezTo>
                      <a:pt x="5895" y="25"/>
                      <a:pt x="5871" y="13"/>
                      <a:pt x="5846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26"/>
              <p:cNvSpPr/>
              <p:nvPr/>
            </p:nvSpPr>
            <p:spPr>
              <a:xfrm>
                <a:off x="5107900" y="2999125"/>
                <a:ext cx="491300" cy="251200"/>
              </a:xfrm>
              <a:custGeom>
                <a:avLst/>
                <a:gdLst/>
                <a:ahLst/>
                <a:cxnLst/>
                <a:rect l="l" t="t" r="r" b="b"/>
                <a:pathLst>
                  <a:path w="19652" h="10048" extrusionOk="0">
                    <a:moveTo>
                      <a:pt x="16664" y="0"/>
                    </a:moveTo>
                    <a:cubicBezTo>
                      <a:pt x="14130" y="3741"/>
                      <a:pt x="5663" y="6422"/>
                      <a:pt x="2363" y="7255"/>
                    </a:cubicBezTo>
                    <a:cubicBezTo>
                      <a:pt x="1568" y="7451"/>
                      <a:pt x="686" y="7732"/>
                      <a:pt x="288" y="8455"/>
                    </a:cubicBezTo>
                    <a:cubicBezTo>
                      <a:pt x="123" y="8755"/>
                      <a:pt x="62" y="9097"/>
                      <a:pt x="0" y="9446"/>
                    </a:cubicBezTo>
                    <a:cubicBezTo>
                      <a:pt x="2390" y="9874"/>
                      <a:pt x="4574" y="10047"/>
                      <a:pt x="6540" y="10047"/>
                    </a:cubicBezTo>
                    <a:cubicBezTo>
                      <a:pt x="13858" y="10047"/>
                      <a:pt x="18148" y="7650"/>
                      <a:pt x="18703" y="7071"/>
                    </a:cubicBezTo>
                    <a:cubicBezTo>
                      <a:pt x="19652" y="6073"/>
                      <a:pt x="18182" y="1849"/>
                      <a:pt x="16664" y="0"/>
                    </a:cubicBezTo>
                    <a:close/>
                  </a:path>
                </a:pathLst>
              </a:custGeom>
              <a:solidFill>
                <a:srgbClr val="C3CF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26"/>
              <p:cNvSpPr/>
              <p:nvPr/>
            </p:nvSpPr>
            <p:spPr>
              <a:xfrm>
                <a:off x="4798450" y="1888175"/>
                <a:ext cx="726075" cy="1347125"/>
              </a:xfrm>
              <a:custGeom>
                <a:avLst/>
                <a:gdLst/>
                <a:ahLst/>
                <a:cxnLst/>
                <a:rect l="l" t="t" r="r" b="b"/>
                <a:pathLst>
                  <a:path w="29043" h="53885" extrusionOk="0">
                    <a:moveTo>
                      <a:pt x="8044" y="1"/>
                    </a:moveTo>
                    <a:cubicBezTo>
                      <a:pt x="8009" y="1"/>
                      <a:pt x="7974" y="6"/>
                      <a:pt x="7940" y="18"/>
                    </a:cubicBezTo>
                    <a:cubicBezTo>
                      <a:pt x="7775" y="79"/>
                      <a:pt x="7695" y="257"/>
                      <a:pt x="7750" y="416"/>
                    </a:cubicBezTo>
                    <a:cubicBezTo>
                      <a:pt x="8999" y="3875"/>
                      <a:pt x="9630" y="7499"/>
                      <a:pt x="9636" y="11172"/>
                    </a:cubicBezTo>
                    <a:cubicBezTo>
                      <a:pt x="9642" y="15084"/>
                      <a:pt x="8926" y="19014"/>
                      <a:pt x="8234" y="22810"/>
                    </a:cubicBezTo>
                    <a:cubicBezTo>
                      <a:pt x="6416" y="32684"/>
                      <a:pt x="4610" y="41537"/>
                      <a:pt x="863" y="49538"/>
                    </a:cubicBezTo>
                    <a:cubicBezTo>
                      <a:pt x="814" y="49654"/>
                      <a:pt x="759" y="49770"/>
                      <a:pt x="698" y="49887"/>
                    </a:cubicBezTo>
                    <a:lnTo>
                      <a:pt x="692" y="49893"/>
                    </a:lnTo>
                    <a:cubicBezTo>
                      <a:pt x="496" y="50187"/>
                      <a:pt x="263" y="50499"/>
                      <a:pt x="0" y="50811"/>
                    </a:cubicBezTo>
                    <a:lnTo>
                      <a:pt x="6" y="50811"/>
                    </a:lnTo>
                    <a:cubicBezTo>
                      <a:pt x="2504" y="52268"/>
                      <a:pt x="6636" y="53144"/>
                      <a:pt x="9575" y="53284"/>
                    </a:cubicBezTo>
                    <a:cubicBezTo>
                      <a:pt x="10572" y="53333"/>
                      <a:pt x="11472" y="53719"/>
                      <a:pt x="12378" y="53884"/>
                    </a:cubicBezTo>
                    <a:cubicBezTo>
                      <a:pt x="12440" y="53535"/>
                      <a:pt x="12501" y="53193"/>
                      <a:pt x="12666" y="52893"/>
                    </a:cubicBezTo>
                    <a:cubicBezTo>
                      <a:pt x="13064" y="52170"/>
                      <a:pt x="13946" y="51889"/>
                      <a:pt x="14741" y="51693"/>
                    </a:cubicBezTo>
                    <a:cubicBezTo>
                      <a:pt x="18041" y="50860"/>
                      <a:pt x="26508" y="48179"/>
                      <a:pt x="29042" y="44438"/>
                    </a:cubicBezTo>
                    <a:cubicBezTo>
                      <a:pt x="28969" y="44346"/>
                      <a:pt x="28895" y="44267"/>
                      <a:pt x="28822" y="44181"/>
                    </a:cubicBezTo>
                    <a:cubicBezTo>
                      <a:pt x="28687" y="44322"/>
                      <a:pt x="28552" y="44457"/>
                      <a:pt x="28418" y="44597"/>
                    </a:cubicBezTo>
                    <a:cubicBezTo>
                      <a:pt x="28314" y="44695"/>
                      <a:pt x="28216" y="44793"/>
                      <a:pt x="28112" y="44885"/>
                    </a:cubicBezTo>
                    <a:cubicBezTo>
                      <a:pt x="27897" y="45093"/>
                      <a:pt x="27683" y="45289"/>
                      <a:pt x="27463" y="45473"/>
                    </a:cubicBezTo>
                    <a:cubicBezTo>
                      <a:pt x="27444" y="45491"/>
                      <a:pt x="27420" y="45510"/>
                      <a:pt x="27401" y="45528"/>
                    </a:cubicBezTo>
                    <a:cubicBezTo>
                      <a:pt x="27383" y="45540"/>
                      <a:pt x="27365" y="45565"/>
                      <a:pt x="27346" y="45571"/>
                    </a:cubicBezTo>
                    <a:cubicBezTo>
                      <a:pt x="27230" y="45675"/>
                      <a:pt x="27114" y="45773"/>
                      <a:pt x="26985" y="45865"/>
                    </a:cubicBezTo>
                    <a:cubicBezTo>
                      <a:pt x="26857" y="45981"/>
                      <a:pt x="26728" y="46079"/>
                      <a:pt x="26593" y="46177"/>
                    </a:cubicBezTo>
                    <a:cubicBezTo>
                      <a:pt x="26465" y="46287"/>
                      <a:pt x="26330" y="46385"/>
                      <a:pt x="26195" y="46477"/>
                    </a:cubicBezTo>
                    <a:cubicBezTo>
                      <a:pt x="25920" y="46679"/>
                      <a:pt x="25644" y="46869"/>
                      <a:pt x="25363" y="47058"/>
                    </a:cubicBezTo>
                    <a:cubicBezTo>
                      <a:pt x="24794" y="47432"/>
                      <a:pt x="24200" y="47781"/>
                      <a:pt x="23581" y="48105"/>
                    </a:cubicBezTo>
                    <a:cubicBezTo>
                      <a:pt x="23367" y="48222"/>
                      <a:pt x="23141" y="48344"/>
                      <a:pt x="22908" y="48448"/>
                    </a:cubicBezTo>
                    <a:cubicBezTo>
                      <a:pt x="22737" y="48534"/>
                      <a:pt x="22553" y="48626"/>
                      <a:pt x="22375" y="48705"/>
                    </a:cubicBezTo>
                    <a:cubicBezTo>
                      <a:pt x="22357" y="48717"/>
                      <a:pt x="22339" y="48724"/>
                      <a:pt x="22314" y="48730"/>
                    </a:cubicBezTo>
                    <a:cubicBezTo>
                      <a:pt x="22308" y="48730"/>
                      <a:pt x="22308" y="48736"/>
                      <a:pt x="22302" y="48736"/>
                    </a:cubicBezTo>
                    <a:cubicBezTo>
                      <a:pt x="22069" y="48846"/>
                      <a:pt x="21831" y="48938"/>
                      <a:pt x="21592" y="49042"/>
                    </a:cubicBezTo>
                    <a:cubicBezTo>
                      <a:pt x="21047" y="49268"/>
                      <a:pt x="20484" y="49483"/>
                      <a:pt x="19902" y="49672"/>
                    </a:cubicBezTo>
                    <a:cubicBezTo>
                      <a:pt x="19737" y="49728"/>
                      <a:pt x="19565" y="49777"/>
                      <a:pt x="19394" y="49832"/>
                    </a:cubicBezTo>
                    <a:cubicBezTo>
                      <a:pt x="19333" y="49850"/>
                      <a:pt x="19272" y="49868"/>
                      <a:pt x="19204" y="49887"/>
                    </a:cubicBezTo>
                    <a:cubicBezTo>
                      <a:pt x="19119" y="49917"/>
                      <a:pt x="19033" y="49942"/>
                      <a:pt x="18941" y="49960"/>
                    </a:cubicBezTo>
                    <a:cubicBezTo>
                      <a:pt x="18904" y="49972"/>
                      <a:pt x="18855" y="49991"/>
                      <a:pt x="18819" y="49997"/>
                    </a:cubicBezTo>
                    <a:cubicBezTo>
                      <a:pt x="18727" y="50028"/>
                      <a:pt x="18635" y="50058"/>
                      <a:pt x="18537" y="50077"/>
                    </a:cubicBezTo>
                    <a:cubicBezTo>
                      <a:pt x="18206" y="50168"/>
                      <a:pt x="17876" y="50248"/>
                      <a:pt x="17539" y="50328"/>
                    </a:cubicBezTo>
                    <a:cubicBezTo>
                      <a:pt x="15507" y="50781"/>
                      <a:pt x="13340" y="51007"/>
                      <a:pt x="11068" y="51007"/>
                    </a:cubicBezTo>
                    <a:cubicBezTo>
                      <a:pt x="8001" y="51007"/>
                      <a:pt x="4763" y="50591"/>
                      <a:pt x="1451" y="49752"/>
                    </a:cubicBezTo>
                    <a:cubicBezTo>
                      <a:pt x="1463" y="49721"/>
                      <a:pt x="1482" y="49685"/>
                      <a:pt x="1494" y="49654"/>
                    </a:cubicBezTo>
                    <a:cubicBezTo>
                      <a:pt x="1996" y="48564"/>
                      <a:pt x="2473" y="47462"/>
                      <a:pt x="2902" y="46348"/>
                    </a:cubicBezTo>
                    <a:cubicBezTo>
                      <a:pt x="3043" y="45987"/>
                      <a:pt x="3190" y="45626"/>
                      <a:pt x="3318" y="45265"/>
                    </a:cubicBezTo>
                    <a:cubicBezTo>
                      <a:pt x="3453" y="44922"/>
                      <a:pt x="3581" y="44573"/>
                      <a:pt x="3698" y="44212"/>
                    </a:cubicBezTo>
                    <a:cubicBezTo>
                      <a:pt x="3869" y="43747"/>
                      <a:pt x="4028" y="43275"/>
                      <a:pt x="4187" y="42792"/>
                    </a:cubicBezTo>
                    <a:cubicBezTo>
                      <a:pt x="4604" y="41561"/>
                      <a:pt x="4977" y="40306"/>
                      <a:pt x="5332" y="39033"/>
                    </a:cubicBezTo>
                    <a:cubicBezTo>
                      <a:pt x="5430" y="38684"/>
                      <a:pt x="5528" y="38329"/>
                      <a:pt x="5620" y="37980"/>
                    </a:cubicBezTo>
                    <a:cubicBezTo>
                      <a:pt x="5644" y="37919"/>
                      <a:pt x="5657" y="37857"/>
                      <a:pt x="5669" y="37790"/>
                    </a:cubicBezTo>
                    <a:cubicBezTo>
                      <a:pt x="5761" y="37441"/>
                      <a:pt x="5859" y="37098"/>
                      <a:pt x="5944" y="36749"/>
                    </a:cubicBezTo>
                    <a:cubicBezTo>
                      <a:pt x="6140" y="35984"/>
                      <a:pt x="6330" y="35207"/>
                      <a:pt x="6508" y="34423"/>
                    </a:cubicBezTo>
                    <a:cubicBezTo>
                      <a:pt x="6606" y="34031"/>
                      <a:pt x="6691" y="33639"/>
                      <a:pt x="6783" y="33248"/>
                    </a:cubicBezTo>
                    <a:cubicBezTo>
                      <a:pt x="6961" y="32464"/>
                      <a:pt x="7132" y="31662"/>
                      <a:pt x="7303" y="30860"/>
                    </a:cubicBezTo>
                    <a:cubicBezTo>
                      <a:pt x="7383" y="30462"/>
                      <a:pt x="7469" y="30058"/>
                      <a:pt x="7548" y="29648"/>
                    </a:cubicBezTo>
                    <a:cubicBezTo>
                      <a:pt x="8001" y="27462"/>
                      <a:pt x="8424" y="25216"/>
                      <a:pt x="8840" y="22920"/>
                    </a:cubicBezTo>
                    <a:cubicBezTo>
                      <a:pt x="9538" y="19094"/>
                      <a:pt x="10266" y="15139"/>
                      <a:pt x="10260" y="11172"/>
                    </a:cubicBezTo>
                    <a:cubicBezTo>
                      <a:pt x="10254" y="7426"/>
                      <a:pt x="9611" y="3734"/>
                      <a:pt x="8338" y="202"/>
                    </a:cubicBezTo>
                    <a:cubicBezTo>
                      <a:pt x="8295" y="77"/>
                      <a:pt x="8172" y="1"/>
                      <a:pt x="80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26"/>
              <p:cNvSpPr/>
              <p:nvPr/>
            </p:nvSpPr>
            <p:spPr>
              <a:xfrm>
                <a:off x="5054325" y="3625375"/>
                <a:ext cx="161375" cy="288950"/>
              </a:xfrm>
              <a:custGeom>
                <a:avLst/>
                <a:gdLst/>
                <a:ahLst/>
                <a:cxnLst/>
                <a:rect l="l" t="t" r="r" b="b"/>
                <a:pathLst>
                  <a:path w="6455" h="11558" extrusionOk="0">
                    <a:moveTo>
                      <a:pt x="4029" y="1"/>
                    </a:moveTo>
                    <a:cubicBezTo>
                      <a:pt x="3135" y="313"/>
                      <a:pt x="2284" y="705"/>
                      <a:pt x="1488" y="1158"/>
                    </a:cubicBezTo>
                    <a:cubicBezTo>
                      <a:pt x="1299" y="1268"/>
                      <a:pt x="1109" y="1378"/>
                      <a:pt x="931" y="1495"/>
                    </a:cubicBezTo>
                    <a:cubicBezTo>
                      <a:pt x="1029" y="1611"/>
                      <a:pt x="1127" y="1733"/>
                      <a:pt x="1207" y="1856"/>
                    </a:cubicBezTo>
                    <a:cubicBezTo>
                      <a:pt x="1244" y="1905"/>
                      <a:pt x="1286" y="1966"/>
                      <a:pt x="1323" y="2021"/>
                    </a:cubicBezTo>
                    <a:cubicBezTo>
                      <a:pt x="3398" y="5076"/>
                      <a:pt x="2388" y="9753"/>
                      <a:pt x="1" y="11528"/>
                    </a:cubicBezTo>
                    <a:cubicBezTo>
                      <a:pt x="56" y="11546"/>
                      <a:pt x="163" y="11557"/>
                      <a:pt x="309" y="11557"/>
                    </a:cubicBezTo>
                    <a:cubicBezTo>
                      <a:pt x="1664" y="11557"/>
                      <a:pt x="6454" y="10565"/>
                      <a:pt x="6349" y="3925"/>
                    </a:cubicBezTo>
                    <a:cubicBezTo>
                      <a:pt x="6331" y="2493"/>
                      <a:pt x="5247" y="772"/>
                      <a:pt x="4029" y="1"/>
                    </a:cubicBezTo>
                    <a:close/>
                  </a:path>
                </a:pathLst>
              </a:custGeom>
              <a:solidFill>
                <a:srgbClr val="F4E9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26"/>
              <p:cNvSpPr/>
              <p:nvPr/>
            </p:nvSpPr>
            <p:spPr>
              <a:xfrm>
                <a:off x="4912150" y="3592875"/>
                <a:ext cx="536750" cy="752175"/>
              </a:xfrm>
              <a:custGeom>
                <a:avLst/>
                <a:gdLst/>
                <a:ahLst/>
                <a:cxnLst/>
                <a:rect l="l" t="t" r="r" b="b"/>
                <a:pathLst>
                  <a:path w="21470" h="30087" extrusionOk="0">
                    <a:moveTo>
                      <a:pt x="14414" y="1"/>
                    </a:moveTo>
                    <a:cubicBezTo>
                      <a:pt x="13744" y="1"/>
                      <a:pt x="13029" y="31"/>
                      <a:pt x="12269" y="101"/>
                    </a:cubicBezTo>
                    <a:cubicBezTo>
                      <a:pt x="10402" y="279"/>
                      <a:pt x="9581" y="370"/>
                      <a:pt x="9722" y="1301"/>
                    </a:cubicBezTo>
                    <a:cubicBezTo>
                      <a:pt x="10934" y="2066"/>
                      <a:pt x="12018" y="3793"/>
                      <a:pt x="12036" y="5225"/>
                    </a:cubicBezTo>
                    <a:cubicBezTo>
                      <a:pt x="12141" y="11865"/>
                      <a:pt x="7351" y="12857"/>
                      <a:pt x="5996" y="12857"/>
                    </a:cubicBezTo>
                    <a:cubicBezTo>
                      <a:pt x="5850" y="12857"/>
                      <a:pt x="5743" y="12846"/>
                      <a:pt x="5688" y="12828"/>
                    </a:cubicBezTo>
                    <a:lnTo>
                      <a:pt x="5688" y="12828"/>
                    </a:lnTo>
                    <a:cubicBezTo>
                      <a:pt x="5914" y="13575"/>
                      <a:pt x="5976" y="15081"/>
                      <a:pt x="5804" y="16728"/>
                    </a:cubicBezTo>
                    <a:cubicBezTo>
                      <a:pt x="5712" y="17603"/>
                      <a:pt x="5559" y="18528"/>
                      <a:pt x="5320" y="19397"/>
                    </a:cubicBezTo>
                    <a:cubicBezTo>
                      <a:pt x="4818" y="21234"/>
                      <a:pt x="3986" y="22838"/>
                      <a:pt x="2694" y="23370"/>
                    </a:cubicBezTo>
                    <a:cubicBezTo>
                      <a:pt x="2119" y="23609"/>
                      <a:pt x="1623" y="24025"/>
                      <a:pt x="1182" y="24460"/>
                    </a:cubicBezTo>
                    <a:cubicBezTo>
                      <a:pt x="839" y="24797"/>
                      <a:pt x="625" y="25237"/>
                      <a:pt x="429" y="25672"/>
                    </a:cubicBezTo>
                    <a:cubicBezTo>
                      <a:pt x="203" y="26211"/>
                      <a:pt x="1" y="26780"/>
                      <a:pt x="25" y="27368"/>
                    </a:cubicBezTo>
                    <a:cubicBezTo>
                      <a:pt x="43" y="27735"/>
                      <a:pt x="25" y="28237"/>
                      <a:pt x="154" y="28598"/>
                    </a:cubicBezTo>
                    <a:cubicBezTo>
                      <a:pt x="221" y="28794"/>
                      <a:pt x="337" y="28959"/>
                      <a:pt x="545" y="29027"/>
                    </a:cubicBezTo>
                    <a:cubicBezTo>
                      <a:pt x="2367" y="29561"/>
                      <a:pt x="4325" y="30086"/>
                      <a:pt x="6197" y="30086"/>
                    </a:cubicBezTo>
                    <a:cubicBezTo>
                      <a:pt x="7415" y="30086"/>
                      <a:pt x="8596" y="29864"/>
                      <a:pt x="9679" y="29278"/>
                    </a:cubicBezTo>
                    <a:cubicBezTo>
                      <a:pt x="11491" y="28286"/>
                      <a:pt x="12685" y="26425"/>
                      <a:pt x="13407" y="24497"/>
                    </a:cubicBezTo>
                    <a:cubicBezTo>
                      <a:pt x="13738" y="23615"/>
                      <a:pt x="13983" y="22715"/>
                      <a:pt x="14216" y="21809"/>
                    </a:cubicBezTo>
                    <a:cubicBezTo>
                      <a:pt x="14491" y="20707"/>
                      <a:pt x="14742" y="19605"/>
                      <a:pt x="15066" y="18528"/>
                    </a:cubicBezTo>
                    <a:cubicBezTo>
                      <a:pt x="15391" y="17444"/>
                      <a:pt x="15819" y="16208"/>
                      <a:pt x="16309" y="14904"/>
                    </a:cubicBezTo>
                    <a:cubicBezTo>
                      <a:pt x="18385" y="9376"/>
                      <a:pt x="21470" y="2697"/>
                      <a:pt x="21286" y="1497"/>
                    </a:cubicBezTo>
                    <a:cubicBezTo>
                      <a:pt x="21286" y="1454"/>
                      <a:pt x="21280" y="1429"/>
                      <a:pt x="21268" y="1405"/>
                    </a:cubicBezTo>
                    <a:cubicBezTo>
                      <a:pt x="21256" y="1356"/>
                      <a:pt x="20576" y="976"/>
                      <a:pt x="19297" y="621"/>
                    </a:cubicBezTo>
                    <a:cubicBezTo>
                      <a:pt x="18143" y="297"/>
                      <a:pt x="16501" y="1"/>
                      <a:pt x="144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26"/>
              <p:cNvSpPr/>
              <p:nvPr/>
            </p:nvSpPr>
            <p:spPr>
              <a:xfrm>
                <a:off x="4913225" y="3630025"/>
                <a:ext cx="569825" cy="761600"/>
              </a:xfrm>
              <a:custGeom>
                <a:avLst/>
                <a:gdLst/>
                <a:ahLst/>
                <a:cxnLst/>
                <a:rect l="l" t="t" r="r" b="b"/>
                <a:pathLst>
                  <a:path w="22793" h="30464" extrusionOk="0">
                    <a:moveTo>
                      <a:pt x="21369" y="0"/>
                    </a:moveTo>
                    <a:cubicBezTo>
                      <a:pt x="21327" y="0"/>
                      <a:pt x="21285" y="2"/>
                      <a:pt x="21243" y="5"/>
                    </a:cubicBezTo>
                    <a:cubicBezTo>
                      <a:pt x="21470" y="1492"/>
                      <a:pt x="16713" y="11324"/>
                      <a:pt x="15017" y="17042"/>
                    </a:cubicBezTo>
                    <a:cubicBezTo>
                      <a:pt x="14430" y="19019"/>
                      <a:pt x="14093" y="21076"/>
                      <a:pt x="13364" y="23011"/>
                    </a:cubicBezTo>
                    <a:cubicBezTo>
                      <a:pt x="12642" y="24939"/>
                      <a:pt x="11448" y="26800"/>
                      <a:pt x="9636" y="27792"/>
                    </a:cubicBezTo>
                    <a:cubicBezTo>
                      <a:pt x="8551" y="28378"/>
                      <a:pt x="7369" y="28600"/>
                      <a:pt x="6152" y="28600"/>
                    </a:cubicBezTo>
                    <a:cubicBezTo>
                      <a:pt x="4280" y="28600"/>
                      <a:pt x="2324" y="28075"/>
                      <a:pt x="502" y="27541"/>
                    </a:cubicBezTo>
                    <a:cubicBezTo>
                      <a:pt x="294" y="27473"/>
                      <a:pt x="172" y="27314"/>
                      <a:pt x="111" y="27106"/>
                    </a:cubicBezTo>
                    <a:lnTo>
                      <a:pt x="0" y="27253"/>
                    </a:lnTo>
                    <a:cubicBezTo>
                      <a:pt x="472" y="28882"/>
                      <a:pt x="2033" y="30259"/>
                      <a:pt x="3735" y="30369"/>
                    </a:cubicBezTo>
                    <a:cubicBezTo>
                      <a:pt x="4737" y="30432"/>
                      <a:pt x="5627" y="30464"/>
                      <a:pt x="6418" y="30464"/>
                    </a:cubicBezTo>
                    <a:cubicBezTo>
                      <a:pt x="11947" y="30464"/>
                      <a:pt x="12697" y="28918"/>
                      <a:pt x="13934" y="25668"/>
                    </a:cubicBezTo>
                    <a:cubicBezTo>
                      <a:pt x="15727" y="20960"/>
                      <a:pt x="20956" y="5306"/>
                      <a:pt x="22792" y="709"/>
                    </a:cubicBezTo>
                    <a:cubicBezTo>
                      <a:pt x="22468" y="259"/>
                      <a:pt x="21922" y="0"/>
                      <a:pt x="21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26"/>
              <p:cNvSpPr/>
              <p:nvPr/>
            </p:nvSpPr>
            <p:spPr>
              <a:xfrm>
                <a:off x="5045150" y="3901150"/>
                <a:ext cx="274750" cy="236975"/>
              </a:xfrm>
              <a:custGeom>
                <a:avLst/>
                <a:gdLst/>
                <a:ahLst/>
                <a:cxnLst/>
                <a:rect l="l" t="t" r="r" b="b"/>
                <a:pathLst>
                  <a:path w="10990" h="9479" extrusionOk="0">
                    <a:moveTo>
                      <a:pt x="9230" y="1"/>
                    </a:moveTo>
                    <a:cubicBezTo>
                      <a:pt x="8749" y="1"/>
                      <a:pt x="8259" y="220"/>
                      <a:pt x="7818" y="436"/>
                    </a:cubicBezTo>
                    <a:cubicBezTo>
                      <a:pt x="6312" y="1165"/>
                      <a:pt x="4824" y="1905"/>
                      <a:pt x="3337" y="2671"/>
                    </a:cubicBezTo>
                    <a:cubicBezTo>
                      <a:pt x="2357" y="3185"/>
                      <a:pt x="1353" y="3711"/>
                      <a:pt x="484" y="4397"/>
                    </a:cubicBezTo>
                    <a:cubicBezTo>
                      <a:pt x="392" y="5272"/>
                      <a:pt x="233" y="6197"/>
                      <a:pt x="0" y="7066"/>
                    </a:cubicBezTo>
                    <a:lnTo>
                      <a:pt x="0" y="7072"/>
                    </a:lnTo>
                    <a:cubicBezTo>
                      <a:pt x="1182" y="6974"/>
                      <a:pt x="2357" y="6748"/>
                      <a:pt x="3484" y="6405"/>
                    </a:cubicBezTo>
                    <a:cubicBezTo>
                      <a:pt x="4243" y="6173"/>
                      <a:pt x="5068" y="5893"/>
                      <a:pt x="5837" y="5893"/>
                    </a:cubicBezTo>
                    <a:cubicBezTo>
                      <a:pt x="6265" y="5893"/>
                      <a:pt x="6675" y="5979"/>
                      <a:pt x="7047" y="6209"/>
                    </a:cubicBezTo>
                    <a:cubicBezTo>
                      <a:pt x="8031" y="6816"/>
                      <a:pt x="8195" y="9479"/>
                      <a:pt x="8879" y="9479"/>
                    </a:cubicBezTo>
                    <a:cubicBezTo>
                      <a:pt x="8885" y="9479"/>
                      <a:pt x="8890" y="9478"/>
                      <a:pt x="8896" y="9478"/>
                    </a:cubicBezTo>
                    <a:cubicBezTo>
                      <a:pt x="9171" y="8376"/>
                      <a:pt x="9422" y="7274"/>
                      <a:pt x="9740" y="6197"/>
                    </a:cubicBezTo>
                    <a:cubicBezTo>
                      <a:pt x="10065" y="5113"/>
                      <a:pt x="10499" y="3877"/>
                      <a:pt x="10989" y="2573"/>
                    </a:cubicBezTo>
                    <a:cubicBezTo>
                      <a:pt x="10959" y="2316"/>
                      <a:pt x="10916" y="2065"/>
                      <a:pt x="10861" y="1807"/>
                    </a:cubicBezTo>
                    <a:cubicBezTo>
                      <a:pt x="10708" y="1097"/>
                      <a:pt x="10383" y="332"/>
                      <a:pt x="9704" y="81"/>
                    </a:cubicBezTo>
                    <a:cubicBezTo>
                      <a:pt x="9548" y="25"/>
                      <a:pt x="9390" y="1"/>
                      <a:pt x="9230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26"/>
              <p:cNvSpPr/>
              <p:nvPr/>
            </p:nvSpPr>
            <p:spPr>
              <a:xfrm>
                <a:off x="5197900" y="3646975"/>
                <a:ext cx="205250" cy="305025"/>
              </a:xfrm>
              <a:custGeom>
                <a:avLst/>
                <a:gdLst/>
                <a:ahLst/>
                <a:cxnLst/>
                <a:rect l="l" t="t" r="r" b="b"/>
                <a:pathLst>
                  <a:path w="8210" h="12201" extrusionOk="0">
                    <a:moveTo>
                      <a:pt x="2510" y="0"/>
                    </a:moveTo>
                    <a:cubicBezTo>
                      <a:pt x="1751" y="557"/>
                      <a:pt x="1053" y="1188"/>
                      <a:pt x="429" y="1861"/>
                    </a:cubicBezTo>
                    <a:cubicBezTo>
                      <a:pt x="276" y="2026"/>
                      <a:pt x="135" y="2186"/>
                      <a:pt x="0" y="2351"/>
                    </a:cubicBezTo>
                    <a:cubicBezTo>
                      <a:pt x="129" y="2430"/>
                      <a:pt x="257" y="2516"/>
                      <a:pt x="374" y="2608"/>
                    </a:cubicBezTo>
                    <a:cubicBezTo>
                      <a:pt x="422" y="2651"/>
                      <a:pt x="478" y="2694"/>
                      <a:pt x="527" y="2737"/>
                    </a:cubicBezTo>
                    <a:cubicBezTo>
                      <a:pt x="3422" y="5032"/>
                      <a:pt x="3857" y="9795"/>
                      <a:pt x="2112" y="12201"/>
                    </a:cubicBezTo>
                    <a:cubicBezTo>
                      <a:pt x="2706" y="12201"/>
                      <a:pt x="8209" y="10034"/>
                      <a:pt x="5895" y="3049"/>
                    </a:cubicBezTo>
                    <a:cubicBezTo>
                      <a:pt x="5449" y="1690"/>
                      <a:pt x="3900" y="367"/>
                      <a:pt x="25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26"/>
              <p:cNvSpPr/>
              <p:nvPr/>
            </p:nvSpPr>
            <p:spPr>
              <a:xfrm>
                <a:off x="5219325" y="3558800"/>
                <a:ext cx="335350" cy="818075"/>
              </a:xfrm>
              <a:custGeom>
                <a:avLst/>
                <a:gdLst/>
                <a:ahLst/>
                <a:cxnLst/>
                <a:rect l="l" t="t" r="r" b="b"/>
                <a:pathLst>
                  <a:path w="13414" h="32723" extrusionOk="0">
                    <a:moveTo>
                      <a:pt x="11020" y="0"/>
                    </a:moveTo>
                    <a:cubicBezTo>
                      <a:pt x="10884" y="0"/>
                      <a:pt x="10741" y="2"/>
                      <a:pt x="10591" y="7"/>
                    </a:cubicBezTo>
                    <a:cubicBezTo>
                      <a:pt x="9005" y="62"/>
                      <a:pt x="6624" y="405"/>
                      <a:pt x="3728" y="1617"/>
                    </a:cubicBezTo>
                    <a:cubicBezTo>
                      <a:pt x="1996" y="2346"/>
                      <a:pt x="1249" y="2676"/>
                      <a:pt x="1653" y="3527"/>
                    </a:cubicBezTo>
                    <a:cubicBezTo>
                      <a:pt x="3043" y="3894"/>
                      <a:pt x="4592" y="5217"/>
                      <a:pt x="5038" y="6576"/>
                    </a:cubicBezTo>
                    <a:cubicBezTo>
                      <a:pt x="7352" y="13561"/>
                      <a:pt x="1849" y="15728"/>
                      <a:pt x="1255" y="15728"/>
                    </a:cubicBezTo>
                    <a:cubicBezTo>
                      <a:pt x="2418" y="17454"/>
                      <a:pt x="4090" y="24574"/>
                      <a:pt x="1555" y="26686"/>
                    </a:cubicBezTo>
                    <a:cubicBezTo>
                      <a:pt x="1078" y="27084"/>
                      <a:pt x="723" y="27629"/>
                      <a:pt x="435" y="28174"/>
                    </a:cubicBezTo>
                    <a:cubicBezTo>
                      <a:pt x="214" y="28602"/>
                      <a:pt x="135" y="29080"/>
                      <a:pt x="86" y="29557"/>
                    </a:cubicBezTo>
                    <a:cubicBezTo>
                      <a:pt x="25" y="30139"/>
                      <a:pt x="0" y="30745"/>
                      <a:pt x="202" y="31296"/>
                    </a:cubicBezTo>
                    <a:cubicBezTo>
                      <a:pt x="325" y="31645"/>
                      <a:pt x="459" y="32122"/>
                      <a:pt x="686" y="32428"/>
                    </a:cubicBezTo>
                    <a:cubicBezTo>
                      <a:pt x="814" y="32606"/>
                      <a:pt x="974" y="32722"/>
                      <a:pt x="1194" y="32722"/>
                    </a:cubicBezTo>
                    <a:cubicBezTo>
                      <a:pt x="4322" y="32667"/>
                      <a:pt x="7799" y="32471"/>
                      <a:pt x="9985" y="30231"/>
                    </a:cubicBezTo>
                    <a:cubicBezTo>
                      <a:pt x="11417" y="28743"/>
                      <a:pt x="11999" y="26613"/>
                      <a:pt x="12109" y="24556"/>
                    </a:cubicBezTo>
                    <a:cubicBezTo>
                      <a:pt x="12232" y="22493"/>
                      <a:pt x="11938" y="20430"/>
                      <a:pt x="11907" y="18366"/>
                    </a:cubicBezTo>
                    <a:cubicBezTo>
                      <a:pt x="11809" y="12404"/>
                      <a:pt x="13413" y="1599"/>
                      <a:pt x="12752" y="246"/>
                    </a:cubicBezTo>
                    <a:cubicBezTo>
                      <a:pt x="12740" y="215"/>
                      <a:pt x="12727" y="191"/>
                      <a:pt x="12709" y="172"/>
                    </a:cubicBezTo>
                    <a:cubicBezTo>
                      <a:pt x="12682" y="134"/>
                      <a:pt x="12082" y="0"/>
                      <a:pt x="110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26"/>
              <p:cNvSpPr/>
              <p:nvPr/>
            </p:nvSpPr>
            <p:spPr>
              <a:xfrm>
                <a:off x="5234925" y="3561775"/>
                <a:ext cx="345300" cy="860925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34437" extrusionOk="0">
                    <a:moveTo>
                      <a:pt x="12788" y="0"/>
                    </a:moveTo>
                    <a:cubicBezTo>
                      <a:pt x="12562" y="0"/>
                      <a:pt x="12337" y="42"/>
                      <a:pt x="12128" y="127"/>
                    </a:cubicBezTo>
                    <a:cubicBezTo>
                      <a:pt x="12789" y="1480"/>
                      <a:pt x="11185" y="12285"/>
                      <a:pt x="11277" y="18241"/>
                    </a:cubicBezTo>
                    <a:cubicBezTo>
                      <a:pt x="11308" y="20304"/>
                      <a:pt x="11601" y="22374"/>
                      <a:pt x="11485" y="24437"/>
                    </a:cubicBezTo>
                    <a:cubicBezTo>
                      <a:pt x="11375" y="26494"/>
                      <a:pt x="10793" y="28624"/>
                      <a:pt x="9361" y="30106"/>
                    </a:cubicBezTo>
                    <a:cubicBezTo>
                      <a:pt x="7175" y="32352"/>
                      <a:pt x="3698" y="32548"/>
                      <a:pt x="570" y="32603"/>
                    </a:cubicBezTo>
                    <a:cubicBezTo>
                      <a:pt x="350" y="32603"/>
                      <a:pt x="190" y="32481"/>
                      <a:pt x="62" y="32309"/>
                    </a:cubicBezTo>
                    <a:lnTo>
                      <a:pt x="1" y="32475"/>
                    </a:lnTo>
                    <a:lnTo>
                      <a:pt x="1" y="32481"/>
                    </a:lnTo>
                    <a:cubicBezTo>
                      <a:pt x="783" y="33655"/>
                      <a:pt x="2229" y="34437"/>
                      <a:pt x="3640" y="34437"/>
                    </a:cubicBezTo>
                    <a:cubicBezTo>
                      <a:pt x="3928" y="34437"/>
                      <a:pt x="4215" y="34404"/>
                      <a:pt x="4494" y="34336"/>
                    </a:cubicBezTo>
                    <a:cubicBezTo>
                      <a:pt x="12287" y="32420"/>
                      <a:pt x="12587" y="30767"/>
                      <a:pt x="12826" y="26800"/>
                    </a:cubicBezTo>
                    <a:cubicBezTo>
                      <a:pt x="13132" y="21774"/>
                      <a:pt x="13438" y="5269"/>
                      <a:pt x="13811" y="329"/>
                    </a:cubicBezTo>
                    <a:cubicBezTo>
                      <a:pt x="13517" y="110"/>
                      <a:pt x="13152" y="0"/>
                      <a:pt x="127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26"/>
              <p:cNvSpPr/>
              <p:nvPr/>
            </p:nvSpPr>
            <p:spPr>
              <a:xfrm>
                <a:off x="3626725" y="3158450"/>
                <a:ext cx="1948750" cy="1213850"/>
              </a:xfrm>
              <a:custGeom>
                <a:avLst/>
                <a:gdLst/>
                <a:ahLst/>
                <a:cxnLst/>
                <a:rect l="l" t="t" r="r" b="b"/>
                <a:pathLst>
                  <a:path w="77950" h="48554" extrusionOk="0">
                    <a:moveTo>
                      <a:pt x="46875" y="0"/>
                    </a:moveTo>
                    <a:cubicBezTo>
                      <a:pt x="46753" y="141"/>
                      <a:pt x="46630" y="288"/>
                      <a:pt x="46502" y="429"/>
                    </a:cubicBezTo>
                    <a:cubicBezTo>
                      <a:pt x="46459" y="478"/>
                      <a:pt x="46404" y="539"/>
                      <a:pt x="46355" y="588"/>
                    </a:cubicBezTo>
                    <a:cubicBezTo>
                      <a:pt x="46269" y="680"/>
                      <a:pt x="46183" y="771"/>
                      <a:pt x="46098" y="857"/>
                    </a:cubicBezTo>
                    <a:cubicBezTo>
                      <a:pt x="45987" y="974"/>
                      <a:pt x="45877" y="1078"/>
                      <a:pt x="45767" y="1182"/>
                    </a:cubicBezTo>
                    <a:lnTo>
                      <a:pt x="45761" y="1182"/>
                    </a:lnTo>
                    <a:cubicBezTo>
                      <a:pt x="45498" y="1433"/>
                      <a:pt x="45216" y="1678"/>
                      <a:pt x="44928" y="1898"/>
                    </a:cubicBezTo>
                    <a:cubicBezTo>
                      <a:pt x="44812" y="1990"/>
                      <a:pt x="44684" y="2082"/>
                      <a:pt x="44555" y="2167"/>
                    </a:cubicBezTo>
                    <a:cubicBezTo>
                      <a:pt x="44365" y="2302"/>
                      <a:pt x="44175" y="2424"/>
                      <a:pt x="43980" y="2541"/>
                    </a:cubicBezTo>
                    <a:cubicBezTo>
                      <a:pt x="43851" y="2614"/>
                      <a:pt x="43716" y="2688"/>
                      <a:pt x="43588" y="2749"/>
                    </a:cubicBezTo>
                    <a:cubicBezTo>
                      <a:pt x="43459" y="2816"/>
                      <a:pt x="43324" y="2884"/>
                      <a:pt x="43190" y="2939"/>
                    </a:cubicBezTo>
                    <a:cubicBezTo>
                      <a:pt x="42480" y="3239"/>
                      <a:pt x="41770" y="3483"/>
                      <a:pt x="41059" y="3673"/>
                    </a:cubicBezTo>
                    <a:cubicBezTo>
                      <a:pt x="40851" y="3802"/>
                      <a:pt x="40637" y="3924"/>
                      <a:pt x="40423" y="4028"/>
                    </a:cubicBezTo>
                    <a:cubicBezTo>
                      <a:pt x="28865" y="9881"/>
                      <a:pt x="18243" y="17435"/>
                      <a:pt x="8075" y="25467"/>
                    </a:cubicBezTo>
                    <a:cubicBezTo>
                      <a:pt x="4604" y="28216"/>
                      <a:pt x="2871" y="31534"/>
                      <a:pt x="992" y="35544"/>
                    </a:cubicBezTo>
                    <a:cubicBezTo>
                      <a:pt x="123" y="37405"/>
                      <a:pt x="0" y="40527"/>
                      <a:pt x="1812" y="43245"/>
                    </a:cubicBezTo>
                    <a:lnTo>
                      <a:pt x="1806" y="43245"/>
                    </a:lnTo>
                    <a:cubicBezTo>
                      <a:pt x="3724" y="46128"/>
                      <a:pt x="7801" y="48554"/>
                      <a:pt x="15454" y="48554"/>
                    </a:cubicBezTo>
                    <a:cubicBezTo>
                      <a:pt x="16153" y="48554"/>
                      <a:pt x="16883" y="48533"/>
                      <a:pt x="17643" y="48491"/>
                    </a:cubicBezTo>
                    <a:cubicBezTo>
                      <a:pt x="20337" y="48344"/>
                      <a:pt x="53677" y="36909"/>
                      <a:pt x="63006" y="33101"/>
                    </a:cubicBezTo>
                    <a:cubicBezTo>
                      <a:pt x="63827" y="32899"/>
                      <a:pt x="64482" y="32409"/>
                      <a:pt x="64959" y="31742"/>
                    </a:cubicBezTo>
                    <a:cubicBezTo>
                      <a:pt x="65896" y="30456"/>
                      <a:pt x="66202" y="28497"/>
                      <a:pt x="65847" y="26600"/>
                    </a:cubicBezTo>
                    <a:cubicBezTo>
                      <a:pt x="65810" y="26398"/>
                      <a:pt x="65761" y="26196"/>
                      <a:pt x="65706" y="25994"/>
                    </a:cubicBezTo>
                    <a:cubicBezTo>
                      <a:pt x="65326" y="24561"/>
                      <a:pt x="64561" y="23214"/>
                      <a:pt x="63374" y="22278"/>
                    </a:cubicBezTo>
                    <a:cubicBezTo>
                      <a:pt x="63331" y="22241"/>
                      <a:pt x="63276" y="22198"/>
                      <a:pt x="63233" y="22161"/>
                    </a:cubicBezTo>
                    <a:lnTo>
                      <a:pt x="63227" y="22155"/>
                    </a:lnTo>
                    <a:cubicBezTo>
                      <a:pt x="63227" y="22155"/>
                      <a:pt x="63227" y="22149"/>
                      <a:pt x="63221" y="22149"/>
                    </a:cubicBezTo>
                    <a:cubicBezTo>
                      <a:pt x="63104" y="22057"/>
                      <a:pt x="62976" y="21971"/>
                      <a:pt x="62847" y="21892"/>
                    </a:cubicBezTo>
                    <a:cubicBezTo>
                      <a:pt x="62982" y="21727"/>
                      <a:pt x="63129" y="21567"/>
                      <a:pt x="63276" y="21402"/>
                    </a:cubicBezTo>
                    <a:cubicBezTo>
                      <a:pt x="63747" y="20900"/>
                      <a:pt x="64261" y="20410"/>
                      <a:pt x="64812" y="19964"/>
                    </a:cubicBezTo>
                    <a:cubicBezTo>
                      <a:pt x="64990" y="19823"/>
                      <a:pt x="65173" y="19676"/>
                      <a:pt x="65357" y="19541"/>
                    </a:cubicBezTo>
                    <a:cubicBezTo>
                      <a:pt x="65584" y="19370"/>
                      <a:pt x="65822" y="19211"/>
                      <a:pt x="66055" y="19051"/>
                    </a:cubicBezTo>
                    <a:cubicBezTo>
                      <a:pt x="66251" y="18917"/>
                      <a:pt x="66453" y="18788"/>
                      <a:pt x="66655" y="18672"/>
                    </a:cubicBezTo>
                    <a:cubicBezTo>
                      <a:pt x="66881" y="18537"/>
                      <a:pt x="67108" y="18402"/>
                      <a:pt x="67334" y="18286"/>
                    </a:cubicBezTo>
                    <a:cubicBezTo>
                      <a:pt x="67530" y="18182"/>
                      <a:pt x="67720" y="18078"/>
                      <a:pt x="67922" y="17986"/>
                    </a:cubicBezTo>
                    <a:cubicBezTo>
                      <a:pt x="68014" y="17937"/>
                      <a:pt x="68118" y="17894"/>
                      <a:pt x="68210" y="17851"/>
                    </a:cubicBezTo>
                    <a:cubicBezTo>
                      <a:pt x="68583" y="17680"/>
                      <a:pt x="68951" y="17527"/>
                      <a:pt x="69324" y="17392"/>
                    </a:cubicBezTo>
                    <a:cubicBezTo>
                      <a:pt x="69428" y="17349"/>
                      <a:pt x="69532" y="17319"/>
                      <a:pt x="69630" y="17288"/>
                    </a:cubicBezTo>
                    <a:cubicBezTo>
                      <a:pt x="69808" y="17221"/>
                      <a:pt x="69991" y="17166"/>
                      <a:pt x="70175" y="17117"/>
                    </a:cubicBezTo>
                    <a:cubicBezTo>
                      <a:pt x="70414" y="17037"/>
                      <a:pt x="70659" y="16976"/>
                      <a:pt x="70903" y="16921"/>
                    </a:cubicBezTo>
                    <a:cubicBezTo>
                      <a:pt x="71026" y="16890"/>
                      <a:pt x="71185" y="16866"/>
                      <a:pt x="71350" y="16835"/>
                    </a:cubicBezTo>
                    <a:cubicBezTo>
                      <a:pt x="71405" y="16823"/>
                      <a:pt x="71467" y="16811"/>
                      <a:pt x="71534" y="16799"/>
                    </a:cubicBezTo>
                    <a:cubicBezTo>
                      <a:pt x="71901" y="16725"/>
                      <a:pt x="72336" y="16645"/>
                      <a:pt x="72801" y="16523"/>
                    </a:cubicBezTo>
                    <a:cubicBezTo>
                      <a:pt x="72948" y="16486"/>
                      <a:pt x="73095" y="16450"/>
                      <a:pt x="73254" y="16401"/>
                    </a:cubicBezTo>
                    <a:cubicBezTo>
                      <a:pt x="73266" y="16394"/>
                      <a:pt x="73279" y="16388"/>
                      <a:pt x="73291" y="16388"/>
                    </a:cubicBezTo>
                    <a:cubicBezTo>
                      <a:pt x="73450" y="16339"/>
                      <a:pt x="73622" y="16284"/>
                      <a:pt x="73787" y="16223"/>
                    </a:cubicBezTo>
                    <a:cubicBezTo>
                      <a:pt x="73805" y="16217"/>
                      <a:pt x="73824" y="16211"/>
                      <a:pt x="73842" y="16205"/>
                    </a:cubicBezTo>
                    <a:cubicBezTo>
                      <a:pt x="73995" y="16150"/>
                      <a:pt x="74142" y="16088"/>
                      <a:pt x="74295" y="16021"/>
                    </a:cubicBezTo>
                    <a:cubicBezTo>
                      <a:pt x="74521" y="15923"/>
                      <a:pt x="74754" y="15813"/>
                      <a:pt x="74981" y="15684"/>
                    </a:cubicBezTo>
                    <a:cubicBezTo>
                      <a:pt x="75293" y="15513"/>
                      <a:pt x="75599" y="15305"/>
                      <a:pt x="75881" y="15072"/>
                    </a:cubicBezTo>
                    <a:cubicBezTo>
                      <a:pt x="75942" y="15017"/>
                      <a:pt x="76003" y="14968"/>
                      <a:pt x="76058" y="14919"/>
                    </a:cubicBezTo>
                    <a:cubicBezTo>
                      <a:pt x="76119" y="14870"/>
                      <a:pt x="76174" y="14815"/>
                      <a:pt x="76229" y="14760"/>
                    </a:cubicBezTo>
                    <a:cubicBezTo>
                      <a:pt x="76401" y="14589"/>
                      <a:pt x="76560" y="14411"/>
                      <a:pt x="76713" y="14215"/>
                    </a:cubicBezTo>
                    <a:cubicBezTo>
                      <a:pt x="76762" y="14154"/>
                      <a:pt x="76811" y="14087"/>
                      <a:pt x="76860" y="14007"/>
                    </a:cubicBezTo>
                    <a:cubicBezTo>
                      <a:pt x="77025" y="13787"/>
                      <a:pt x="77172" y="13536"/>
                      <a:pt x="77295" y="13266"/>
                    </a:cubicBezTo>
                    <a:cubicBezTo>
                      <a:pt x="77362" y="13144"/>
                      <a:pt x="77423" y="13003"/>
                      <a:pt x="77472" y="12868"/>
                    </a:cubicBezTo>
                    <a:cubicBezTo>
                      <a:pt x="77527" y="12734"/>
                      <a:pt x="77576" y="12593"/>
                      <a:pt x="77625" y="12446"/>
                    </a:cubicBezTo>
                    <a:cubicBezTo>
                      <a:pt x="77644" y="12391"/>
                      <a:pt x="77662" y="12330"/>
                      <a:pt x="77674" y="12274"/>
                    </a:cubicBezTo>
                    <a:cubicBezTo>
                      <a:pt x="77699" y="12189"/>
                      <a:pt x="77723" y="12097"/>
                      <a:pt x="77742" y="11993"/>
                    </a:cubicBezTo>
                    <a:cubicBezTo>
                      <a:pt x="77766" y="11926"/>
                      <a:pt x="77778" y="11852"/>
                      <a:pt x="77791" y="11779"/>
                    </a:cubicBezTo>
                    <a:cubicBezTo>
                      <a:pt x="77809" y="11687"/>
                      <a:pt x="77827" y="11601"/>
                      <a:pt x="77840" y="11509"/>
                    </a:cubicBezTo>
                    <a:cubicBezTo>
                      <a:pt x="77858" y="11417"/>
                      <a:pt x="77870" y="11319"/>
                      <a:pt x="77882" y="11222"/>
                    </a:cubicBezTo>
                    <a:cubicBezTo>
                      <a:pt x="77888" y="11173"/>
                      <a:pt x="77895" y="11124"/>
                      <a:pt x="77895" y="11068"/>
                    </a:cubicBezTo>
                    <a:cubicBezTo>
                      <a:pt x="77913" y="10928"/>
                      <a:pt x="77925" y="10793"/>
                      <a:pt x="77931" y="10646"/>
                    </a:cubicBezTo>
                    <a:cubicBezTo>
                      <a:pt x="77944" y="10469"/>
                      <a:pt x="77950" y="10285"/>
                      <a:pt x="77950" y="10095"/>
                    </a:cubicBezTo>
                    <a:cubicBezTo>
                      <a:pt x="77950" y="9716"/>
                      <a:pt x="77913" y="9299"/>
                      <a:pt x="77840" y="8858"/>
                    </a:cubicBezTo>
                    <a:cubicBezTo>
                      <a:pt x="77827" y="8779"/>
                      <a:pt x="77815" y="8693"/>
                      <a:pt x="77797" y="8607"/>
                    </a:cubicBezTo>
                    <a:cubicBezTo>
                      <a:pt x="77784" y="8522"/>
                      <a:pt x="77766" y="8424"/>
                      <a:pt x="77742" y="8326"/>
                    </a:cubicBezTo>
                    <a:cubicBezTo>
                      <a:pt x="77668" y="7977"/>
                      <a:pt x="77576" y="7622"/>
                      <a:pt x="77472" y="7255"/>
                    </a:cubicBezTo>
                    <a:cubicBezTo>
                      <a:pt x="77435" y="7114"/>
                      <a:pt x="77393" y="6967"/>
                      <a:pt x="77344" y="6820"/>
                    </a:cubicBezTo>
                    <a:cubicBezTo>
                      <a:pt x="77295" y="6648"/>
                      <a:pt x="77233" y="6477"/>
                      <a:pt x="77172" y="6293"/>
                    </a:cubicBezTo>
                    <a:cubicBezTo>
                      <a:pt x="77111" y="6122"/>
                      <a:pt x="77050" y="5938"/>
                      <a:pt x="76989" y="5767"/>
                    </a:cubicBezTo>
                    <a:cubicBezTo>
                      <a:pt x="76793" y="5228"/>
                      <a:pt x="76572" y="4696"/>
                      <a:pt x="76346" y="4163"/>
                    </a:cubicBezTo>
                    <a:cubicBezTo>
                      <a:pt x="76076" y="3557"/>
                      <a:pt x="75783" y="2969"/>
                      <a:pt x="75483" y="2394"/>
                    </a:cubicBezTo>
                    <a:cubicBezTo>
                      <a:pt x="75428" y="2290"/>
                      <a:pt x="75372" y="2180"/>
                      <a:pt x="75317" y="2075"/>
                    </a:cubicBezTo>
                    <a:cubicBezTo>
                      <a:pt x="75213" y="2112"/>
                      <a:pt x="75103" y="2155"/>
                      <a:pt x="74993" y="2192"/>
                    </a:cubicBezTo>
                    <a:cubicBezTo>
                      <a:pt x="74987" y="2192"/>
                      <a:pt x="74987" y="2198"/>
                      <a:pt x="74981" y="2198"/>
                    </a:cubicBezTo>
                    <a:cubicBezTo>
                      <a:pt x="74962" y="2204"/>
                      <a:pt x="74938" y="2210"/>
                      <a:pt x="74919" y="2222"/>
                    </a:cubicBezTo>
                    <a:cubicBezTo>
                      <a:pt x="74675" y="2314"/>
                      <a:pt x="74417" y="2394"/>
                      <a:pt x="74148" y="2479"/>
                    </a:cubicBezTo>
                    <a:cubicBezTo>
                      <a:pt x="74111" y="2492"/>
                      <a:pt x="74075" y="2504"/>
                      <a:pt x="74032" y="2516"/>
                    </a:cubicBezTo>
                    <a:cubicBezTo>
                      <a:pt x="73628" y="2645"/>
                      <a:pt x="73199" y="2761"/>
                      <a:pt x="72734" y="2871"/>
                    </a:cubicBezTo>
                    <a:cubicBezTo>
                      <a:pt x="72569" y="2914"/>
                      <a:pt x="72397" y="2957"/>
                      <a:pt x="72220" y="2994"/>
                    </a:cubicBezTo>
                    <a:cubicBezTo>
                      <a:pt x="72024" y="3037"/>
                      <a:pt x="71834" y="3079"/>
                      <a:pt x="71632" y="3116"/>
                    </a:cubicBezTo>
                    <a:cubicBezTo>
                      <a:pt x="71461" y="3153"/>
                      <a:pt x="71289" y="3190"/>
                      <a:pt x="71105" y="3214"/>
                    </a:cubicBezTo>
                    <a:cubicBezTo>
                      <a:pt x="70891" y="3257"/>
                      <a:pt x="70665" y="3300"/>
                      <a:pt x="70432" y="3330"/>
                    </a:cubicBezTo>
                    <a:cubicBezTo>
                      <a:pt x="70261" y="3361"/>
                      <a:pt x="70083" y="3386"/>
                      <a:pt x="69912" y="3404"/>
                    </a:cubicBezTo>
                    <a:cubicBezTo>
                      <a:pt x="69287" y="3490"/>
                      <a:pt x="68632" y="3557"/>
                      <a:pt x="67947" y="3606"/>
                    </a:cubicBezTo>
                    <a:cubicBezTo>
                      <a:pt x="67273" y="3650"/>
                      <a:pt x="66564" y="3675"/>
                      <a:pt x="65824" y="3675"/>
                    </a:cubicBezTo>
                    <a:cubicBezTo>
                      <a:pt x="64831" y="3675"/>
                      <a:pt x="63780" y="3631"/>
                      <a:pt x="62682" y="3532"/>
                    </a:cubicBezTo>
                    <a:cubicBezTo>
                      <a:pt x="61586" y="3441"/>
                      <a:pt x="60447" y="3294"/>
                      <a:pt x="59247" y="3073"/>
                    </a:cubicBezTo>
                    <a:cubicBezTo>
                      <a:pt x="58348" y="2908"/>
                      <a:pt x="57441" y="2522"/>
                      <a:pt x="56444" y="2473"/>
                    </a:cubicBezTo>
                    <a:cubicBezTo>
                      <a:pt x="56095" y="2455"/>
                      <a:pt x="55721" y="2431"/>
                      <a:pt x="55342" y="2394"/>
                    </a:cubicBezTo>
                    <a:cubicBezTo>
                      <a:pt x="54527" y="2314"/>
                      <a:pt x="53658" y="2180"/>
                      <a:pt x="52783" y="2014"/>
                    </a:cubicBezTo>
                    <a:cubicBezTo>
                      <a:pt x="52422" y="1947"/>
                      <a:pt x="52054" y="1861"/>
                      <a:pt x="51693" y="1775"/>
                    </a:cubicBezTo>
                    <a:cubicBezTo>
                      <a:pt x="51491" y="1727"/>
                      <a:pt x="51283" y="1678"/>
                      <a:pt x="51075" y="1622"/>
                    </a:cubicBezTo>
                    <a:cubicBezTo>
                      <a:pt x="50885" y="1573"/>
                      <a:pt x="50695" y="1518"/>
                      <a:pt x="50518" y="1463"/>
                    </a:cubicBezTo>
                    <a:cubicBezTo>
                      <a:pt x="50163" y="1371"/>
                      <a:pt x="49820" y="1255"/>
                      <a:pt x="49483" y="1139"/>
                    </a:cubicBezTo>
                    <a:cubicBezTo>
                      <a:pt x="49330" y="1096"/>
                      <a:pt x="49183" y="1041"/>
                      <a:pt x="49030" y="986"/>
                    </a:cubicBezTo>
                    <a:cubicBezTo>
                      <a:pt x="49012" y="986"/>
                      <a:pt x="48999" y="980"/>
                      <a:pt x="48987" y="974"/>
                    </a:cubicBezTo>
                    <a:cubicBezTo>
                      <a:pt x="48804" y="900"/>
                      <a:pt x="48614" y="827"/>
                      <a:pt x="48436" y="753"/>
                    </a:cubicBezTo>
                    <a:cubicBezTo>
                      <a:pt x="48253" y="680"/>
                      <a:pt x="48069" y="600"/>
                      <a:pt x="47898" y="520"/>
                    </a:cubicBezTo>
                    <a:cubicBezTo>
                      <a:pt x="47763" y="465"/>
                      <a:pt x="47640" y="404"/>
                      <a:pt x="47524" y="349"/>
                    </a:cubicBezTo>
                    <a:cubicBezTo>
                      <a:pt x="47426" y="300"/>
                      <a:pt x="47334" y="257"/>
                      <a:pt x="47249" y="202"/>
                    </a:cubicBezTo>
                    <a:cubicBezTo>
                      <a:pt x="47218" y="190"/>
                      <a:pt x="47187" y="172"/>
                      <a:pt x="47163" y="159"/>
                    </a:cubicBezTo>
                    <a:cubicBezTo>
                      <a:pt x="47059" y="104"/>
                      <a:pt x="46967" y="55"/>
                      <a:pt x="468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26"/>
              <p:cNvSpPr/>
              <p:nvPr/>
            </p:nvSpPr>
            <p:spPr>
              <a:xfrm>
                <a:off x="4019800" y="3161200"/>
                <a:ext cx="1755875" cy="1019275"/>
              </a:xfrm>
              <a:custGeom>
                <a:avLst/>
                <a:gdLst/>
                <a:ahLst/>
                <a:cxnLst/>
                <a:rect l="l" t="t" r="r" b="b"/>
                <a:pathLst>
                  <a:path w="70235" h="40771" extrusionOk="0">
                    <a:moveTo>
                      <a:pt x="31237" y="1"/>
                    </a:moveTo>
                    <a:cubicBezTo>
                      <a:pt x="31123" y="1"/>
                      <a:pt x="31012" y="50"/>
                      <a:pt x="30932" y="141"/>
                    </a:cubicBezTo>
                    <a:cubicBezTo>
                      <a:pt x="30840" y="257"/>
                      <a:pt x="30736" y="368"/>
                      <a:pt x="30632" y="478"/>
                    </a:cubicBezTo>
                    <a:cubicBezTo>
                      <a:pt x="30479" y="643"/>
                      <a:pt x="30479" y="900"/>
                      <a:pt x="30644" y="1066"/>
                    </a:cubicBezTo>
                    <a:cubicBezTo>
                      <a:pt x="35609" y="5932"/>
                      <a:pt x="70234" y="6147"/>
                      <a:pt x="27650" y="21133"/>
                    </a:cubicBezTo>
                    <a:cubicBezTo>
                      <a:pt x="24841" y="22119"/>
                      <a:pt x="22924" y="24800"/>
                      <a:pt x="20261" y="26141"/>
                    </a:cubicBezTo>
                    <a:cubicBezTo>
                      <a:pt x="18033" y="27261"/>
                      <a:pt x="15566" y="27843"/>
                      <a:pt x="13233" y="28749"/>
                    </a:cubicBezTo>
                    <a:cubicBezTo>
                      <a:pt x="7742" y="30903"/>
                      <a:pt x="3053" y="35011"/>
                      <a:pt x="163" y="40154"/>
                    </a:cubicBezTo>
                    <a:lnTo>
                      <a:pt x="163" y="40147"/>
                    </a:lnTo>
                    <a:lnTo>
                      <a:pt x="163" y="40147"/>
                    </a:lnTo>
                    <a:cubicBezTo>
                      <a:pt x="0" y="40449"/>
                      <a:pt x="240" y="40770"/>
                      <a:pt x="529" y="40770"/>
                    </a:cubicBezTo>
                    <a:cubicBezTo>
                      <a:pt x="597" y="40770"/>
                      <a:pt x="669" y="40752"/>
                      <a:pt x="739" y="40711"/>
                    </a:cubicBezTo>
                    <a:cubicBezTo>
                      <a:pt x="11605" y="34350"/>
                      <a:pt x="22294" y="29012"/>
                      <a:pt x="35915" y="26863"/>
                    </a:cubicBezTo>
                    <a:cubicBezTo>
                      <a:pt x="39392" y="26312"/>
                      <a:pt x="42496" y="24549"/>
                      <a:pt x="45716" y="23116"/>
                    </a:cubicBezTo>
                    <a:cubicBezTo>
                      <a:pt x="46371" y="22823"/>
                      <a:pt x="46855" y="22370"/>
                      <a:pt x="47498" y="22039"/>
                    </a:cubicBezTo>
                    <a:lnTo>
                      <a:pt x="47498" y="22039"/>
                    </a:lnTo>
                    <a:cubicBezTo>
                      <a:pt x="47498" y="22039"/>
                      <a:pt x="47498" y="22039"/>
                      <a:pt x="47498" y="22039"/>
                    </a:cubicBezTo>
                    <a:cubicBezTo>
                      <a:pt x="47381" y="21947"/>
                      <a:pt x="47253" y="21861"/>
                      <a:pt x="47124" y="21782"/>
                    </a:cubicBezTo>
                    <a:cubicBezTo>
                      <a:pt x="47259" y="21617"/>
                      <a:pt x="47406" y="21457"/>
                      <a:pt x="47553" y="21292"/>
                    </a:cubicBezTo>
                    <a:cubicBezTo>
                      <a:pt x="49542" y="19137"/>
                      <a:pt x="52352" y="17466"/>
                      <a:pt x="55180" y="16811"/>
                    </a:cubicBezTo>
                    <a:cubicBezTo>
                      <a:pt x="56790" y="16444"/>
                      <a:pt x="62227" y="16082"/>
                      <a:pt x="62227" y="9985"/>
                    </a:cubicBezTo>
                    <a:cubicBezTo>
                      <a:pt x="62221" y="7971"/>
                      <a:pt x="61131" y="4879"/>
                      <a:pt x="59760" y="2284"/>
                    </a:cubicBezTo>
                    <a:cubicBezTo>
                      <a:pt x="59691" y="2146"/>
                      <a:pt x="59550" y="2067"/>
                      <a:pt x="59403" y="2067"/>
                    </a:cubicBezTo>
                    <a:cubicBezTo>
                      <a:pt x="59354" y="2067"/>
                      <a:pt x="59305" y="2076"/>
                      <a:pt x="59258" y="2094"/>
                    </a:cubicBezTo>
                    <a:cubicBezTo>
                      <a:pt x="57182" y="2842"/>
                      <a:pt x="54080" y="3565"/>
                      <a:pt x="50065" y="3565"/>
                    </a:cubicBezTo>
                    <a:cubicBezTo>
                      <a:pt x="48099" y="3565"/>
                      <a:pt x="45915" y="3392"/>
                      <a:pt x="43524" y="2963"/>
                    </a:cubicBezTo>
                    <a:cubicBezTo>
                      <a:pt x="42618" y="2804"/>
                      <a:pt x="41718" y="2412"/>
                      <a:pt x="40721" y="2363"/>
                    </a:cubicBezTo>
                    <a:cubicBezTo>
                      <a:pt x="37892" y="2229"/>
                      <a:pt x="33962" y="1414"/>
                      <a:pt x="31440" y="55"/>
                    </a:cubicBezTo>
                    <a:cubicBezTo>
                      <a:pt x="31375" y="19"/>
                      <a:pt x="31306" y="1"/>
                      <a:pt x="31237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26"/>
              <p:cNvSpPr/>
              <p:nvPr/>
            </p:nvSpPr>
            <p:spPr>
              <a:xfrm>
                <a:off x="3509775" y="3241550"/>
                <a:ext cx="1143300" cy="997875"/>
              </a:xfrm>
              <a:custGeom>
                <a:avLst/>
                <a:gdLst/>
                <a:ahLst/>
                <a:cxnLst/>
                <a:rect l="l" t="t" r="r" b="b"/>
                <a:pathLst>
                  <a:path w="45732" h="39915" extrusionOk="0">
                    <a:moveTo>
                      <a:pt x="33322" y="0"/>
                    </a:moveTo>
                    <a:cubicBezTo>
                      <a:pt x="33267" y="43"/>
                      <a:pt x="33206" y="86"/>
                      <a:pt x="33145" y="111"/>
                    </a:cubicBezTo>
                    <a:cubicBezTo>
                      <a:pt x="32477" y="417"/>
                      <a:pt x="31780" y="784"/>
                      <a:pt x="31051" y="1188"/>
                    </a:cubicBezTo>
                    <a:cubicBezTo>
                      <a:pt x="30892" y="1274"/>
                      <a:pt x="30733" y="1365"/>
                      <a:pt x="30567" y="1463"/>
                    </a:cubicBezTo>
                    <a:cubicBezTo>
                      <a:pt x="29508" y="2063"/>
                      <a:pt x="28400" y="2761"/>
                      <a:pt x="27262" y="3514"/>
                    </a:cubicBezTo>
                    <a:cubicBezTo>
                      <a:pt x="26962" y="3704"/>
                      <a:pt x="26662" y="3912"/>
                      <a:pt x="26356" y="4114"/>
                    </a:cubicBezTo>
                    <a:cubicBezTo>
                      <a:pt x="24886" y="5112"/>
                      <a:pt x="23368" y="6202"/>
                      <a:pt x="21874" y="7328"/>
                    </a:cubicBezTo>
                    <a:cubicBezTo>
                      <a:pt x="21440" y="7653"/>
                      <a:pt x="20999" y="7983"/>
                      <a:pt x="20570" y="8320"/>
                    </a:cubicBezTo>
                    <a:cubicBezTo>
                      <a:pt x="20038" y="8718"/>
                      <a:pt x="19517" y="9128"/>
                      <a:pt x="18991" y="9538"/>
                    </a:cubicBezTo>
                    <a:cubicBezTo>
                      <a:pt x="18611" y="9838"/>
                      <a:pt x="18238" y="10138"/>
                      <a:pt x="17865" y="10438"/>
                    </a:cubicBezTo>
                    <a:cubicBezTo>
                      <a:pt x="17822" y="10475"/>
                      <a:pt x="17773" y="10512"/>
                      <a:pt x="17730" y="10554"/>
                    </a:cubicBezTo>
                    <a:cubicBezTo>
                      <a:pt x="17454" y="10769"/>
                      <a:pt x="17179" y="10995"/>
                      <a:pt x="16910" y="11216"/>
                    </a:cubicBezTo>
                    <a:cubicBezTo>
                      <a:pt x="13910" y="13646"/>
                      <a:pt x="11235" y="15984"/>
                      <a:pt x="9343" y="17729"/>
                    </a:cubicBezTo>
                    <a:cubicBezTo>
                      <a:pt x="8296" y="18696"/>
                      <a:pt x="7488" y="19486"/>
                      <a:pt x="7004" y="20007"/>
                    </a:cubicBezTo>
                    <a:cubicBezTo>
                      <a:pt x="4482" y="22719"/>
                      <a:pt x="2003" y="25645"/>
                      <a:pt x="999" y="29208"/>
                    </a:cubicBezTo>
                    <a:cubicBezTo>
                      <a:pt x="1" y="32764"/>
                      <a:pt x="901" y="37111"/>
                      <a:pt x="4017" y="39107"/>
                    </a:cubicBezTo>
                    <a:cubicBezTo>
                      <a:pt x="4752" y="39584"/>
                      <a:pt x="5615" y="39903"/>
                      <a:pt x="6484" y="39915"/>
                    </a:cubicBezTo>
                    <a:cubicBezTo>
                      <a:pt x="4678" y="37197"/>
                      <a:pt x="4794" y="34081"/>
                      <a:pt x="5670" y="32220"/>
                    </a:cubicBezTo>
                    <a:cubicBezTo>
                      <a:pt x="7549" y="28210"/>
                      <a:pt x="9282" y="24892"/>
                      <a:pt x="12753" y="22143"/>
                    </a:cubicBezTo>
                    <a:cubicBezTo>
                      <a:pt x="22921" y="14111"/>
                      <a:pt x="33537" y="6557"/>
                      <a:pt x="45101" y="698"/>
                    </a:cubicBezTo>
                    <a:cubicBezTo>
                      <a:pt x="45315" y="594"/>
                      <a:pt x="45529" y="478"/>
                      <a:pt x="45731" y="343"/>
                    </a:cubicBezTo>
                    <a:lnTo>
                      <a:pt x="45731" y="343"/>
                    </a:lnTo>
                    <a:cubicBezTo>
                      <a:pt x="45382" y="453"/>
                      <a:pt x="45033" y="533"/>
                      <a:pt x="44684" y="606"/>
                    </a:cubicBezTo>
                    <a:cubicBezTo>
                      <a:pt x="43338" y="900"/>
                      <a:pt x="41979" y="1029"/>
                      <a:pt x="40607" y="1029"/>
                    </a:cubicBezTo>
                    <a:cubicBezTo>
                      <a:pt x="38434" y="1029"/>
                      <a:pt x="36236" y="704"/>
                      <a:pt x="34032" y="178"/>
                    </a:cubicBezTo>
                    <a:cubicBezTo>
                      <a:pt x="33794" y="123"/>
                      <a:pt x="33555" y="62"/>
                      <a:pt x="33322" y="0"/>
                    </a:cubicBezTo>
                    <a:close/>
                  </a:path>
                </a:pathLst>
              </a:custGeom>
              <a:solidFill>
                <a:srgbClr val="AC49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26"/>
              <p:cNvSpPr/>
              <p:nvPr/>
            </p:nvSpPr>
            <p:spPr>
              <a:xfrm>
                <a:off x="3899600" y="3158900"/>
                <a:ext cx="443250" cy="362900"/>
              </a:xfrm>
              <a:custGeom>
                <a:avLst/>
                <a:gdLst/>
                <a:ahLst/>
                <a:cxnLst/>
                <a:rect l="l" t="t" r="r" b="b"/>
                <a:pathLst>
                  <a:path w="17730" h="14516" extrusionOk="0">
                    <a:moveTo>
                      <a:pt x="8198" y="1"/>
                    </a:moveTo>
                    <a:cubicBezTo>
                      <a:pt x="8081" y="68"/>
                      <a:pt x="7971" y="129"/>
                      <a:pt x="7867" y="203"/>
                    </a:cubicBezTo>
                    <a:cubicBezTo>
                      <a:pt x="5039" y="1953"/>
                      <a:pt x="2712" y="4512"/>
                      <a:pt x="1268" y="7506"/>
                    </a:cubicBezTo>
                    <a:cubicBezTo>
                      <a:pt x="1047" y="7953"/>
                      <a:pt x="1010" y="8436"/>
                      <a:pt x="1090" y="8932"/>
                    </a:cubicBezTo>
                    <a:cubicBezTo>
                      <a:pt x="1059" y="8951"/>
                      <a:pt x="1035" y="8975"/>
                      <a:pt x="1017" y="9000"/>
                    </a:cubicBezTo>
                    <a:cubicBezTo>
                      <a:pt x="937" y="9079"/>
                      <a:pt x="857" y="9165"/>
                      <a:pt x="790" y="9251"/>
                    </a:cubicBezTo>
                    <a:cubicBezTo>
                      <a:pt x="368" y="9753"/>
                      <a:pt x="104" y="10395"/>
                      <a:pt x="55" y="11087"/>
                    </a:cubicBezTo>
                    <a:cubicBezTo>
                      <a:pt x="49" y="11130"/>
                      <a:pt x="43" y="11179"/>
                      <a:pt x="43" y="11222"/>
                    </a:cubicBezTo>
                    <a:lnTo>
                      <a:pt x="37" y="11222"/>
                    </a:lnTo>
                    <a:cubicBezTo>
                      <a:pt x="0" y="12275"/>
                      <a:pt x="429" y="13413"/>
                      <a:pt x="1237" y="14417"/>
                    </a:cubicBezTo>
                    <a:cubicBezTo>
                      <a:pt x="1261" y="14448"/>
                      <a:pt x="1292" y="14485"/>
                      <a:pt x="1317" y="14515"/>
                    </a:cubicBezTo>
                    <a:cubicBezTo>
                      <a:pt x="1586" y="14301"/>
                      <a:pt x="1861" y="14075"/>
                      <a:pt x="2137" y="13854"/>
                    </a:cubicBezTo>
                    <a:cubicBezTo>
                      <a:pt x="2180" y="13818"/>
                      <a:pt x="2229" y="13781"/>
                      <a:pt x="2272" y="13744"/>
                    </a:cubicBezTo>
                    <a:cubicBezTo>
                      <a:pt x="2645" y="13444"/>
                      <a:pt x="3018" y="13144"/>
                      <a:pt x="3398" y="12844"/>
                    </a:cubicBezTo>
                    <a:cubicBezTo>
                      <a:pt x="3563" y="12722"/>
                      <a:pt x="3722" y="12593"/>
                      <a:pt x="3888" y="12465"/>
                    </a:cubicBezTo>
                    <a:cubicBezTo>
                      <a:pt x="4249" y="12177"/>
                      <a:pt x="4610" y="11901"/>
                      <a:pt x="4977" y="11626"/>
                    </a:cubicBezTo>
                    <a:cubicBezTo>
                      <a:pt x="5406" y="11289"/>
                      <a:pt x="5847" y="10959"/>
                      <a:pt x="6281" y="10634"/>
                    </a:cubicBezTo>
                    <a:cubicBezTo>
                      <a:pt x="7775" y="9502"/>
                      <a:pt x="9293" y="8418"/>
                      <a:pt x="10763" y="7420"/>
                    </a:cubicBezTo>
                    <a:cubicBezTo>
                      <a:pt x="11069" y="7218"/>
                      <a:pt x="11369" y="7010"/>
                      <a:pt x="11669" y="6820"/>
                    </a:cubicBezTo>
                    <a:cubicBezTo>
                      <a:pt x="12807" y="6061"/>
                      <a:pt x="13915" y="5369"/>
                      <a:pt x="14981" y="4769"/>
                    </a:cubicBezTo>
                    <a:cubicBezTo>
                      <a:pt x="15140" y="4671"/>
                      <a:pt x="15305" y="4580"/>
                      <a:pt x="15458" y="4494"/>
                    </a:cubicBezTo>
                    <a:cubicBezTo>
                      <a:pt x="16187" y="4084"/>
                      <a:pt x="16884" y="3723"/>
                      <a:pt x="17552" y="3410"/>
                    </a:cubicBezTo>
                    <a:cubicBezTo>
                      <a:pt x="17613" y="3386"/>
                      <a:pt x="17680" y="3349"/>
                      <a:pt x="17729" y="3306"/>
                    </a:cubicBezTo>
                    <a:cubicBezTo>
                      <a:pt x="17711" y="3300"/>
                      <a:pt x="17693" y="3294"/>
                      <a:pt x="17680" y="3288"/>
                    </a:cubicBezTo>
                    <a:cubicBezTo>
                      <a:pt x="17154" y="3159"/>
                      <a:pt x="16627" y="3006"/>
                      <a:pt x="16113" y="2853"/>
                    </a:cubicBezTo>
                    <a:cubicBezTo>
                      <a:pt x="13468" y="2070"/>
                      <a:pt x="10818" y="1053"/>
                      <a:pt x="81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26"/>
              <p:cNvSpPr/>
              <p:nvPr/>
            </p:nvSpPr>
            <p:spPr>
              <a:xfrm>
                <a:off x="4056625" y="3158900"/>
                <a:ext cx="286975" cy="266025"/>
              </a:xfrm>
              <a:custGeom>
                <a:avLst/>
                <a:gdLst/>
                <a:ahLst/>
                <a:cxnLst/>
                <a:rect l="l" t="t" r="r" b="b"/>
                <a:pathLst>
                  <a:path w="11479" h="10641" extrusionOk="0">
                    <a:moveTo>
                      <a:pt x="1917" y="1"/>
                    </a:moveTo>
                    <a:cubicBezTo>
                      <a:pt x="1800" y="68"/>
                      <a:pt x="1690" y="129"/>
                      <a:pt x="1586" y="209"/>
                    </a:cubicBezTo>
                    <a:cubicBezTo>
                      <a:pt x="2431" y="1139"/>
                      <a:pt x="11479" y="2510"/>
                      <a:pt x="1996" y="8357"/>
                    </a:cubicBezTo>
                    <a:cubicBezTo>
                      <a:pt x="1144" y="8880"/>
                      <a:pt x="612" y="9815"/>
                      <a:pt x="11" y="10626"/>
                    </a:cubicBezTo>
                    <a:lnTo>
                      <a:pt x="11" y="10626"/>
                    </a:lnTo>
                    <a:cubicBezTo>
                      <a:pt x="3974" y="7648"/>
                      <a:pt x="8029" y="4933"/>
                      <a:pt x="11271" y="3417"/>
                    </a:cubicBezTo>
                    <a:cubicBezTo>
                      <a:pt x="11332" y="3392"/>
                      <a:pt x="11399" y="3355"/>
                      <a:pt x="11448" y="3312"/>
                    </a:cubicBezTo>
                    <a:cubicBezTo>
                      <a:pt x="11430" y="3306"/>
                      <a:pt x="11412" y="3300"/>
                      <a:pt x="11399" y="3294"/>
                    </a:cubicBezTo>
                    <a:cubicBezTo>
                      <a:pt x="10873" y="3159"/>
                      <a:pt x="10352" y="3012"/>
                      <a:pt x="9832" y="2853"/>
                    </a:cubicBezTo>
                    <a:cubicBezTo>
                      <a:pt x="7187" y="2070"/>
                      <a:pt x="4537" y="1053"/>
                      <a:pt x="1917" y="1"/>
                    </a:cubicBezTo>
                    <a:close/>
                    <a:moveTo>
                      <a:pt x="11" y="10626"/>
                    </a:moveTo>
                    <a:cubicBezTo>
                      <a:pt x="7" y="10629"/>
                      <a:pt x="4" y="10632"/>
                      <a:pt x="0" y="10634"/>
                    </a:cubicBezTo>
                    <a:lnTo>
                      <a:pt x="0" y="10640"/>
                    </a:lnTo>
                    <a:cubicBezTo>
                      <a:pt x="4" y="10636"/>
                      <a:pt x="7" y="10631"/>
                      <a:pt x="11" y="10626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26"/>
              <p:cNvSpPr/>
              <p:nvPr/>
            </p:nvSpPr>
            <p:spPr>
              <a:xfrm>
                <a:off x="3919350" y="3384025"/>
                <a:ext cx="77450" cy="121400"/>
              </a:xfrm>
              <a:custGeom>
                <a:avLst/>
                <a:gdLst/>
                <a:ahLst/>
                <a:cxnLst/>
                <a:rect l="l" t="t" r="r" b="b"/>
                <a:pathLst>
                  <a:path w="3098" h="4856" extrusionOk="0">
                    <a:moveTo>
                      <a:pt x="227" y="1"/>
                    </a:moveTo>
                    <a:cubicBezTo>
                      <a:pt x="147" y="74"/>
                      <a:pt x="67" y="160"/>
                      <a:pt x="0" y="246"/>
                    </a:cubicBezTo>
                    <a:cubicBezTo>
                      <a:pt x="435" y="1182"/>
                      <a:pt x="2486" y="3405"/>
                      <a:pt x="1347" y="4855"/>
                    </a:cubicBezTo>
                    <a:cubicBezTo>
                      <a:pt x="1763" y="4519"/>
                      <a:pt x="2186" y="4182"/>
                      <a:pt x="2608" y="3845"/>
                    </a:cubicBezTo>
                    <a:cubicBezTo>
                      <a:pt x="2773" y="3723"/>
                      <a:pt x="2932" y="3588"/>
                      <a:pt x="3098" y="3466"/>
                    </a:cubicBezTo>
                    <a:cubicBezTo>
                      <a:pt x="2326" y="2566"/>
                      <a:pt x="1126" y="815"/>
                      <a:pt x="227" y="1"/>
                    </a:cubicBezTo>
                    <a:close/>
                  </a:path>
                </a:pathLst>
              </a:custGeom>
              <a:solidFill>
                <a:srgbClr val="B4BD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26"/>
              <p:cNvSpPr/>
              <p:nvPr/>
            </p:nvSpPr>
            <p:spPr>
              <a:xfrm>
                <a:off x="3865475" y="3252075"/>
                <a:ext cx="1412000" cy="10514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42059" extrusionOk="0">
                    <a:moveTo>
                      <a:pt x="56170" y="0"/>
                    </a:moveTo>
                    <a:cubicBezTo>
                      <a:pt x="55680" y="0"/>
                      <a:pt x="55427" y="522"/>
                      <a:pt x="55336" y="706"/>
                    </a:cubicBezTo>
                    <a:cubicBezTo>
                      <a:pt x="52869" y="5689"/>
                      <a:pt x="46863" y="7740"/>
                      <a:pt x="41561" y="9546"/>
                    </a:cubicBezTo>
                    <a:cubicBezTo>
                      <a:pt x="30291" y="13390"/>
                      <a:pt x="19400" y="18361"/>
                      <a:pt x="9152" y="24336"/>
                    </a:cubicBezTo>
                    <a:cubicBezTo>
                      <a:pt x="6581" y="25830"/>
                      <a:pt x="3930" y="27501"/>
                      <a:pt x="2271" y="29987"/>
                    </a:cubicBezTo>
                    <a:cubicBezTo>
                      <a:pt x="894" y="32056"/>
                      <a:pt x="0" y="37272"/>
                      <a:pt x="943" y="39990"/>
                    </a:cubicBezTo>
                    <a:cubicBezTo>
                      <a:pt x="1267" y="40932"/>
                      <a:pt x="1788" y="41532"/>
                      <a:pt x="2486" y="41759"/>
                    </a:cubicBezTo>
                    <a:cubicBezTo>
                      <a:pt x="3104" y="41961"/>
                      <a:pt x="3832" y="42059"/>
                      <a:pt x="4647" y="42059"/>
                    </a:cubicBezTo>
                    <a:cubicBezTo>
                      <a:pt x="9869" y="42059"/>
                      <a:pt x="18935" y="38129"/>
                      <a:pt x="30016" y="33323"/>
                    </a:cubicBezTo>
                    <a:cubicBezTo>
                      <a:pt x="38115" y="29815"/>
                      <a:pt x="47224" y="25860"/>
                      <a:pt x="56297" y="22855"/>
                    </a:cubicBezTo>
                    <a:cubicBezTo>
                      <a:pt x="56254" y="22653"/>
                      <a:pt x="56211" y="22451"/>
                      <a:pt x="56156" y="22249"/>
                    </a:cubicBezTo>
                    <a:cubicBezTo>
                      <a:pt x="47041" y="25261"/>
                      <a:pt x="37894" y="29227"/>
                      <a:pt x="29771" y="32754"/>
                    </a:cubicBezTo>
                    <a:cubicBezTo>
                      <a:pt x="19114" y="37371"/>
                      <a:pt x="9729" y="41436"/>
                      <a:pt x="4618" y="41436"/>
                    </a:cubicBezTo>
                    <a:cubicBezTo>
                      <a:pt x="3881" y="41436"/>
                      <a:pt x="3232" y="41351"/>
                      <a:pt x="2682" y="41171"/>
                    </a:cubicBezTo>
                    <a:cubicBezTo>
                      <a:pt x="2173" y="41000"/>
                      <a:pt x="1788" y="40541"/>
                      <a:pt x="1531" y="39788"/>
                    </a:cubicBezTo>
                    <a:cubicBezTo>
                      <a:pt x="661" y="37265"/>
                      <a:pt x="1518" y="32246"/>
                      <a:pt x="2786" y="30342"/>
                    </a:cubicBezTo>
                    <a:cubicBezTo>
                      <a:pt x="4377" y="27960"/>
                      <a:pt x="6851" y="26393"/>
                      <a:pt x="9465" y="24869"/>
                    </a:cubicBezTo>
                    <a:cubicBezTo>
                      <a:pt x="19676" y="18924"/>
                      <a:pt x="30530" y="13972"/>
                      <a:pt x="41715" y="10158"/>
                    </a:cubicBezTo>
                    <a:cubicBezTo>
                      <a:pt x="47181" y="8285"/>
                      <a:pt x="53315" y="6191"/>
                      <a:pt x="55893" y="981"/>
                    </a:cubicBezTo>
                    <a:cubicBezTo>
                      <a:pt x="55899" y="969"/>
                      <a:pt x="55911" y="951"/>
                      <a:pt x="55917" y="938"/>
                    </a:cubicBezTo>
                    <a:cubicBezTo>
                      <a:pt x="55924" y="946"/>
                      <a:pt x="55933" y="949"/>
                      <a:pt x="55942" y="949"/>
                    </a:cubicBezTo>
                    <a:cubicBezTo>
                      <a:pt x="56091" y="949"/>
                      <a:pt x="56480" y="37"/>
                      <a:pt x="56272" y="8"/>
                    </a:cubicBezTo>
                    <a:cubicBezTo>
                      <a:pt x="56237" y="3"/>
                      <a:pt x="56203" y="0"/>
                      <a:pt x="561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26"/>
              <p:cNvSpPr/>
              <p:nvPr/>
            </p:nvSpPr>
            <p:spPr>
              <a:xfrm>
                <a:off x="1707975" y="4017775"/>
                <a:ext cx="1723200" cy="328600"/>
              </a:xfrm>
              <a:custGeom>
                <a:avLst/>
                <a:gdLst/>
                <a:ahLst/>
                <a:cxnLst/>
                <a:rect l="l" t="t" r="r" b="b"/>
                <a:pathLst>
                  <a:path w="68928" h="13144" extrusionOk="0">
                    <a:moveTo>
                      <a:pt x="23975" y="0"/>
                    </a:moveTo>
                    <a:cubicBezTo>
                      <a:pt x="21752" y="0"/>
                      <a:pt x="19526" y="85"/>
                      <a:pt x="17356" y="558"/>
                    </a:cubicBezTo>
                    <a:cubicBezTo>
                      <a:pt x="14381" y="1207"/>
                      <a:pt x="11614" y="2554"/>
                      <a:pt x="8883" y="3889"/>
                    </a:cubicBezTo>
                    <a:cubicBezTo>
                      <a:pt x="6287" y="5156"/>
                      <a:pt x="3692" y="6423"/>
                      <a:pt x="1102" y="7690"/>
                    </a:cubicBezTo>
                    <a:cubicBezTo>
                      <a:pt x="704" y="7880"/>
                      <a:pt x="270" y="8119"/>
                      <a:pt x="160" y="8541"/>
                    </a:cubicBezTo>
                    <a:cubicBezTo>
                      <a:pt x="0" y="9117"/>
                      <a:pt x="527" y="9643"/>
                      <a:pt x="1047" y="9925"/>
                    </a:cubicBezTo>
                    <a:cubicBezTo>
                      <a:pt x="2388" y="10629"/>
                      <a:pt x="3967" y="10629"/>
                      <a:pt x="5467" y="10819"/>
                    </a:cubicBezTo>
                    <a:cubicBezTo>
                      <a:pt x="9240" y="11312"/>
                      <a:pt x="12834" y="13143"/>
                      <a:pt x="16619" y="13143"/>
                    </a:cubicBezTo>
                    <a:cubicBezTo>
                      <a:pt x="16783" y="13143"/>
                      <a:pt x="16947" y="13140"/>
                      <a:pt x="17111" y="13133"/>
                    </a:cubicBezTo>
                    <a:cubicBezTo>
                      <a:pt x="20473" y="12986"/>
                      <a:pt x="23685" y="11300"/>
                      <a:pt x="27014" y="11300"/>
                    </a:cubicBezTo>
                    <a:cubicBezTo>
                      <a:pt x="27298" y="11300"/>
                      <a:pt x="27582" y="11313"/>
                      <a:pt x="27867" y="11339"/>
                    </a:cubicBezTo>
                    <a:cubicBezTo>
                      <a:pt x="29183" y="11455"/>
                      <a:pt x="30463" y="11884"/>
                      <a:pt x="31785" y="11970"/>
                    </a:cubicBezTo>
                    <a:cubicBezTo>
                      <a:pt x="31940" y="11979"/>
                      <a:pt x="32095" y="11984"/>
                      <a:pt x="32250" y="11984"/>
                    </a:cubicBezTo>
                    <a:cubicBezTo>
                      <a:pt x="34143" y="11984"/>
                      <a:pt x="36038" y="11266"/>
                      <a:pt x="37442" y="9998"/>
                    </a:cubicBezTo>
                    <a:cubicBezTo>
                      <a:pt x="37913" y="9564"/>
                      <a:pt x="38354" y="9068"/>
                      <a:pt x="38935" y="8811"/>
                    </a:cubicBezTo>
                    <a:cubicBezTo>
                      <a:pt x="39386" y="8615"/>
                      <a:pt x="39880" y="8580"/>
                      <a:pt x="40372" y="8580"/>
                    </a:cubicBezTo>
                    <a:cubicBezTo>
                      <a:pt x="40496" y="8580"/>
                      <a:pt x="40619" y="8582"/>
                      <a:pt x="40741" y="8584"/>
                    </a:cubicBezTo>
                    <a:cubicBezTo>
                      <a:pt x="46508" y="8670"/>
                      <a:pt x="52281" y="8756"/>
                      <a:pt x="58048" y="8841"/>
                    </a:cubicBezTo>
                    <a:cubicBezTo>
                      <a:pt x="58075" y="8842"/>
                      <a:pt x="58103" y="8842"/>
                      <a:pt x="58132" y="8842"/>
                    </a:cubicBezTo>
                    <a:cubicBezTo>
                      <a:pt x="60806" y="8842"/>
                      <a:pt x="68928" y="7149"/>
                      <a:pt x="62749" y="5174"/>
                    </a:cubicBezTo>
                    <a:cubicBezTo>
                      <a:pt x="58648" y="3858"/>
                      <a:pt x="54736" y="1881"/>
                      <a:pt x="50457" y="1018"/>
                    </a:cubicBezTo>
                    <a:cubicBezTo>
                      <a:pt x="46582" y="240"/>
                      <a:pt x="42608" y="197"/>
                      <a:pt x="38660" y="154"/>
                    </a:cubicBezTo>
                    <a:cubicBezTo>
                      <a:pt x="34387" y="105"/>
                      <a:pt x="30120" y="63"/>
                      <a:pt x="25847" y="14"/>
                    </a:cubicBezTo>
                    <a:cubicBezTo>
                      <a:pt x="25224" y="7"/>
                      <a:pt x="24600" y="0"/>
                      <a:pt x="23975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26"/>
              <p:cNvSpPr/>
              <p:nvPr/>
            </p:nvSpPr>
            <p:spPr>
              <a:xfrm>
                <a:off x="2763675" y="2066750"/>
                <a:ext cx="2800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5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2" y="87"/>
                      <a:pt x="62" y="172"/>
                      <a:pt x="105" y="258"/>
                    </a:cubicBezTo>
                    <a:cubicBezTo>
                      <a:pt x="111" y="185"/>
                      <a:pt x="87" y="105"/>
                      <a:pt x="38" y="38"/>
                    </a:cubicBezTo>
                    <a:cubicBezTo>
                      <a:pt x="25" y="25"/>
                      <a:pt x="13" y="7"/>
                      <a:pt x="1" y="1"/>
                    </a:cubicBezTo>
                    <a:close/>
                  </a:path>
                </a:pathLst>
              </a:custGeom>
              <a:solidFill>
                <a:srgbClr val="222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26"/>
              <p:cNvSpPr/>
              <p:nvPr/>
            </p:nvSpPr>
            <p:spPr>
              <a:xfrm>
                <a:off x="2873275" y="3716000"/>
                <a:ext cx="20375" cy="47925"/>
              </a:xfrm>
              <a:custGeom>
                <a:avLst/>
                <a:gdLst/>
                <a:ahLst/>
                <a:cxnLst/>
                <a:rect l="l" t="t" r="r" b="b"/>
                <a:pathLst>
                  <a:path w="815" h="1917" extrusionOk="0">
                    <a:moveTo>
                      <a:pt x="0" y="0"/>
                    </a:moveTo>
                    <a:cubicBezTo>
                      <a:pt x="2" y="12"/>
                      <a:pt x="4" y="25"/>
                      <a:pt x="7" y="37"/>
                    </a:cubicBezTo>
                    <a:lnTo>
                      <a:pt x="7" y="37"/>
                    </a:lnTo>
                    <a:cubicBezTo>
                      <a:pt x="5" y="25"/>
                      <a:pt x="3" y="13"/>
                      <a:pt x="0" y="0"/>
                    </a:cubicBezTo>
                    <a:close/>
                    <a:moveTo>
                      <a:pt x="7" y="37"/>
                    </a:moveTo>
                    <a:cubicBezTo>
                      <a:pt x="15" y="84"/>
                      <a:pt x="21" y="129"/>
                      <a:pt x="31" y="178"/>
                    </a:cubicBezTo>
                    <a:cubicBezTo>
                      <a:pt x="129" y="753"/>
                      <a:pt x="221" y="1335"/>
                      <a:pt x="294" y="1916"/>
                    </a:cubicBezTo>
                    <a:cubicBezTo>
                      <a:pt x="294" y="1916"/>
                      <a:pt x="814" y="1206"/>
                      <a:pt x="814" y="1194"/>
                    </a:cubicBezTo>
                    <a:lnTo>
                      <a:pt x="814" y="1188"/>
                    </a:lnTo>
                    <a:cubicBezTo>
                      <a:pt x="582" y="912"/>
                      <a:pt x="355" y="631"/>
                      <a:pt x="135" y="331"/>
                    </a:cubicBezTo>
                    <a:cubicBezTo>
                      <a:pt x="75" y="243"/>
                      <a:pt x="29" y="141"/>
                      <a:pt x="7" y="37"/>
                    </a:cubicBezTo>
                    <a:close/>
                  </a:path>
                </a:pathLst>
              </a:custGeom>
              <a:solidFill>
                <a:srgbClr val="F0E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26"/>
              <p:cNvSpPr/>
              <p:nvPr/>
            </p:nvSpPr>
            <p:spPr>
              <a:xfrm>
                <a:off x="1377075" y="2918450"/>
                <a:ext cx="317450" cy="1173300"/>
              </a:xfrm>
              <a:custGeom>
                <a:avLst/>
                <a:gdLst/>
                <a:ahLst/>
                <a:cxnLst/>
                <a:rect l="l" t="t" r="r" b="b"/>
                <a:pathLst>
                  <a:path w="12698" h="46932" extrusionOk="0">
                    <a:moveTo>
                      <a:pt x="12368" y="1"/>
                    </a:moveTo>
                    <a:cubicBezTo>
                      <a:pt x="12322" y="1"/>
                      <a:pt x="12276" y="11"/>
                      <a:pt x="12232" y="32"/>
                    </a:cubicBezTo>
                    <a:cubicBezTo>
                      <a:pt x="6876" y="2419"/>
                      <a:pt x="3227" y="8198"/>
                      <a:pt x="3252" y="14045"/>
                    </a:cubicBezTo>
                    <a:cubicBezTo>
                      <a:pt x="2731" y="13524"/>
                      <a:pt x="2052" y="13169"/>
                      <a:pt x="1335" y="13059"/>
                    </a:cubicBezTo>
                    <a:cubicBezTo>
                      <a:pt x="1318" y="13056"/>
                      <a:pt x="1300" y="13054"/>
                      <a:pt x="1282" y="13054"/>
                    </a:cubicBezTo>
                    <a:cubicBezTo>
                      <a:pt x="1136" y="13054"/>
                      <a:pt x="1002" y="13163"/>
                      <a:pt x="980" y="13316"/>
                    </a:cubicBezTo>
                    <a:cubicBezTo>
                      <a:pt x="478" y="16414"/>
                      <a:pt x="840" y="19585"/>
                      <a:pt x="2021" y="22493"/>
                    </a:cubicBezTo>
                    <a:lnTo>
                      <a:pt x="2082" y="22646"/>
                    </a:lnTo>
                    <a:cubicBezTo>
                      <a:pt x="2321" y="23227"/>
                      <a:pt x="2572" y="23827"/>
                      <a:pt x="2474" y="24397"/>
                    </a:cubicBezTo>
                    <a:cubicBezTo>
                      <a:pt x="2388" y="24905"/>
                      <a:pt x="2033" y="25333"/>
                      <a:pt x="1666" y="25792"/>
                    </a:cubicBezTo>
                    <a:cubicBezTo>
                      <a:pt x="1495" y="26001"/>
                      <a:pt x="1323" y="26215"/>
                      <a:pt x="1176" y="26441"/>
                    </a:cubicBezTo>
                    <a:cubicBezTo>
                      <a:pt x="1" y="28186"/>
                      <a:pt x="111" y="30616"/>
                      <a:pt x="1507" y="33873"/>
                    </a:cubicBezTo>
                    <a:cubicBezTo>
                      <a:pt x="2829" y="36977"/>
                      <a:pt x="4470" y="39958"/>
                      <a:pt x="6386" y="42732"/>
                    </a:cubicBezTo>
                    <a:cubicBezTo>
                      <a:pt x="7243" y="43987"/>
                      <a:pt x="8033" y="44984"/>
                      <a:pt x="9055" y="45762"/>
                    </a:cubicBezTo>
                    <a:cubicBezTo>
                      <a:pt x="9649" y="46209"/>
                      <a:pt x="10298" y="46570"/>
                      <a:pt x="11008" y="46827"/>
                    </a:cubicBezTo>
                    <a:cubicBezTo>
                      <a:pt x="11094" y="46858"/>
                      <a:pt x="11179" y="46888"/>
                      <a:pt x="11265" y="46913"/>
                    </a:cubicBezTo>
                    <a:cubicBezTo>
                      <a:pt x="11296" y="46925"/>
                      <a:pt x="11332" y="46931"/>
                      <a:pt x="11363" y="46931"/>
                    </a:cubicBezTo>
                    <a:cubicBezTo>
                      <a:pt x="11473" y="46931"/>
                      <a:pt x="11583" y="46864"/>
                      <a:pt x="11632" y="46766"/>
                    </a:cubicBezTo>
                    <a:cubicBezTo>
                      <a:pt x="11596" y="46625"/>
                      <a:pt x="11559" y="46497"/>
                      <a:pt x="11528" y="46362"/>
                    </a:cubicBezTo>
                    <a:cubicBezTo>
                      <a:pt x="11510" y="46344"/>
                      <a:pt x="11485" y="46325"/>
                      <a:pt x="11461" y="46319"/>
                    </a:cubicBezTo>
                    <a:cubicBezTo>
                      <a:pt x="11241" y="46252"/>
                      <a:pt x="11026" y="46172"/>
                      <a:pt x="10818" y="46074"/>
                    </a:cubicBezTo>
                    <a:cubicBezTo>
                      <a:pt x="9888" y="42162"/>
                      <a:pt x="9508" y="38355"/>
                      <a:pt x="9686" y="34785"/>
                    </a:cubicBezTo>
                    <a:lnTo>
                      <a:pt x="9686" y="34785"/>
                    </a:lnTo>
                    <a:cubicBezTo>
                      <a:pt x="9784" y="34847"/>
                      <a:pt x="9894" y="34914"/>
                      <a:pt x="10010" y="34969"/>
                    </a:cubicBezTo>
                    <a:cubicBezTo>
                      <a:pt x="10055" y="34993"/>
                      <a:pt x="10102" y="35004"/>
                      <a:pt x="10148" y="35004"/>
                    </a:cubicBezTo>
                    <a:cubicBezTo>
                      <a:pt x="10198" y="35004"/>
                      <a:pt x="10247" y="34991"/>
                      <a:pt x="10292" y="34969"/>
                    </a:cubicBezTo>
                    <a:cubicBezTo>
                      <a:pt x="10298" y="34785"/>
                      <a:pt x="10304" y="34608"/>
                      <a:pt x="10322" y="34430"/>
                    </a:cubicBezTo>
                    <a:cubicBezTo>
                      <a:pt x="10316" y="34424"/>
                      <a:pt x="10304" y="34418"/>
                      <a:pt x="10286" y="34412"/>
                    </a:cubicBezTo>
                    <a:cubicBezTo>
                      <a:pt x="10077" y="34308"/>
                      <a:pt x="9888" y="34173"/>
                      <a:pt x="9722" y="34032"/>
                    </a:cubicBezTo>
                    <a:cubicBezTo>
                      <a:pt x="8627" y="33053"/>
                      <a:pt x="8345" y="31235"/>
                      <a:pt x="8229" y="29870"/>
                    </a:cubicBezTo>
                    <a:cubicBezTo>
                      <a:pt x="7421" y="19903"/>
                      <a:pt x="8951" y="9723"/>
                      <a:pt x="12655" y="430"/>
                    </a:cubicBezTo>
                    <a:cubicBezTo>
                      <a:pt x="12698" y="307"/>
                      <a:pt x="12673" y="179"/>
                      <a:pt x="12575" y="87"/>
                    </a:cubicBezTo>
                    <a:cubicBezTo>
                      <a:pt x="12518" y="29"/>
                      <a:pt x="12444" y="1"/>
                      <a:pt x="1236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26"/>
              <p:cNvSpPr/>
              <p:nvPr/>
            </p:nvSpPr>
            <p:spPr>
              <a:xfrm>
                <a:off x="3756500" y="1676950"/>
                <a:ext cx="120775" cy="117125"/>
              </a:xfrm>
              <a:custGeom>
                <a:avLst/>
                <a:gdLst/>
                <a:ahLst/>
                <a:cxnLst/>
                <a:rect l="l" t="t" r="r" b="b"/>
                <a:pathLst>
                  <a:path w="4831" h="4685" extrusionOk="0">
                    <a:moveTo>
                      <a:pt x="0" y="1"/>
                    </a:moveTo>
                    <a:cubicBezTo>
                      <a:pt x="7" y="50"/>
                      <a:pt x="19" y="99"/>
                      <a:pt x="37" y="147"/>
                    </a:cubicBezTo>
                    <a:cubicBezTo>
                      <a:pt x="80" y="313"/>
                      <a:pt x="129" y="472"/>
                      <a:pt x="184" y="637"/>
                    </a:cubicBezTo>
                    <a:cubicBezTo>
                      <a:pt x="723" y="2223"/>
                      <a:pt x="1825" y="3612"/>
                      <a:pt x="3208" y="4408"/>
                    </a:cubicBezTo>
                    <a:cubicBezTo>
                      <a:pt x="3300" y="4463"/>
                      <a:pt x="3392" y="4506"/>
                      <a:pt x="3472" y="4543"/>
                    </a:cubicBezTo>
                    <a:cubicBezTo>
                      <a:pt x="3679" y="4642"/>
                      <a:pt x="3847" y="4685"/>
                      <a:pt x="3987" y="4685"/>
                    </a:cubicBezTo>
                    <a:cubicBezTo>
                      <a:pt x="4021" y="4685"/>
                      <a:pt x="4053" y="4682"/>
                      <a:pt x="4084" y="4678"/>
                    </a:cubicBezTo>
                    <a:cubicBezTo>
                      <a:pt x="4212" y="4047"/>
                      <a:pt x="4371" y="3423"/>
                      <a:pt x="4598" y="2835"/>
                    </a:cubicBezTo>
                    <a:cubicBezTo>
                      <a:pt x="4659" y="2676"/>
                      <a:pt x="4726" y="2517"/>
                      <a:pt x="4800" y="2370"/>
                    </a:cubicBezTo>
                    <a:cubicBezTo>
                      <a:pt x="4818" y="2308"/>
                      <a:pt x="4831" y="2253"/>
                      <a:pt x="4824" y="2198"/>
                    </a:cubicBezTo>
                    <a:cubicBezTo>
                      <a:pt x="4794" y="1923"/>
                      <a:pt x="4702" y="1666"/>
                      <a:pt x="4580" y="1439"/>
                    </a:cubicBezTo>
                    <a:cubicBezTo>
                      <a:pt x="4280" y="894"/>
                      <a:pt x="3759" y="490"/>
                      <a:pt x="3110" y="356"/>
                    </a:cubicBezTo>
                    <a:cubicBezTo>
                      <a:pt x="2088" y="135"/>
                      <a:pt x="1047" y="43"/>
                      <a:pt x="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26"/>
              <p:cNvSpPr/>
              <p:nvPr/>
            </p:nvSpPr>
            <p:spPr>
              <a:xfrm>
                <a:off x="3159125" y="1542875"/>
                <a:ext cx="483525" cy="432975"/>
              </a:xfrm>
              <a:custGeom>
                <a:avLst/>
                <a:gdLst/>
                <a:ahLst/>
                <a:cxnLst/>
                <a:rect l="l" t="t" r="r" b="b"/>
                <a:pathLst>
                  <a:path w="19341" h="17319" extrusionOk="0">
                    <a:moveTo>
                      <a:pt x="8346" y="5874"/>
                    </a:moveTo>
                    <a:cubicBezTo>
                      <a:pt x="8534" y="5874"/>
                      <a:pt x="8865" y="6059"/>
                      <a:pt x="9442" y="7023"/>
                    </a:cubicBezTo>
                    <a:cubicBezTo>
                      <a:pt x="10256" y="8388"/>
                      <a:pt x="9931" y="8584"/>
                      <a:pt x="9815" y="8651"/>
                    </a:cubicBezTo>
                    <a:cubicBezTo>
                      <a:pt x="9797" y="8657"/>
                      <a:pt x="9785" y="8669"/>
                      <a:pt x="9766" y="8682"/>
                    </a:cubicBezTo>
                    <a:cubicBezTo>
                      <a:pt x="9736" y="8695"/>
                      <a:pt x="9699" y="8705"/>
                      <a:pt x="9653" y="8705"/>
                    </a:cubicBezTo>
                    <a:cubicBezTo>
                      <a:pt x="9464" y="8705"/>
                      <a:pt x="9133" y="8520"/>
                      <a:pt x="8554" y="7555"/>
                    </a:cubicBezTo>
                    <a:cubicBezTo>
                      <a:pt x="8364" y="7243"/>
                      <a:pt x="8217" y="6931"/>
                      <a:pt x="8119" y="6680"/>
                    </a:cubicBezTo>
                    <a:cubicBezTo>
                      <a:pt x="8052" y="6508"/>
                      <a:pt x="7893" y="6098"/>
                      <a:pt x="8181" y="5927"/>
                    </a:cubicBezTo>
                    <a:cubicBezTo>
                      <a:pt x="8216" y="5905"/>
                      <a:pt x="8269" y="5874"/>
                      <a:pt x="8346" y="5874"/>
                    </a:cubicBezTo>
                    <a:close/>
                    <a:moveTo>
                      <a:pt x="5790" y="1"/>
                    </a:moveTo>
                    <a:cubicBezTo>
                      <a:pt x="4868" y="1"/>
                      <a:pt x="3950" y="89"/>
                      <a:pt x="3057" y="215"/>
                    </a:cubicBezTo>
                    <a:cubicBezTo>
                      <a:pt x="2616" y="276"/>
                      <a:pt x="2181" y="344"/>
                      <a:pt x="1759" y="423"/>
                    </a:cubicBezTo>
                    <a:cubicBezTo>
                      <a:pt x="994" y="552"/>
                      <a:pt x="394" y="1182"/>
                      <a:pt x="308" y="1954"/>
                    </a:cubicBezTo>
                    <a:lnTo>
                      <a:pt x="308" y="1960"/>
                    </a:lnTo>
                    <a:cubicBezTo>
                      <a:pt x="283" y="1954"/>
                      <a:pt x="253" y="1948"/>
                      <a:pt x="228" y="1948"/>
                    </a:cubicBezTo>
                    <a:cubicBezTo>
                      <a:pt x="206" y="1944"/>
                      <a:pt x="188" y="1942"/>
                      <a:pt x="173" y="1942"/>
                    </a:cubicBezTo>
                    <a:cubicBezTo>
                      <a:pt x="1" y="1942"/>
                      <a:pt x="361" y="2201"/>
                      <a:pt x="840" y="2523"/>
                    </a:cubicBezTo>
                    <a:cubicBezTo>
                      <a:pt x="1447" y="2927"/>
                      <a:pt x="2249" y="3429"/>
                      <a:pt x="2408" y="3643"/>
                    </a:cubicBezTo>
                    <a:cubicBezTo>
                      <a:pt x="4085" y="5878"/>
                      <a:pt x="2634" y="6343"/>
                      <a:pt x="2640" y="6704"/>
                    </a:cubicBezTo>
                    <a:cubicBezTo>
                      <a:pt x="2665" y="6735"/>
                      <a:pt x="2677" y="6778"/>
                      <a:pt x="2683" y="6814"/>
                    </a:cubicBezTo>
                    <a:cubicBezTo>
                      <a:pt x="2861" y="8039"/>
                      <a:pt x="2934" y="9275"/>
                      <a:pt x="2916" y="10506"/>
                    </a:cubicBezTo>
                    <a:cubicBezTo>
                      <a:pt x="2910" y="11143"/>
                      <a:pt x="2879" y="11773"/>
                      <a:pt x="2818" y="12404"/>
                    </a:cubicBezTo>
                    <a:cubicBezTo>
                      <a:pt x="2781" y="12789"/>
                      <a:pt x="2738" y="13175"/>
                      <a:pt x="2677" y="13561"/>
                    </a:cubicBezTo>
                    <a:cubicBezTo>
                      <a:pt x="2671" y="13579"/>
                      <a:pt x="2671" y="13591"/>
                      <a:pt x="2671" y="13610"/>
                    </a:cubicBezTo>
                    <a:cubicBezTo>
                      <a:pt x="2585" y="14204"/>
                      <a:pt x="2481" y="14791"/>
                      <a:pt x="2346" y="15379"/>
                    </a:cubicBezTo>
                    <a:cubicBezTo>
                      <a:pt x="2408" y="15630"/>
                      <a:pt x="2518" y="15863"/>
                      <a:pt x="2677" y="16058"/>
                    </a:cubicBezTo>
                    <a:cubicBezTo>
                      <a:pt x="2916" y="16346"/>
                      <a:pt x="3246" y="16554"/>
                      <a:pt x="3632" y="16628"/>
                    </a:cubicBezTo>
                    <a:cubicBezTo>
                      <a:pt x="4416" y="16787"/>
                      <a:pt x="5199" y="16909"/>
                      <a:pt x="5983" y="17044"/>
                    </a:cubicBezTo>
                    <a:cubicBezTo>
                      <a:pt x="6356" y="17105"/>
                      <a:pt x="6717" y="17166"/>
                      <a:pt x="7091" y="17228"/>
                    </a:cubicBezTo>
                    <a:cubicBezTo>
                      <a:pt x="7379" y="17276"/>
                      <a:pt x="7687" y="17319"/>
                      <a:pt x="7986" y="17319"/>
                    </a:cubicBezTo>
                    <a:cubicBezTo>
                      <a:pt x="8410" y="17319"/>
                      <a:pt x="8817" y="17232"/>
                      <a:pt x="9129" y="16952"/>
                    </a:cubicBezTo>
                    <a:cubicBezTo>
                      <a:pt x="9491" y="16628"/>
                      <a:pt x="9723" y="16150"/>
                      <a:pt x="9760" y="15661"/>
                    </a:cubicBezTo>
                    <a:cubicBezTo>
                      <a:pt x="9772" y="15569"/>
                      <a:pt x="9785" y="15489"/>
                      <a:pt x="9797" y="15410"/>
                    </a:cubicBezTo>
                    <a:cubicBezTo>
                      <a:pt x="9928" y="14586"/>
                      <a:pt x="10350" y="14324"/>
                      <a:pt x="10869" y="14324"/>
                    </a:cubicBezTo>
                    <a:cubicBezTo>
                      <a:pt x="11773" y="14324"/>
                      <a:pt x="12971" y="15118"/>
                      <a:pt x="13437" y="15118"/>
                    </a:cubicBezTo>
                    <a:cubicBezTo>
                      <a:pt x="13465" y="15118"/>
                      <a:pt x="13490" y="15116"/>
                      <a:pt x="13513" y="15110"/>
                    </a:cubicBezTo>
                    <a:cubicBezTo>
                      <a:pt x="14143" y="14938"/>
                      <a:pt x="14529" y="14155"/>
                      <a:pt x="14278" y="13548"/>
                    </a:cubicBezTo>
                    <a:lnTo>
                      <a:pt x="15551" y="13481"/>
                    </a:lnTo>
                    <a:cubicBezTo>
                      <a:pt x="15986" y="13457"/>
                      <a:pt x="16359" y="13108"/>
                      <a:pt x="16366" y="12673"/>
                    </a:cubicBezTo>
                    <a:cubicBezTo>
                      <a:pt x="16372" y="11926"/>
                      <a:pt x="16800" y="11161"/>
                      <a:pt x="17480" y="10836"/>
                    </a:cubicBezTo>
                    <a:cubicBezTo>
                      <a:pt x="17933" y="10628"/>
                      <a:pt x="18453" y="10585"/>
                      <a:pt x="18857" y="10298"/>
                    </a:cubicBezTo>
                    <a:cubicBezTo>
                      <a:pt x="19341" y="9955"/>
                      <a:pt x="19298" y="9220"/>
                      <a:pt x="18802" y="8896"/>
                    </a:cubicBezTo>
                    <a:cubicBezTo>
                      <a:pt x="17878" y="8278"/>
                      <a:pt x="16531" y="8449"/>
                      <a:pt x="16096" y="7041"/>
                    </a:cubicBezTo>
                    <a:cubicBezTo>
                      <a:pt x="15949" y="6563"/>
                      <a:pt x="16066" y="6208"/>
                      <a:pt x="16225" y="5872"/>
                    </a:cubicBezTo>
                    <a:cubicBezTo>
                      <a:pt x="16323" y="5676"/>
                      <a:pt x="16427" y="5480"/>
                      <a:pt x="16512" y="5278"/>
                    </a:cubicBezTo>
                    <a:cubicBezTo>
                      <a:pt x="16335" y="5259"/>
                      <a:pt x="16145" y="5241"/>
                      <a:pt x="15968" y="5217"/>
                    </a:cubicBezTo>
                    <a:cubicBezTo>
                      <a:pt x="15270" y="5119"/>
                      <a:pt x="14474" y="4966"/>
                      <a:pt x="13917" y="4500"/>
                    </a:cubicBezTo>
                    <a:cubicBezTo>
                      <a:pt x="13592" y="4225"/>
                      <a:pt x="13354" y="3864"/>
                      <a:pt x="13109" y="3484"/>
                    </a:cubicBezTo>
                    <a:cubicBezTo>
                      <a:pt x="12992" y="3313"/>
                      <a:pt x="12882" y="3147"/>
                      <a:pt x="12760" y="2976"/>
                    </a:cubicBezTo>
                    <a:cubicBezTo>
                      <a:pt x="11572" y="1372"/>
                      <a:pt x="9497" y="307"/>
                      <a:pt x="7060" y="62"/>
                    </a:cubicBezTo>
                    <a:cubicBezTo>
                      <a:pt x="6638" y="20"/>
                      <a:pt x="6213" y="1"/>
                      <a:pt x="579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26"/>
              <p:cNvSpPr/>
              <p:nvPr/>
            </p:nvSpPr>
            <p:spPr>
              <a:xfrm>
                <a:off x="3356425" y="1689650"/>
                <a:ext cx="59100" cy="708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2834" extrusionOk="0">
                    <a:moveTo>
                      <a:pt x="455" y="0"/>
                    </a:moveTo>
                    <a:cubicBezTo>
                      <a:pt x="377" y="0"/>
                      <a:pt x="324" y="33"/>
                      <a:pt x="289" y="56"/>
                    </a:cubicBezTo>
                    <a:cubicBezTo>
                      <a:pt x="1" y="227"/>
                      <a:pt x="166" y="631"/>
                      <a:pt x="227" y="809"/>
                    </a:cubicBezTo>
                    <a:cubicBezTo>
                      <a:pt x="325" y="1054"/>
                      <a:pt x="478" y="1366"/>
                      <a:pt x="662" y="1678"/>
                    </a:cubicBezTo>
                    <a:cubicBezTo>
                      <a:pt x="1241" y="2648"/>
                      <a:pt x="1572" y="2834"/>
                      <a:pt x="1762" y="2834"/>
                    </a:cubicBezTo>
                    <a:cubicBezTo>
                      <a:pt x="1807" y="2834"/>
                      <a:pt x="1844" y="2823"/>
                      <a:pt x="1874" y="2811"/>
                    </a:cubicBezTo>
                    <a:cubicBezTo>
                      <a:pt x="1893" y="2798"/>
                      <a:pt x="1905" y="2786"/>
                      <a:pt x="1923" y="2780"/>
                    </a:cubicBezTo>
                    <a:cubicBezTo>
                      <a:pt x="2039" y="2707"/>
                      <a:pt x="2364" y="2517"/>
                      <a:pt x="1550" y="1152"/>
                    </a:cubicBezTo>
                    <a:cubicBezTo>
                      <a:pt x="973" y="189"/>
                      <a:pt x="642" y="0"/>
                      <a:pt x="455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26"/>
              <p:cNvSpPr/>
              <p:nvPr/>
            </p:nvSpPr>
            <p:spPr>
              <a:xfrm>
                <a:off x="3212425" y="1757150"/>
                <a:ext cx="2925" cy="470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88" extrusionOk="0">
                    <a:moveTo>
                      <a:pt x="110" y="0"/>
                    </a:moveTo>
                    <a:cubicBezTo>
                      <a:pt x="46" y="115"/>
                      <a:pt x="0" y="188"/>
                      <a:pt x="8" y="188"/>
                    </a:cubicBezTo>
                    <a:cubicBezTo>
                      <a:pt x="13" y="188"/>
                      <a:pt x="45" y="151"/>
                      <a:pt x="117" y="68"/>
                    </a:cubicBezTo>
                    <a:cubicBezTo>
                      <a:pt x="117" y="43"/>
                      <a:pt x="117" y="25"/>
                      <a:pt x="110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26"/>
              <p:cNvSpPr/>
              <p:nvPr/>
            </p:nvSpPr>
            <p:spPr>
              <a:xfrm>
                <a:off x="3356425" y="1689650"/>
                <a:ext cx="59100" cy="708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2834" extrusionOk="0">
                    <a:moveTo>
                      <a:pt x="455" y="0"/>
                    </a:moveTo>
                    <a:cubicBezTo>
                      <a:pt x="377" y="0"/>
                      <a:pt x="324" y="33"/>
                      <a:pt x="289" y="56"/>
                    </a:cubicBezTo>
                    <a:cubicBezTo>
                      <a:pt x="1" y="227"/>
                      <a:pt x="166" y="631"/>
                      <a:pt x="227" y="809"/>
                    </a:cubicBezTo>
                    <a:cubicBezTo>
                      <a:pt x="325" y="1054"/>
                      <a:pt x="478" y="1366"/>
                      <a:pt x="662" y="1678"/>
                    </a:cubicBezTo>
                    <a:cubicBezTo>
                      <a:pt x="1241" y="2648"/>
                      <a:pt x="1572" y="2834"/>
                      <a:pt x="1762" y="2834"/>
                    </a:cubicBezTo>
                    <a:cubicBezTo>
                      <a:pt x="1807" y="2834"/>
                      <a:pt x="1844" y="2823"/>
                      <a:pt x="1874" y="2811"/>
                    </a:cubicBezTo>
                    <a:cubicBezTo>
                      <a:pt x="1893" y="2798"/>
                      <a:pt x="1905" y="2786"/>
                      <a:pt x="1923" y="2780"/>
                    </a:cubicBezTo>
                    <a:cubicBezTo>
                      <a:pt x="2039" y="2707"/>
                      <a:pt x="2364" y="2517"/>
                      <a:pt x="1550" y="1152"/>
                    </a:cubicBezTo>
                    <a:cubicBezTo>
                      <a:pt x="973" y="189"/>
                      <a:pt x="642" y="0"/>
                      <a:pt x="4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26"/>
              <p:cNvSpPr/>
              <p:nvPr/>
            </p:nvSpPr>
            <p:spPr>
              <a:xfrm>
                <a:off x="2756650" y="1585300"/>
                <a:ext cx="485025" cy="644525"/>
              </a:xfrm>
              <a:custGeom>
                <a:avLst/>
                <a:gdLst/>
                <a:ahLst/>
                <a:cxnLst/>
                <a:rect l="l" t="t" r="r" b="b"/>
                <a:pathLst>
                  <a:path w="19401" h="25781" extrusionOk="0">
                    <a:moveTo>
                      <a:pt x="14314" y="0"/>
                    </a:moveTo>
                    <a:cubicBezTo>
                      <a:pt x="14132" y="0"/>
                      <a:pt x="13950" y="6"/>
                      <a:pt x="13768" y="18"/>
                    </a:cubicBezTo>
                    <a:cubicBezTo>
                      <a:pt x="10316" y="226"/>
                      <a:pt x="6991" y="2418"/>
                      <a:pt x="5688" y="5687"/>
                    </a:cubicBezTo>
                    <a:cubicBezTo>
                      <a:pt x="5106" y="6048"/>
                      <a:pt x="4769" y="6568"/>
                      <a:pt x="4445" y="7070"/>
                    </a:cubicBezTo>
                    <a:cubicBezTo>
                      <a:pt x="4328" y="7260"/>
                      <a:pt x="4212" y="7444"/>
                      <a:pt x="4071" y="7634"/>
                    </a:cubicBezTo>
                    <a:cubicBezTo>
                      <a:pt x="3796" y="8001"/>
                      <a:pt x="3447" y="8570"/>
                      <a:pt x="3465" y="9225"/>
                    </a:cubicBezTo>
                    <a:cubicBezTo>
                      <a:pt x="3484" y="9678"/>
                      <a:pt x="3747" y="10162"/>
                      <a:pt x="4157" y="10407"/>
                    </a:cubicBezTo>
                    <a:cubicBezTo>
                      <a:pt x="3220" y="11588"/>
                      <a:pt x="2357" y="12849"/>
                      <a:pt x="1610" y="14159"/>
                    </a:cubicBezTo>
                    <a:cubicBezTo>
                      <a:pt x="998" y="15237"/>
                      <a:pt x="264" y="16675"/>
                      <a:pt x="62" y="18224"/>
                    </a:cubicBezTo>
                    <a:cubicBezTo>
                      <a:pt x="19" y="18549"/>
                      <a:pt x="0" y="18873"/>
                      <a:pt x="13" y="19185"/>
                    </a:cubicBezTo>
                    <a:cubicBezTo>
                      <a:pt x="13" y="19430"/>
                      <a:pt x="31" y="19663"/>
                      <a:pt x="68" y="19889"/>
                    </a:cubicBezTo>
                    <a:cubicBezTo>
                      <a:pt x="202" y="20887"/>
                      <a:pt x="600" y="21781"/>
                      <a:pt x="1219" y="22461"/>
                    </a:cubicBezTo>
                    <a:cubicBezTo>
                      <a:pt x="2241" y="23569"/>
                      <a:pt x="3692" y="23991"/>
                      <a:pt x="5271" y="24230"/>
                    </a:cubicBezTo>
                    <a:cubicBezTo>
                      <a:pt x="5614" y="24285"/>
                      <a:pt x="5963" y="24328"/>
                      <a:pt x="6318" y="24371"/>
                    </a:cubicBezTo>
                    <a:cubicBezTo>
                      <a:pt x="6747" y="24879"/>
                      <a:pt x="7328" y="25252"/>
                      <a:pt x="7977" y="25485"/>
                    </a:cubicBezTo>
                    <a:cubicBezTo>
                      <a:pt x="8510" y="25680"/>
                      <a:pt x="9091" y="25781"/>
                      <a:pt x="9682" y="25781"/>
                    </a:cubicBezTo>
                    <a:cubicBezTo>
                      <a:pt x="10483" y="25781"/>
                      <a:pt x="11300" y="25594"/>
                      <a:pt x="12030" y="25203"/>
                    </a:cubicBezTo>
                    <a:cubicBezTo>
                      <a:pt x="13591" y="24365"/>
                      <a:pt x="14466" y="22724"/>
                      <a:pt x="15115" y="21236"/>
                    </a:cubicBezTo>
                    <a:cubicBezTo>
                      <a:pt x="15617" y="20079"/>
                      <a:pt x="16180" y="18610"/>
                      <a:pt x="16346" y="17049"/>
                    </a:cubicBezTo>
                    <a:cubicBezTo>
                      <a:pt x="16523" y="17208"/>
                      <a:pt x="16731" y="17349"/>
                      <a:pt x="16958" y="17435"/>
                    </a:cubicBezTo>
                    <a:cubicBezTo>
                      <a:pt x="16995" y="17449"/>
                      <a:pt x="17034" y="17456"/>
                      <a:pt x="17073" y="17456"/>
                    </a:cubicBezTo>
                    <a:cubicBezTo>
                      <a:pt x="17197" y="17456"/>
                      <a:pt x="17315" y="17383"/>
                      <a:pt x="17362" y="17257"/>
                    </a:cubicBezTo>
                    <a:cubicBezTo>
                      <a:pt x="17821" y="16094"/>
                      <a:pt x="18188" y="14894"/>
                      <a:pt x="18452" y="13682"/>
                    </a:cubicBezTo>
                    <a:cubicBezTo>
                      <a:pt x="19070" y="10872"/>
                      <a:pt x="19192" y="7970"/>
                      <a:pt x="18788" y="5117"/>
                    </a:cubicBezTo>
                    <a:cubicBezTo>
                      <a:pt x="18782" y="5081"/>
                      <a:pt x="18770" y="5038"/>
                      <a:pt x="18739" y="5007"/>
                    </a:cubicBezTo>
                    <a:cubicBezTo>
                      <a:pt x="18739" y="4836"/>
                      <a:pt x="19064" y="4640"/>
                      <a:pt x="19229" y="4242"/>
                    </a:cubicBezTo>
                    <a:cubicBezTo>
                      <a:pt x="19400" y="3807"/>
                      <a:pt x="19382" y="3122"/>
                      <a:pt x="18507" y="1946"/>
                    </a:cubicBezTo>
                    <a:cubicBezTo>
                      <a:pt x="18348" y="1732"/>
                      <a:pt x="17546" y="1230"/>
                      <a:pt x="16939" y="826"/>
                    </a:cubicBezTo>
                    <a:cubicBezTo>
                      <a:pt x="16465" y="504"/>
                      <a:pt x="16106" y="245"/>
                      <a:pt x="16273" y="245"/>
                    </a:cubicBezTo>
                    <a:cubicBezTo>
                      <a:pt x="16287" y="245"/>
                      <a:pt x="16305" y="247"/>
                      <a:pt x="16327" y="251"/>
                    </a:cubicBezTo>
                    <a:cubicBezTo>
                      <a:pt x="15667" y="82"/>
                      <a:pt x="14991" y="0"/>
                      <a:pt x="1431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26"/>
              <p:cNvSpPr/>
              <p:nvPr/>
            </p:nvSpPr>
            <p:spPr>
              <a:xfrm>
                <a:off x="2518800" y="2064750"/>
                <a:ext cx="463300" cy="435275"/>
              </a:xfrm>
              <a:custGeom>
                <a:avLst/>
                <a:gdLst/>
                <a:ahLst/>
                <a:cxnLst/>
                <a:rect l="l" t="t" r="r" b="b"/>
                <a:pathLst>
                  <a:path w="18532" h="17411" extrusionOk="0">
                    <a:moveTo>
                      <a:pt x="9596" y="1"/>
                    </a:moveTo>
                    <a:cubicBezTo>
                      <a:pt x="9573" y="1"/>
                      <a:pt x="9550" y="3"/>
                      <a:pt x="9527" y="7"/>
                    </a:cubicBezTo>
                    <a:cubicBezTo>
                      <a:pt x="9478" y="14"/>
                      <a:pt x="9435" y="32"/>
                      <a:pt x="9398" y="63"/>
                    </a:cubicBezTo>
                    <a:cubicBezTo>
                      <a:pt x="7684" y="1379"/>
                      <a:pt x="6043" y="2830"/>
                      <a:pt x="4537" y="4372"/>
                    </a:cubicBezTo>
                    <a:cubicBezTo>
                      <a:pt x="3680" y="5248"/>
                      <a:pt x="2903" y="6215"/>
                      <a:pt x="2964" y="7397"/>
                    </a:cubicBezTo>
                    <a:cubicBezTo>
                      <a:pt x="2976" y="7635"/>
                      <a:pt x="3025" y="7868"/>
                      <a:pt x="3074" y="8082"/>
                    </a:cubicBezTo>
                    <a:cubicBezTo>
                      <a:pt x="3135" y="8382"/>
                      <a:pt x="3203" y="8670"/>
                      <a:pt x="3166" y="8933"/>
                    </a:cubicBezTo>
                    <a:cubicBezTo>
                      <a:pt x="3105" y="9294"/>
                      <a:pt x="2866" y="9631"/>
                      <a:pt x="2621" y="9943"/>
                    </a:cubicBezTo>
                    <a:cubicBezTo>
                      <a:pt x="1838" y="10947"/>
                      <a:pt x="956" y="11878"/>
                      <a:pt x="1" y="12710"/>
                    </a:cubicBezTo>
                    <a:cubicBezTo>
                      <a:pt x="172" y="12814"/>
                      <a:pt x="332" y="12937"/>
                      <a:pt x="423" y="13102"/>
                    </a:cubicBezTo>
                    <a:cubicBezTo>
                      <a:pt x="429" y="13120"/>
                      <a:pt x="442" y="13133"/>
                      <a:pt x="442" y="13151"/>
                    </a:cubicBezTo>
                    <a:cubicBezTo>
                      <a:pt x="601" y="13488"/>
                      <a:pt x="454" y="13916"/>
                      <a:pt x="601" y="14265"/>
                    </a:cubicBezTo>
                    <a:cubicBezTo>
                      <a:pt x="858" y="14865"/>
                      <a:pt x="1764" y="14933"/>
                      <a:pt x="2339" y="15220"/>
                    </a:cubicBezTo>
                    <a:cubicBezTo>
                      <a:pt x="2518" y="15309"/>
                      <a:pt x="2714" y="15358"/>
                      <a:pt x="2906" y="15358"/>
                    </a:cubicBezTo>
                    <a:cubicBezTo>
                      <a:pt x="3138" y="15358"/>
                      <a:pt x="3365" y="15288"/>
                      <a:pt x="3552" y="15135"/>
                    </a:cubicBezTo>
                    <a:cubicBezTo>
                      <a:pt x="3717" y="15000"/>
                      <a:pt x="3894" y="14871"/>
                      <a:pt x="4072" y="14749"/>
                    </a:cubicBezTo>
                    <a:cubicBezTo>
                      <a:pt x="4262" y="14622"/>
                      <a:pt x="4470" y="14564"/>
                      <a:pt x="4674" y="14564"/>
                    </a:cubicBezTo>
                    <a:cubicBezTo>
                      <a:pt x="5207" y="14564"/>
                      <a:pt x="5707" y="14961"/>
                      <a:pt x="5755" y="15563"/>
                    </a:cubicBezTo>
                    <a:cubicBezTo>
                      <a:pt x="5768" y="15710"/>
                      <a:pt x="5792" y="15851"/>
                      <a:pt x="5829" y="16004"/>
                    </a:cubicBezTo>
                    <a:cubicBezTo>
                      <a:pt x="6000" y="16702"/>
                      <a:pt x="6545" y="17351"/>
                      <a:pt x="7268" y="17406"/>
                    </a:cubicBezTo>
                    <a:cubicBezTo>
                      <a:pt x="7304" y="17409"/>
                      <a:pt x="7341" y="17410"/>
                      <a:pt x="7377" y="17410"/>
                    </a:cubicBezTo>
                    <a:cubicBezTo>
                      <a:pt x="8871" y="17410"/>
                      <a:pt x="9508" y="14972"/>
                      <a:pt x="11051" y="14822"/>
                    </a:cubicBezTo>
                    <a:cubicBezTo>
                      <a:pt x="11097" y="14819"/>
                      <a:pt x="11144" y="14817"/>
                      <a:pt x="11191" y="14817"/>
                    </a:cubicBezTo>
                    <a:cubicBezTo>
                      <a:pt x="11407" y="14817"/>
                      <a:pt x="11624" y="14850"/>
                      <a:pt x="11838" y="14850"/>
                    </a:cubicBezTo>
                    <a:cubicBezTo>
                      <a:pt x="11955" y="14850"/>
                      <a:pt x="12070" y="14840"/>
                      <a:pt x="12183" y="14810"/>
                    </a:cubicBezTo>
                    <a:cubicBezTo>
                      <a:pt x="13365" y="14498"/>
                      <a:pt x="13108" y="12612"/>
                      <a:pt x="14020" y="11804"/>
                    </a:cubicBezTo>
                    <a:cubicBezTo>
                      <a:pt x="14375" y="11498"/>
                      <a:pt x="14859" y="11394"/>
                      <a:pt x="15299" y="11229"/>
                    </a:cubicBezTo>
                    <a:cubicBezTo>
                      <a:pt x="17173" y="10513"/>
                      <a:pt x="18532" y="8223"/>
                      <a:pt x="17540" y="6380"/>
                    </a:cubicBezTo>
                    <a:cubicBezTo>
                      <a:pt x="17528" y="6356"/>
                      <a:pt x="17509" y="6325"/>
                      <a:pt x="17491" y="6301"/>
                    </a:cubicBezTo>
                    <a:cubicBezTo>
                      <a:pt x="17075" y="5578"/>
                      <a:pt x="16499" y="5058"/>
                      <a:pt x="15832" y="4648"/>
                    </a:cubicBezTo>
                    <a:cubicBezTo>
                      <a:pt x="15697" y="4568"/>
                      <a:pt x="15550" y="4525"/>
                      <a:pt x="15404" y="4507"/>
                    </a:cubicBezTo>
                    <a:cubicBezTo>
                      <a:pt x="15330" y="4501"/>
                      <a:pt x="15263" y="4489"/>
                      <a:pt x="15195" y="4476"/>
                    </a:cubicBezTo>
                    <a:cubicBezTo>
                      <a:pt x="15067" y="4464"/>
                      <a:pt x="14951" y="4446"/>
                      <a:pt x="14828" y="4427"/>
                    </a:cubicBezTo>
                    <a:cubicBezTo>
                      <a:pt x="14553" y="4378"/>
                      <a:pt x="14277" y="4336"/>
                      <a:pt x="14014" y="4274"/>
                    </a:cubicBezTo>
                    <a:cubicBezTo>
                      <a:pt x="13873" y="4250"/>
                      <a:pt x="13738" y="4213"/>
                      <a:pt x="13604" y="4176"/>
                    </a:cubicBezTo>
                    <a:cubicBezTo>
                      <a:pt x="13598" y="4176"/>
                      <a:pt x="13591" y="4176"/>
                      <a:pt x="13585" y="4170"/>
                    </a:cubicBezTo>
                    <a:cubicBezTo>
                      <a:pt x="13402" y="4127"/>
                      <a:pt x="13218" y="4072"/>
                      <a:pt x="13047" y="4005"/>
                    </a:cubicBezTo>
                    <a:cubicBezTo>
                      <a:pt x="12955" y="3974"/>
                      <a:pt x="12863" y="3944"/>
                      <a:pt x="12783" y="3907"/>
                    </a:cubicBezTo>
                    <a:cubicBezTo>
                      <a:pt x="12692" y="3876"/>
                      <a:pt x="12606" y="3840"/>
                      <a:pt x="12520" y="3797"/>
                    </a:cubicBezTo>
                    <a:cubicBezTo>
                      <a:pt x="12018" y="3570"/>
                      <a:pt x="11565" y="3264"/>
                      <a:pt x="11192" y="2854"/>
                    </a:cubicBezTo>
                    <a:cubicBezTo>
                      <a:pt x="10996" y="2634"/>
                      <a:pt x="10824" y="2395"/>
                      <a:pt x="10677" y="2120"/>
                    </a:cubicBezTo>
                    <a:cubicBezTo>
                      <a:pt x="10622" y="2028"/>
                      <a:pt x="10573" y="1924"/>
                      <a:pt x="10537" y="1820"/>
                    </a:cubicBezTo>
                    <a:cubicBezTo>
                      <a:pt x="10512" y="1777"/>
                      <a:pt x="10494" y="1734"/>
                      <a:pt x="10482" y="1691"/>
                    </a:cubicBezTo>
                    <a:cubicBezTo>
                      <a:pt x="10445" y="1599"/>
                      <a:pt x="10414" y="1501"/>
                      <a:pt x="10390" y="1409"/>
                    </a:cubicBezTo>
                    <a:cubicBezTo>
                      <a:pt x="10365" y="1360"/>
                      <a:pt x="10353" y="1311"/>
                      <a:pt x="10341" y="1262"/>
                    </a:cubicBezTo>
                    <a:cubicBezTo>
                      <a:pt x="10316" y="1189"/>
                      <a:pt x="10292" y="1122"/>
                      <a:pt x="10249" y="1054"/>
                    </a:cubicBezTo>
                    <a:cubicBezTo>
                      <a:pt x="10120" y="828"/>
                      <a:pt x="10010" y="583"/>
                      <a:pt x="9900" y="344"/>
                    </a:cubicBezTo>
                    <a:cubicBezTo>
                      <a:pt x="9857" y="252"/>
                      <a:pt x="9827" y="167"/>
                      <a:pt x="9796" y="81"/>
                    </a:cubicBezTo>
                    <a:cubicBezTo>
                      <a:pt x="9740" y="25"/>
                      <a:pt x="9669" y="1"/>
                      <a:pt x="95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26"/>
              <p:cNvSpPr/>
              <p:nvPr/>
            </p:nvSpPr>
            <p:spPr>
              <a:xfrm>
                <a:off x="3159475" y="2215600"/>
                <a:ext cx="217800" cy="380275"/>
              </a:xfrm>
              <a:custGeom>
                <a:avLst/>
                <a:gdLst/>
                <a:ahLst/>
                <a:cxnLst/>
                <a:rect l="l" t="t" r="r" b="b"/>
                <a:pathLst>
                  <a:path w="8712" h="15211" extrusionOk="0">
                    <a:moveTo>
                      <a:pt x="7706" y="1"/>
                    </a:moveTo>
                    <a:cubicBezTo>
                      <a:pt x="7611" y="1"/>
                      <a:pt x="7513" y="12"/>
                      <a:pt x="7414" y="34"/>
                    </a:cubicBezTo>
                    <a:cubicBezTo>
                      <a:pt x="7254" y="71"/>
                      <a:pt x="7095" y="132"/>
                      <a:pt x="6918" y="230"/>
                    </a:cubicBezTo>
                    <a:cubicBezTo>
                      <a:pt x="6410" y="530"/>
                      <a:pt x="5491" y="2360"/>
                      <a:pt x="4640" y="2979"/>
                    </a:cubicBezTo>
                    <a:cubicBezTo>
                      <a:pt x="4249" y="3260"/>
                      <a:pt x="4083" y="3756"/>
                      <a:pt x="4285" y="4197"/>
                    </a:cubicBezTo>
                    <a:cubicBezTo>
                      <a:pt x="4359" y="4338"/>
                      <a:pt x="4383" y="4491"/>
                      <a:pt x="4328" y="4662"/>
                    </a:cubicBezTo>
                    <a:cubicBezTo>
                      <a:pt x="4255" y="4870"/>
                      <a:pt x="4071" y="4999"/>
                      <a:pt x="3900" y="5127"/>
                    </a:cubicBezTo>
                    <a:cubicBezTo>
                      <a:pt x="3379" y="5538"/>
                      <a:pt x="2939" y="6089"/>
                      <a:pt x="2804" y="6738"/>
                    </a:cubicBezTo>
                    <a:cubicBezTo>
                      <a:pt x="2737" y="7086"/>
                      <a:pt x="2767" y="7460"/>
                      <a:pt x="2890" y="7790"/>
                    </a:cubicBezTo>
                    <a:cubicBezTo>
                      <a:pt x="3036" y="8176"/>
                      <a:pt x="2939" y="8580"/>
                      <a:pt x="2663" y="8880"/>
                    </a:cubicBezTo>
                    <a:cubicBezTo>
                      <a:pt x="2455" y="9094"/>
                      <a:pt x="2314" y="9394"/>
                      <a:pt x="2247" y="9688"/>
                    </a:cubicBezTo>
                    <a:cubicBezTo>
                      <a:pt x="2130" y="10282"/>
                      <a:pt x="2247" y="10894"/>
                      <a:pt x="2247" y="11494"/>
                    </a:cubicBezTo>
                    <a:cubicBezTo>
                      <a:pt x="2241" y="12100"/>
                      <a:pt x="2069" y="12768"/>
                      <a:pt x="1549" y="13080"/>
                    </a:cubicBezTo>
                    <a:cubicBezTo>
                      <a:pt x="1298" y="13239"/>
                      <a:pt x="992" y="13282"/>
                      <a:pt x="716" y="13398"/>
                    </a:cubicBezTo>
                    <a:cubicBezTo>
                      <a:pt x="710" y="13404"/>
                      <a:pt x="704" y="13404"/>
                      <a:pt x="692" y="13410"/>
                    </a:cubicBezTo>
                    <a:cubicBezTo>
                      <a:pt x="12" y="13723"/>
                      <a:pt x="0" y="14543"/>
                      <a:pt x="416" y="15020"/>
                    </a:cubicBezTo>
                    <a:cubicBezTo>
                      <a:pt x="538" y="15017"/>
                      <a:pt x="660" y="15015"/>
                      <a:pt x="783" y="15015"/>
                    </a:cubicBezTo>
                    <a:cubicBezTo>
                      <a:pt x="1477" y="15015"/>
                      <a:pt x="2191" y="15075"/>
                      <a:pt x="2914" y="15210"/>
                    </a:cubicBezTo>
                    <a:cubicBezTo>
                      <a:pt x="2804" y="14959"/>
                      <a:pt x="2785" y="14684"/>
                      <a:pt x="2902" y="14396"/>
                    </a:cubicBezTo>
                    <a:cubicBezTo>
                      <a:pt x="2902" y="14396"/>
                      <a:pt x="2902" y="14390"/>
                      <a:pt x="2908" y="14390"/>
                    </a:cubicBezTo>
                    <a:cubicBezTo>
                      <a:pt x="2908" y="14384"/>
                      <a:pt x="2908" y="14378"/>
                      <a:pt x="2914" y="14378"/>
                    </a:cubicBezTo>
                    <a:cubicBezTo>
                      <a:pt x="2914" y="14378"/>
                      <a:pt x="2914" y="14371"/>
                      <a:pt x="2920" y="14371"/>
                    </a:cubicBezTo>
                    <a:cubicBezTo>
                      <a:pt x="2926" y="14347"/>
                      <a:pt x="2939" y="14335"/>
                      <a:pt x="2957" y="14316"/>
                    </a:cubicBezTo>
                    <a:cubicBezTo>
                      <a:pt x="3024" y="14243"/>
                      <a:pt x="3122" y="14200"/>
                      <a:pt x="3220" y="14200"/>
                    </a:cubicBezTo>
                    <a:lnTo>
                      <a:pt x="3887" y="14267"/>
                    </a:lnTo>
                    <a:cubicBezTo>
                      <a:pt x="5589" y="12382"/>
                      <a:pt x="7377" y="8678"/>
                      <a:pt x="7763" y="6578"/>
                    </a:cubicBezTo>
                    <a:cubicBezTo>
                      <a:pt x="8142" y="4503"/>
                      <a:pt x="8118" y="2373"/>
                      <a:pt x="8044" y="297"/>
                    </a:cubicBezTo>
                    <a:lnTo>
                      <a:pt x="8044" y="297"/>
                    </a:lnTo>
                    <a:cubicBezTo>
                      <a:pt x="8130" y="340"/>
                      <a:pt x="8222" y="377"/>
                      <a:pt x="8326" y="401"/>
                    </a:cubicBezTo>
                    <a:cubicBezTo>
                      <a:pt x="8448" y="432"/>
                      <a:pt x="8577" y="444"/>
                      <a:pt x="8711" y="444"/>
                    </a:cubicBezTo>
                    <a:cubicBezTo>
                      <a:pt x="8419" y="166"/>
                      <a:pt x="8080" y="1"/>
                      <a:pt x="770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26"/>
              <p:cNvSpPr/>
              <p:nvPr/>
            </p:nvSpPr>
            <p:spPr>
              <a:xfrm>
                <a:off x="2500300" y="2682250"/>
                <a:ext cx="416775" cy="589175"/>
              </a:xfrm>
              <a:custGeom>
                <a:avLst/>
                <a:gdLst/>
                <a:ahLst/>
                <a:cxnLst/>
                <a:rect l="l" t="t" r="r" b="b"/>
                <a:pathLst>
                  <a:path w="16671" h="23567" extrusionOk="0">
                    <a:moveTo>
                      <a:pt x="10081" y="0"/>
                    </a:moveTo>
                    <a:cubicBezTo>
                      <a:pt x="10050" y="0"/>
                      <a:pt x="10018" y="3"/>
                      <a:pt x="9985" y="9"/>
                    </a:cubicBezTo>
                    <a:cubicBezTo>
                      <a:pt x="9507" y="95"/>
                      <a:pt x="9036" y="236"/>
                      <a:pt x="8589" y="413"/>
                    </a:cubicBezTo>
                    <a:cubicBezTo>
                      <a:pt x="8001" y="646"/>
                      <a:pt x="7444" y="946"/>
                      <a:pt x="6930" y="1313"/>
                    </a:cubicBezTo>
                    <a:cubicBezTo>
                      <a:pt x="5651" y="2213"/>
                      <a:pt x="4690" y="3474"/>
                      <a:pt x="3741" y="4717"/>
                    </a:cubicBezTo>
                    <a:cubicBezTo>
                      <a:pt x="3073" y="5592"/>
                      <a:pt x="2406" y="6462"/>
                      <a:pt x="1739" y="7337"/>
                    </a:cubicBezTo>
                    <a:cubicBezTo>
                      <a:pt x="1500" y="7649"/>
                      <a:pt x="1261" y="7968"/>
                      <a:pt x="1139" y="8347"/>
                    </a:cubicBezTo>
                    <a:cubicBezTo>
                      <a:pt x="1084" y="8506"/>
                      <a:pt x="1059" y="8684"/>
                      <a:pt x="1041" y="8855"/>
                    </a:cubicBezTo>
                    <a:cubicBezTo>
                      <a:pt x="992" y="9406"/>
                      <a:pt x="1010" y="9957"/>
                      <a:pt x="1016" y="10508"/>
                    </a:cubicBezTo>
                    <a:cubicBezTo>
                      <a:pt x="1016" y="10692"/>
                      <a:pt x="967" y="10851"/>
                      <a:pt x="906" y="11016"/>
                    </a:cubicBezTo>
                    <a:cubicBezTo>
                      <a:pt x="906" y="11010"/>
                      <a:pt x="900" y="11010"/>
                      <a:pt x="894" y="11010"/>
                    </a:cubicBezTo>
                    <a:cubicBezTo>
                      <a:pt x="870" y="11005"/>
                      <a:pt x="846" y="11002"/>
                      <a:pt x="822" y="11002"/>
                    </a:cubicBezTo>
                    <a:cubicBezTo>
                      <a:pt x="678" y="11002"/>
                      <a:pt x="551" y="11095"/>
                      <a:pt x="514" y="11237"/>
                    </a:cubicBezTo>
                    <a:cubicBezTo>
                      <a:pt x="0" y="13330"/>
                      <a:pt x="606" y="15669"/>
                      <a:pt x="1384" y="17554"/>
                    </a:cubicBezTo>
                    <a:cubicBezTo>
                      <a:pt x="1561" y="17977"/>
                      <a:pt x="1739" y="18375"/>
                      <a:pt x="1922" y="18742"/>
                    </a:cubicBezTo>
                    <a:cubicBezTo>
                      <a:pt x="2069" y="19048"/>
                      <a:pt x="2057" y="19428"/>
                      <a:pt x="2039" y="19826"/>
                    </a:cubicBezTo>
                    <a:cubicBezTo>
                      <a:pt x="2033" y="20028"/>
                      <a:pt x="2027" y="20236"/>
                      <a:pt x="2039" y="20438"/>
                    </a:cubicBezTo>
                    <a:cubicBezTo>
                      <a:pt x="2063" y="20952"/>
                      <a:pt x="2320" y="21454"/>
                      <a:pt x="2675" y="21723"/>
                    </a:cubicBezTo>
                    <a:cubicBezTo>
                      <a:pt x="2863" y="21874"/>
                      <a:pt x="3077" y="21945"/>
                      <a:pt x="3296" y="21945"/>
                    </a:cubicBezTo>
                    <a:cubicBezTo>
                      <a:pt x="3362" y="21945"/>
                      <a:pt x="3429" y="21938"/>
                      <a:pt x="3496" y="21925"/>
                    </a:cubicBezTo>
                    <a:cubicBezTo>
                      <a:pt x="3735" y="21876"/>
                      <a:pt x="3924" y="21736"/>
                      <a:pt x="4090" y="21619"/>
                    </a:cubicBezTo>
                    <a:cubicBezTo>
                      <a:pt x="4224" y="21527"/>
                      <a:pt x="4347" y="21436"/>
                      <a:pt x="4457" y="21411"/>
                    </a:cubicBezTo>
                    <a:cubicBezTo>
                      <a:pt x="4479" y="21407"/>
                      <a:pt x="4500" y="21405"/>
                      <a:pt x="4522" y="21405"/>
                    </a:cubicBezTo>
                    <a:cubicBezTo>
                      <a:pt x="4810" y="21405"/>
                      <a:pt x="5087" y="21738"/>
                      <a:pt x="5406" y="22176"/>
                    </a:cubicBezTo>
                    <a:lnTo>
                      <a:pt x="5443" y="22225"/>
                    </a:lnTo>
                    <a:cubicBezTo>
                      <a:pt x="5589" y="22415"/>
                      <a:pt x="6110" y="23015"/>
                      <a:pt x="6649" y="23346"/>
                    </a:cubicBezTo>
                    <a:cubicBezTo>
                      <a:pt x="6691" y="23370"/>
                      <a:pt x="6734" y="23395"/>
                      <a:pt x="6777" y="23419"/>
                    </a:cubicBezTo>
                    <a:cubicBezTo>
                      <a:pt x="6900" y="23486"/>
                      <a:pt x="7010" y="23523"/>
                      <a:pt x="7114" y="23548"/>
                    </a:cubicBezTo>
                    <a:cubicBezTo>
                      <a:pt x="7163" y="23560"/>
                      <a:pt x="7218" y="23566"/>
                      <a:pt x="7267" y="23566"/>
                    </a:cubicBezTo>
                    <a:lnTo>
                      <a:pt x="7279" y="23566"/>
                    </a:lnTo>
                    <a:cubicBezTo>
                      <a:pt x="7432" y="23566"/>
                      <a:pt x="7573" y="23517"/>
                      <a:pt x="7677" y="23419"/>
                    </a:cubicBezTo>
                    <a:cubicBezTo>
                      <a:pt x="8926" y="22984"/>
                      <a:pt x="9979" y="22127"/>
                      <a:pt x="10873" y="21350"/>
                    </a:cubicBezTo>
                    <a:cubicBezTo>
                      <a:pt x="12501" y="19942"/>
                      <a:pt x="14038" y="18442"/>
                      <a:pt x="15464" y="16850"/>
                    </a:cubicBezTo>
                    <a:lnTo>
                      <a:pt x="15446" y="15938"/>
                    </a:lnTo>
                    <a:lnTo>
                      <a:pt x="15446" y="15859"/>
                    </a:lnTo>
                    <a:cubicBezTo>
                      <a:pt x="15458" y="14151"/>
                      <a:pt x="16113" y="12455"/>
                      <a:pt x="16456" y="10839"/>
                    </a:cubicBezTo>
                    <a:cubicBezTo>
                      <a:pt x="16670" y="9853"/>
                      <a:pt x="16033" y="8886"/>
                      <a:pt x="15054" y="8659"/>
                    </a:cubicBezTo>
                    <a:cubicBezTo>
                      <a:pt x="14858" y="8616"/>
                      <a:pt x="14699" y="8580"/>
                      <a:pt x="14595" y="8549"/>
                    </a:cubicBezTo>
                    <a:cubicBezTo>
                      <a:pt x="14515" y="8537"/>
                      <a:pt x="14454" y="8525"/>
                      <a:pt x="14380" y="8525"/>
                    </a:cubicBezTo>
                    <a:cubicBezTo>
                      <a:pt x="13811" y="8494"/>
                      <a:pt x="10732" y="8261"/>
                      <a:pt x="11007" y="6731"/>
                    </a:cubicBezTo>
                    <a:cubicBezTo>
                      <a:pt x="12452" y="6584"/>
                      <a:pt x="12856" y="4772"/>
                      <a:pt x="13144" y="3823"/>
                    </a:cubicBezTo>
                    <a:lnTo>
                      <a:pt x="13144" y="3817"/>
                    </a:lnTo>
                    <a:cubicBezTo>
                      <a:pt x="13162" y="3756"/>
                      <a:pt x="13156" y="3707"/>
                      <a:pt x="13138" y="3652"/>
                    </a:cubicBezTo>
                    <a:cubicBezTo>
                      <a:pt x="13099" y="3551"/>
                      <a:pt x="12997" y="3473"/>
                      <a:pt x="12882" y="3473"/>
                    </a:cubicBezTo>
                    <a:cubicBezTo>
                      <a:pt x="12849" y="3473"/>
                      <a:pt x="12816" y="3479"/>
                      <a:pt x="12783" y="3492"/>
                    </a:cubicBezTo>
                    <a:cubicBezTo>
                      <a:pt x="12489" y="3621"/>
                      <a:pt x="12195" y="3750"/>
                      <a:pt x="11938" y="3829"/>
                    </a:cubicBezTo>
                    <a:cubicBezTo>
                      <a:pt x="11883" y="3725"/>
                      <a:pt x="11840" y="3627"/>
                      <a:pt x="11797" y="3529"/>
                    </a:cubicBezTo>
                    <a:cubicBezTo>
                      <a:pt x="11613" y="3052"/>
                      <a:pt x="11595" y="2623"/>
                      <a:pt x="11742" y="2182"/>
                    </a:cubicBezTo>
                    <a:cubicBezTo>
                      <a:pt x="11840" y="1895"/>
                      <a:pt x="11681" y="1589"/>
                      <a:pt x="11399" y="1466"/>
                    </a:cubicBezTo>
                    <a:cubicBezTo>
                      <a:pt x="10995" y="1289"/>
                      <a:pt x="10671" y="885"/>
                      <a:pt x="10591" y="444"/>
                    </a:cubicBezTo>
                    <a:cubicBezTo>
                      <a:pt x="10542" y="188"/>
                      <a:pt x="10334" y="0"/>
                      <a:pt x="1008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26"/>
              <p:cNvSpPr/>
              <p:nvPr/>
            </p:nvSpPr>
            <p:spPr>
              <a:xfrm>
                <a:off x="2768575" y="2591050"/>
                <a:ext cx="654150" cy="512475"/>
              </a:xfrm>
              <a:custGeom>
                <a:avLst/>
                <a:gdLst/>
                <a:ahLst/>
                <a:cxnLst/>
                <a:rect l="l" t="t" r="r" b="b"/>
                <a:pathLst>
                  <a:path w="26166" h="20499" extrusionOk="0">
                    <a:moveTo>
                      <a:pt x="16462" y="0"/>
                    </a:moveTo>
                    <a:cubicBezTo>
                      <a:pt x="16325" y="0"/>
                      <a:pt x="16188" y="3"/>
                      <a:pt x="16052" y="9"/>
                    </a:cubicBezTo>
                    <a:cubicBezTo>
                      <a:pt x="13426" y="82"/>
                      <a:pt x="11094" y="988"/>
                      <a:pt x="9416" y="1900"/>
                    </a:cubicBezTo>
                    <a:cubicBezTo>
                      <a:pt x="8792" y="2231"/>
                      <a:pt x="7739" y="2978"/>
                      <a:pt x="6521" y="3847"/>
                    </a:cubicBezTo>
                    <a:cubicBezTo>
                      <a:pt x="4555" y="5237"/>
                      <a:pt x="2107" y="6969"/>
                      <a:pt x="1225" y="7104"/>
                    </a:cubicBezTo>
                    <a:cubicBezTo>
                      <a:pt x="1170" y="7110"/>
                      <a:pt x="1115" y="7134"/>
                      <a:pt x="1066" y="7177"/>
                    </a:cubicBezTo>
                    <a:cubicBezTo>
                      <a:pt x="1109" y="7275"/>
                      <a:pt x="1152" y="7373"/>
                      <a:pt x="1207" y="7483"/>
                    </a:cubicBezTo>
                    <a:cubicBezTo>
                      <a:pt x="1464" y="7398"/>
                      <a:pt x="1758" y="7269"/>
                      <a:pt x="2052" y="7147"/>
                    </a:cubicBezTo>
                    <a:cubicBezTo>
                      <a:pt x="2087" y="7131"/>
                      <a:pt x="2123" y="7124"/>
                      <a:pt x="2157" y="7124"/>
                    </a:cubicBezTo>
                    <a:cubicBezTo>
                      <a:pt x="2270" y="7124"/>
                      <a:pt x="2369" y="7201"/>
                      <a:pt x="2407" y="7300"/>
                    </a:cubicBezTo>
                    <a:cubicBezTo>
                      <a:pt x="2425" y="7355"/>
                      <a:pt x="2431" y="7404"/>
                      <a:pt x="2413" y="7471"/>
                    </a:cubicBezTo>
                    <a:lnTo>
                      <a:pt x="2413" y="7477"/>
                    </a:lnTo>
                    <a:cubicBezTo>
                      <a:pt x="2125" y="8420"/>
                      <a:pt x="1721" y="10232"/>
                      <a:pt x="276" y="10379"/>
                    </a:cubicBezTo>
                    <a:cubicBezTo>
                      <a:pt x="1" y="11909"/>
                      <a:pt x="3080" y="12148"/>
                      <a:pt x="3649" y="12179"/>
                    </a:cubicBezTo>
                    <a:lnTo>
                      <a:pt x="3649" y="12173"/>
                    </a:lnTo>
                    <a:cubicBezTo>
                      <a:pt x="3729" y="12173"/>
                      <a:pt x="3790" y="12185"/>
                      <a:pt x="3864" y="12197"/>
                    </a:cubicBezTo>
                    <a:cubicBezTo>
                      <a:pt x="3968" y="12222"/>
                      <a:pt x="4133" y="12258"/>
                      <a:pt x="4323" y="12307"/>
                    </a:cubicBezTo>
                    <a:cubicBezTo>
                      <a:pt x="5021" y="12467"/>
                      <a:pt x="5541" y="13005"/>
                      <a:pt x="5706" y="13654"/>
                    </a:cubicBezTo>
                    <a:cubicBezTo>
                      <a:pt x="5780" y="13911"/>
                      <a:pt x="5792" y="14199"/>
                      <a:pt x="5725" y="14487"/>
                    </a:cubicBezTo>
                    <a:cubicBezTo>
                      <a:pt x="5382" y="16103"/>
                      <a:pt x="4727" y="17799"/>
                      <a:pt x="4715" y="19507"/>
                    </a:cubicBezTo>
                    <a:lnTo>
                      <a:pt x="4715" y="19586"/>
                    </a:lnTo>
                    <a:lnTo>
                      <a:pt x="4733" y="20498"/>
                    </a:lnTo>
                    <a:cubicBezTo>
                      <a:pt x="7341" y="17627"/>
                      <a:pt x="9612" y="14468"/>
                      <a:pt x="11534" y="11071"/>
                    </a:cubicBezTo>
                    <a:cubicBezTo>
                      <a:pt x="11938" y="10354"/>
                      <a:pt x="12832" y="9571"/>
                      <a:pt x="13714" y="9155"/>
                    </a:cubicBezTo>
                    <a:cubicBezTo>
                      <a:pt x="15146" y="8493"/>
                      <a:pt x="16683" y="8016"/>
                      <a:pt x="18238" y="7740"/>
                    </a:cubicBezTo>
                    <a:cubicBezTo>
                      <a:pt x="18146" y="7594"/>
                      <a:pt x="18036" y="7379"/>
                      <a:pt x="18030" y="7147"/>
                    </a:cubicBezTo>
                    <a:cubicBezTo>
                      <a:pt x="18024" y="7067"/>
                      <a:pt x="18030" y="6987"/>
                      <a:pt x="18048" y="6908"/>
                    </a:cubicBezTo>
                    <a:cubicBezTo>
                      <a:pt x="18177" y="6345"/>
                      <a:pt x="18838" y="6192"/>
                      <a:pt x="19089" y="6137"/>
                    </a:cubicBezTo>
                    <a:lnTo>
                      <a:pt x="19095" y="6137"/>
                    </a:lnTo>
                    <a:cubicBezTo>
                      <a:pt x="21476" y="5598"/>
                      <a:pt x="23858" y="4924"/>
                      <a:pt x="26166" y="4122"/>
                    </a:cubicBezTo>
                    <a:cubicBezTo>
                      <a:pt x="23986" y="3296"/>
                      <a:pt x="21831" y="2347"/>
                      <a:pt x="19762" y="1306"/>
                    </a:cubicBezTo>
                    <a:cubicBezTo>
                      <a:pt x="19585" y="1221"/>
                      <a:pt x="19413" y="1123"/>
                      <a:pt x="19254" y="1000"/>
                    </a:cubicBezTo>
                    <a:cubicBezTo>
                      <a:pt x="19174" y="939"/>
                      <a:pt x="19095" y="878"/>
                      <a:pt x="19021" y="817"/>
                    </a:cubicBezTo>
                    <a:cubicBezTo>
                      <a:pt x="18862" y="676"/>
                      <a:pt x="18728" y="517"/>
                      <a:pt x="18630" y="351"/>
                    </a:cubicBezTo>
                    <a:cubicBezTo>
                      <a:pt x="18599" y="296"/>
                      <a:pt x="18568" y="247"/>
                      <a:pt x="18550" y="198"/>
                    </a:cubicBezTo>
                    <a:cubicBezTo>
                      <a:pt x="18354" y="162"/>
                      <a:pt x="18146" y="131"/>
                      <a:pt x="17944" y="106"/>
                    </a:cubicBezTo>
                    <a:cubicBezTo>
                      <a:pt x="17447" y="35"/>
                      <a:pt x="16950" y="0"/>
                      <a:pt x="16462" y="0"/>
                    </a:cubicBezTo>
                    <a:close/>
                  </a:path>
                </a:pathLst>
              </a:custGeom>
              <a:solidFill>
                <a:srgbClr val="F0E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26"/>
              <p:cNvSpPr/>
              <p:nvPr/>
            </p:nvSpPr>
            <p:spPr>
              <a:xfrm>
                <a:off x="2875250" y="2988875"/>
                <a:ext cx="408050" cy="1167925"/>
              </a:xfrm>
              <a:custGeom>
                <a:avLst/>
                <a:gdLst/>
                <a:ahLst/>
                <a:cxnLst/>
                <a:rect l="l" t="t" r="r" b="b"/>
                <a:pathLst>
                  <a:path w="16322" h="46717" extrusionOk="0">
                    <a:moveTo>
                      <a:pt x="15085" y="0"/>
                    </a:moveTo>
                    <a:cubicBezTo>
                      <a:pt x="15005" y="508"/>
                      <a:pt x="14895" y="1004"/>
                      <a:pt x="14773" y="1500"/>
                    </a:cubicBezTo>
                    <a:cubicBezTo>
                      <a:pt x="14785" y="1720"/>
                      <a:pt x="14791" y="1953"/>
                      <a:pt x="14785" y="2180"/>
                    </a:cubicBezTo>
                    <a:cubicBezTo>
                      <a:pt x="14779" y="2718"/>
                      <a:pt x="14742" y="3257"/>
                      <a:pt x="14675" y="3796"/>
                    </a:cubicBezTo>
                    <a:cubicBezTo>
                      <a:pt x="14485" y="5351"/>
                      <a:pt x="14038" y="6869"/>
                      <a:pt x="13353" y="8265"/>
                    </a:cubicBezTo>
                    <a:cubicBezTo>
                      <a:pt x="12930" y="9122"/>
                      <a:pt x="12398" y="9967"/>
                      <a:pt x="11883" y="10775"/>
                    </a:cubicBezTo>
                    <a:cubicBezTo>
                      <a:pt x="11234" y="11821"/>
                      <a:pt x="10561" y="12893"/>
                      <a:pt x="10071" y="14056"/>
                    </a:cubicBezTo>
                    <a:cubicBezTo>
                      <a:pt x="9463" y="14444"/>
                      <a:pt x="8747" y="14667"/>
                      <a:pt x="8026" y="14667"/>
                    </a:cubicBezTo>
                    <a:cubicBezTo>
                      <a:pt x="7963" y="14667"/>
                      <a:pt x="7900" y="14665"/>
                      <a:pt x="7837" y="14662"/>
                    </a:cubicBezTo>
                    <a:cubicBezTo>
                      <a:pt x="7825" y="14661"/>
                      <a:pt x="7814" y="14661"/>
                      <a:pt x="7802" y="14661"/>
                    </a:cubicBezTo>
                    <a:cubicBezTo>
                      <a:pt x="7413" y="14661"/>
                      <a:pt x="7088" y="14962"/>
                      <a:pt x="7041" y="15366"/>
                    </a:cubicBezTo>
                    <a:cubicBezTo>
                      <a:pt x="6906" y="16419"/>
                      <a:pt x="6508" y="17441"/>
                      <a:pt x="5902" y="18311"/>
                    </a:cubicBezTo>
                    <a:cubicBezTo>
                      <a:pt x="5761" y="18519"/>
                      <a:pt x="5706" y="18770"/>
                      <a:pt x="5780" y="19002"/>
                    </a:cubicBezTo>
                    <a:cubicBezTo>
                      <a:pt x="5963" y="19602"/>
                      <a:pt x="6092" y="20233"/>
                      <a:pt x="5921" y="20827"/>
                    </a:cubicBezTo>
                    <a:cubicBezTo>
                      <a:pt x="5761" y="21359"/>
                      <a:pt x="5247" y="21825"/>
                      <a:pt x="4721" y="21861"/>
                    </a:cubicBezTo>
                    <a:cubicBezTo>
                      <a:pt x="4384" y="21886"/>
                      <a:pt x="2939" y="24310"/>
                      <a:pt x="2749" y="24794"/>
                    </a:cubicBezTo>
                    <a:cubicBezTo>
                      <a:pt x="2737" y="24812"/>
                      <a:pt x="2737" y="24837"/>
                      <a:pt x="2731" y="24849"/>
                    </a:cubicBezTo>
                    <a:cubicBezTo>
                      <a:pt x="2119" y="27340"/>
                      <a:pt x="2596" y="28381"/>
                      <a:pt x="1158" y="30775"/>
                    </a:cubicBezTo>
                    <a:cubicBezTo>
                      <a:pt x="1048" y="30958"/>
                      <a:pt x="956" y="31093"/>
                      <a:pt x="864" y="31173"/>
                    </a:cubicBezTo>
                    <a:cubicBezTo>
                      <a:pt x="788" y="31246"/>
                      <a:pt x="713" y="31285"/>
                      <a:pt x="633" y="31285"/>
                    </a:cubicBezTo>
                    <a:cubicBezTo>
                      <a:pt x="513" y="31285"/>
                      <a:pt x="381" y="31196"/>
                      <a:pt x="215" y="31001"/>
                    </a:cubicBezTo>
                    <a:lnTo>
                      <a:pt x="215" y="31001"/>
                    </a:lnTo>
                    <a:cubicBezTo>
                      <a:pt x="644" y="34178"/>
                      <a:pt x="754" y="37484"/>
                      <a:pt x="264" y="40564"/>
                    </a:cubicBezTo>
                    <a:lnTo>
                      <a:pt x="240" y="40680"/>
                    </a:lnTo>
                    <a:cubicBezTo>
                      <a:pt x="129" y="41408"/>
                      <a:pt x="1" y="42167"/>
                      <a:pt x="160" y="42920"/>
                    </a:cubicBezTo>
                    <a:cubicBezTo>
                      <a:pt x="203" y="43116"/>
                      <a:pt x="240" y="43331"/>
                      <a:pt x="276" y="43557"/>
                    </a:cubicBezTo>
                    <a:cubicBezTo>
                      <a:pt x="503" y="44837"/>
                      <a:pt x="778" y="46422"/>
                      <a:pt x="1990" y="46508"/>
                    </a:cubicBezTo>
                    <a:cubicBezTo>
                      <a:pt x="2033" y="46508"/>
                      <a:pt x="2180" y="46502"/>
                      <a:pt x="2425" y="46496"/>
                    </a:cubicBezTo>
                    <a:cubicBezTo>
                      <a:pt x="3682" y="46443"/>
                      <a:pt x="4957" y="46416"/>
                      <a:pt x="6248" y="46416"/>
                    </a:cubicBezTo>
                    <a:cubicBezTo>
                      <a:pt x="8693" y="46416"/>
                      <a:pt x="11192" y="46511"/>
                      <a:pt x="13720" y="46704"/>
                    </a:cubicBezTo>
                    <a:cubicBezTo>
                      <a:pt x="13799" y="46710"/>
                      <a:pt x="13879" y="46716"/>
                      <a:pt x="13959" y="46716"/>
                    </a:cubicBezTo>
                    <a:cubicBezTo>
                      <a:pt x="14179" y="46716"/>
                      <a:pt x="14393" y="46692"/>
                      <a:pt x="14589" y="46643"/>
                    </a:cubicBezTo>
                    <a:cubicBezTo>
                      <a:pt x="15103" y="46526"/>
                      <a:pt x="15532" y="46257"/>
                      <a:pt x="15826" y="45871"/>
                    </a:cubicBezTo>
                    <a:cubicBezTo>
                      <a:pt x="16236" y="45320"/>
                      <a:pt x="16322" y="44586"/>
                      <a:pt x="16046" y="43851"/>
                    </a:cubicBezTo>
                    <a:cubicBezTo>
                      <a:pt x="15642" y="42774"/>
                      <a:pt x="14773" y="42749"/>
                      <a:pt x="13922" y="42718"/>
                    </a:cubicBezTo>
                    <a:cubicBezTo>
                      <a:pt x="13432" y="42706"/>
                      <a:pt x="12918" y="42694"/>
                      <a:pt x="12434" y="42486"/>
                    </a:cubicBezTo>
                    <a:lnTo>
                      <a:pt x="7947" y="40582"/>
                    </a:lnTo>
                    <a:lnTo>
                      <a:pt x="9673" y="19382"/>
                    </a:lnTo>
                    <a:cubicBezTo>
                      <a:pt x="9796" y="17900"/>
                      <a:pt x="9924" y="16376"/>
                      <a:pt x="10396" y="14956"/>
                    </a:cubicBezTo>
                    <a:cubicBezTo>
                      <a:pt x="10647" y="14215"/>
                      <a:pt x="10996" y="13499"/>
                      <a:pt x="11387" y="12807"/>
                    </a:cubicBezTo>
                    <a:cubicBezTo>
                      <a:pt x="11712" y="12225"/>
                      <a:pt x="12067" y="11662"/>
                      <a:pt x="12416" y="11105"/>
                    </a:cubicBezTo>
                    <a:cubicBezTo>
                      <a:pt x="12930" y="10285"/>
                      <a:pt x="13469" y="9428"/>
                      <a:pt x="13903" y="8534"/>
                    </a:cubicBezTo>
                    <a:cubicBezTo>
                      <a:pt x="14963" y="6385"/>
                      <a:pt x="15489" y="3943"/>
                      <a:pt x="15409" y="1543"/>
                    </a:cubicBezTo>
                    <a:lnTo>
                      <a:pt x="15409" y="1537"/>
                    </a:lnTo>
                    <a:cubicBezTo>
                      <a:pt x="15391" y="1108"/>
                      <a:pt x="15360" y="674"/>
                      <a:pt x="15299" y="251"/>
                    </a:cubicBezTo>
                    <a:cubicBezTo>
                      <a:pt x="15299" y="202"/>
                      <a:pt x="15269" y="153"/>
                      <a:pt x="15238" y="116"/>
                    </a:cubicBezTo>
                    <a:cubicBezTo>
                      <a:pt x="15201" y="61"/>
                      <a:pt x="15146" y="18"/>
                      <a:pt x="15085" y="0"/>
                    </a:cubicBezTo>
                    <a:close/>
                  </a:path>
                </a:pathLst>
              </a:custGeom>
              <a:solidFill>
                <a:srgbClr val="F0E3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26"/>
              <p:cNvSpPr/>
              <p:nvPr/>
            </p:nvSpPr>
            <p:spPr>
              <a:xfrm>
                <a:off x="2799950" y="2983200"/>
                <a:ext cx="462550" cy="787850"/>
              </a:xfrm>
              <a:custGeom>
                <a:avLst/>
                <a:gdLst/>
                <a:ahLst/>
                <a:cxnLst/>
                <a:rect l="l" t="t" r="r" b="b"/>
                <a:pathLst>
                  <a:path w="18502" h="31514" extrusionOk="0">
                    <a:moveTo>
                      <a:pt x="2" y="19712"/>
                    </a:moveTo>
                    <a:lnTo>
                      <a:pt x="1" y="19713"/>
                    </a:lnTo>
                    <a:lnTo>
                      <a:pt x="1" y="19719"/>
                    </a:lnTo>
                    <a:cubicBezTo>
                      <a:pt x="1" y="19717"/>
                      <a:pt x="2" y="19714"/>
                      <a:pt x="2" y="19712"/>
                    </a:cubicBezTo>
                    <a:close/>
                    <a:moveTo>
                      <a:pt x="18311" y="1"/>
                    </a:moveTo>
                    <a:cubicBezTo>
                      <a:pt x="18091" y="215"/>
                      <a:pt x="17883" y="435"/>
                      <a:pt x="17681" y="656"/>
                    </a:cubicBezTo>
                    <a:cubicBezTo>
                      <a:pt x="17583" y="766"/>
                      <a:pt x="17522" y="894"/>
                      <a:pt x="17491" y="1029"/>
                    </a:cubicBezTo>
                    <a:cubicBezTo>
                      <a:pt x="17442" y="1262"/>
                      <a:pt x="17387" y="1500"/>
                      <a:pt x="17332" y="1727"/>
                    </a:cubicBezTo>
                    <a:cubicBezTo>
                      <a:pt x="16977" y="3147"/>
                      <a:pt x="16438" y="4512"/>
                      <a:pt x="15648" y="5755"/>
                    </a:cubicBezTo>
                    <a:cubicBezTo>
                      <a:pt x="14124" y="8149"/>
                      <a:pt x="11828" y="9912"/>
                      <a:pt x="9606" y="11608"/>
                    </a:cubicBezTo>
                    <a:lnTo>
                      <a:pt x="5547" y="14773"/>
                    </a:lnTo>
                    <a:lnTo>
                      <a:pt x="423" y="18770"/>
                    </a:lnTo>
                    <a:cubicBezTo>
                      <a:pt x="337" y="18954"/>
                      <a:pt x="160" y="19076"/>
                      <a:pt x="105" y="19272"/>
                    </a:cubicBezTo>
                    <a:cubicBezTo>
                      <a:pt x="63" y="19417"/>
                      <a:pt x="26" y="19562"/>
                      <a:pt x="2" y="19712"/>
                    </a:cubicBezTo>
                    <a:lnTo>
                      <a:pt x="2" y="19712"/>
                    </a:lnTo>
                    <a:lnTo>
                      <a:pt x="344" y="19450"/>
                    </a:lnTo>
                    <a:cubicBezTo>
                      <a:pt x="374" y="19535"/>
                      <a:pt x="405" y="19633"/>
                      <a:pt x="442" y="19725"/>
                    </a:cubicBezTo>
                    <a:cubicBezTo>
                      <a:pt x="497" y="19884"/>
                      <a:pt x="552" y="20050"/>
                      <a:pt x="601" y="20215"/>
                    </a:cubicBezTo>
                    <a:cubicBezTo>
                      <a:pt x="711" y="20539"/>
                      <a:pt x="821" y="20888"/>
                      <a:pt x="931" y="21231"/>
                    </a:cubicBezTo>
                    <a:cubicBezTo>
                      <a:pt x="1048" y="21611"/>
                      <a:pt x="1170" y="21990"/>
                      <a:pt x="1280" y="22382"/>
                    </a:cubicBezTo>
                    <a:cubicBezTo>
                      <a:pt x="1439" y="22933"/>
                      <a:pt x="1611" y="23502"/>
                      <a:pt x="1764" y="24096"/>
                    </a:cubicBezTo>
                    <a:cubicBezTo>
                      <a:pt x="1770" y="24121"/>
                      <a:pt x="1782" y="24151"/>
                      <a:pt x="1782" y="24176"/>
                    </a:cubicBezTo>
                    <a:cubicBezTo>
                      <a:pt x="1941" y="24757"/>
                      <a:pt x="2094" y="25363"/>
                      <a:pt x="2241" y="25982"/>
                    </a:cubicBezTo>
                    <a:cubicBezTo>
                      <a:pt x="2254" y="26019"/>
                      <a:pt x="2260" y="26055"/>
                      <a:pt x="2266" y="26092"/>
                    </a:cubicBezTo>
                    <a:cubicBezTo>
                      <a:pt x="2321" y="26312"/>
                      <a:pt x="2370" y="26527"/>
                      <a:pt x="2419" y="26753"/>
                    </a:cubicBezTo>
                    <a:cubicBezTo>
                      <a:pt x="2474" y="26974"/>
                      <a:pt x="2523" y="27200"/>
                      <a:pt x="2566" y="27427"/>
                    </a:cubicBezTo>
                    <a:cubicBezTo>
                      <a:pt x="2694" y="28045"/>
                      <a:pt x="2823" y="28675"/>
                      <a:pt x="2933" y="29318"/>
                    </a:cubicBezTo>
                    <a:cubicBezTo>
                      <a:pt x="2952" y="29435"/>
                      <a:pt x="2994" y="29551"/>
                      <a:pt x="3068" y="29649"/>
                    </a:cubicBezTo>
                    <a:cubicBezTo>
                      <a:pt x="3288" y="29906"/>
                      <a:pt x="3496" y="30212"/>
                      <a:pt x="3503" y="30689"/>
                    </a:cubicBezTo>
                    <a:cubicBezTo>
                      <a:pt x="3490" y="30867"/>
                      <a:pt x="3239" y="31228"/>
                      <a:pt x="3227" y="31228"/>
                    </a:cubicBezTo>
                    <a:cubicBezTo>
                      <a:pt x="3394" y="31425"/>
                      <a:pt x="3527" y="31513"/>
                      <a:pt x="3648" y="31513"/>
                    </a:cubicBezTo>
                    <a:cubicBezTo>
                      <a:pt x="3727" y="31513"/>
                      <a:pt x="3801" y="31476"/>
                      <a:pt x="3876" y="31406"/>
                    </a:cubicBezTo>
                    <a:cubicBezTo>
                      <a:pt x="3968" y="31326"/>
                      <a:pt x="4060" y="31185"/>
                      <a:pt x="4170" y="31008"/>
                    </a:cubicBezTo>
                    <a:cubicBezTo>
                      <a:pt x="5608" y="28614"/>
                      <a:pt x="5131" y="27573"/>
                      <a:pt x="5743" y="25076"/>
                    </a:cubicBezTo>
                    <a:cubicBezTo>
                      <a:pt x="5749" y="25064"/>
                      <a:pt x="5749" y="25045"/>
                      <a:pt x="5761" y="25027"/>
                    </a:cubicBezTo>
                    <a:cubicBezTo>
                      <a:pt x="5951" y="24543"/>
                      <a:pt x="7396" y="22113"/>
                      <a:pt x="7733" y="22088"/>
                    </a:cubicBezTo>
                    <a:cubicBezTo>
                      <a:pt x="8259" y="22052"/>
                      <a:pt x="8773" y="21592"/>
                      <a:pt x="8933" y="21054"/>
                    </a:cubicBezTo>
                    <a:cubicBezTo>
                      <a:pt x="9104" y="20466"/>
                      <a:pt x="8975" y="19835"/>
                      <a:pt x="8792" y="19235"/>
                    </a:cubicBezTo>
                    <a:cubicBezTo>
                      <a:pt x="8718" y="18997"/>
                      <a:pt x="8773" y="18752"/>
                      <a:pt x="8914" y="18544"/>
                    </a:cubicBezTo>
                    <a:cubicBezTo>
                      <a:pt x="9520" y="17668"/>
                      <a:pt x="9918" y="16646"/>
                      <a:pt x="10053" y="15593"/>
                    </a:cubicBezTo>
                    <a:cubicBezTo>
                      <a:pt x="10100" y="15194"/>
                      <a:pt x="10426" y="14888"/>
                      <a:pt x="10815" y="14888"/>
                    </a:cubicBezTo>
                    <a:cubicBezTo>
                      <a:pt x="10826" y="14888"/>
                      <a:pt x="10837" y="14888"/>
                      <a:pt x="10849" y="14889"/>
                    </a:cubicBezTo>
                    <a:cubicBezTo>
                      <a:pt x="10913" y="14892"/>
                      <a:pt x="10977" y="14894"/>
                      <a:pt x="11042" y="14894"/>
                    </a:cubicBezTo>
                    <a:cubicBezTo>
                      <a:pt x="11761" y="14894"/>
                      <a:pt x="12476" y="14676"/>
                      <a:pt x="13083" y="14283"/>
                    </a:cubicBezTo>
                    <a:cubicBezTo>
                      <a:pt x="13665" y="13922"/>
                      <a:pt x="14399" y="13040"/>
                      <a:pt x="14399" y="13040"/>
                    </a:cubicBezTo>
                    <a:cubicBezTo>
                      <a:pt x="14724" y="12459"/>
                      <a:pt x="15079" y="11889"/>
                      <a:pt x="15428" y="11338"/>
                    </a:cubicBezTo>
                    <a:cubicBezTo>
                      <a:pt x="15942" y="10512"/>
                      <a:pt x="16481" y="9661"/>
                      <a:pt x="16915" y="8767"/>
                    </a:cubicBezTo>
                    <a:cubicBezTo>
                      <a:pt x="17975" y="6618"/>
                      <a:pt x="18501" y="4176"/>
                      <a:pt x="18421" y="1776"/>
                    </a:cubicBezTo>
                    <a:lnTo>
                      <a:pt x="18421" y="1770"/>
                    </a:lnTo>
                    <a:cubicBezTo>
                      <a:pt x="18403" y="1335"/>
                      <a:pt x="18372" y="907"/>
                      <a:pt x="18311" y="484"/>
                    </a:cubicBezTo>
                    <a:cubicBezTo>
                      <a:pt x="18311" y="435"/>
                      <a:pt x="18281" y="386"/>
                      <a:pt x="18250" y="343"/>
                    </a:cubicBezTo>
                    <a:cubicBezTo>
                      <a:pt x="18275" y="233"/>
                      <a:pt x="18293" y="123"/>
                      <a:pt x="1831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26"/>
              <p:cNvSpPr/>
              <p:nvPr/>
            </p:nvSpPr>
            <p:spPr>
              <a:xfrm>
                <a:off x="1820925" y="3424150"/>
                <a:ext cx="578075" cy="749700"/>
              </a:xfrm>
              <a:custGeom>
                <a:avLst/>
                <a:gdLst/>
                <a:ahLst/>
                <a:cxnLst/>
                <a:rect l="l" t="t" r="r" b="b"/>
                <a:pathLst>
                  <a:path w="23123" h="29988" extrusionOk="0">
                    <a:moveTo>
                      <a:pt x="16929" y="0"/>
                    </a:moveTo>
                    <a:cubicBezTo>
                      <a:pt x="16802" y="0"/>
                      <a:pt x="16675" y="4"/>
                      <a:pt x="16548" y="12"/>
                    </a:cubicBezTo>
                    <a:cubicBezTo>
                      <a:pt x="16542" y="30"/>
                      <a:pt x="16529" y="43"/>
                      <a:pt x="16517" y="61"/>
                    </a:cubicBezTo>
                    <a:cubicBezTo>
                      <a:pt x="16480" y="104"/>
                      <a:pt x="16456" y="153"/>
                      <a:pt x="16425" y="208"/>
                    </a:cubicBezTo>
                    <a:cubicBezTo>
                      <a:pt x="16346" y="349"/>
                      <a:pt x="16272" y="502"/>
                      <a:pt x="16199" y="679"/>
                    </a:cubicBezTo>
                    <a:cubicBezTo>
                      <a:pt x="15715" y="1751"/>
                      <a:pt x="15299" y="3379"/>
                      <a:pt x="15078" y="4254"/>
                    </a:cubicBezTo>
                    <a:cubicBezTo>
                      <a:pt x="14815" y="5332"/>
                      <a:pt x="15336" y="8552"/>
                      <a:pt x="14111" y="9078"/>
                    </a:cubicBezTo>
                    <a:cubicBezTo>
                      <a:pt x="13945" y="9145"/>
                      <a:pt x="13772" y="9166"/>
                      <a:pt x="13596" y="9166"/>
                    </a:cubicBezTo>
                    <a:cubicBezTo>
                      <a:pt x="13275" y="9166"/>
                      <a:pt x="12944" y="9096"/>
                      <a:pt x="12622" y="9096"/>
                    </a:cubicBezTo>
                    <a:cubicBezTo>
                      <a:pt x="12598" y="9096"/>
                      <a:pt x="12574" y="9096"/>
                      <a:pt x="12550" y="9097"/>
                    </a:cubicBezTo>
                    <a:cubicBezTo>
                      <a:pt x="10971" y="9140"/>
                      <a:pt x="10156" y="10958"/>
                      <a:pt x="9801" y="12488"/>
                    </a:cubicBezTo>
                    <a:cubicBezTo>
                      <a:pt x="9440" y="14019"/>
                      <a:pt x="8926" y="15861"/>
                      <a:pt x="7408" y="16272"/>
                    </a:cubicBezTo>
                    <a:cubicBezTo>
                      <a:pt x="7203" y="16328"/>
                      <a:pt x="6998" y="16352"/>
                      <a:pt x="6794" y="16352"/>
                    </a:cubicBezTo>
                    <a:cubicBezTo>
                      <a:pt x="5560" y="16352"/>
                      <a:pt x="4330" y="15476"/>
                      <a:pt x="3063" y="15476"/>
                    </a:cubicBezTo>
                    <a:cubicBezTo>
                      <a:pt x="2979" y="15476"/>
                      <a:pt x="2895" y="15480"/>
                      <a:pt x="2810" y="15488"/>
                    </a:cubicBezTo>
                    <a:cubicBezTo>
                      <a:pt x="1274" y="15629"/>
                      <a:pt x="196" y="17239"/>
                      <a:pt x="117" y="18782"/>
                    </a:cubicBezTo>
                    <a:cubicBezTo>
                      <a:pt x="37" y="20324"/>
                      <a:pt x="692" y="21800"/>
                      <a:pt x="1347" y="23202"/>
                    </a:cubicBezTo>
                    <a:cubicBezTo>
                      <a:pt x="1867" y="24334"/>
                      <a:pt x="2327" y="25877"/>
                      <a:pt x="1341" y="26642"/>
                    </a:cubicBezTo>
                    <a:cubicBezTo>
                      <a:pt x="1078" y="26844"/>
                      <a:pt x="741" y="26948"/>
                      <a:pt x="508" y="27193"/>
                    </a:cubicBezTo>
                    <a:cubicBezTo>
                      <a:pt x="0" y="27713"/>
                      <a:pt x="227" y="28650"/>
                      <a:pt x="796" y="29121"/>
                    </a:cubicBezTo>
                    <a:cubicBezTo>
                      <a:pt x="1359" y="29581"/>
                      <a:pt x="2125" y="29697"/>
                      <a:pt x="2853" y="29770"/>
                    </a:cubicBezTo>
                    <a:cubicBezTo>
                      <a:pt x="4289" y="29915"/>
                      <a:pt x="5733" y="29987"/>
                      <a:pt x="7177" y="29987"/>
                    </a:cubicBezTo>
                    <a:cubicBezTo>
                      <a:pt x="8425" y="29987"/>
                      <a:pt x="9673" y="29933"/>
                      <a:pt x="10916" y="29825"/>
                    </a:cubicBezTo>
                    <a:cubicBezTo>
                      <a:pt x="11503" y="29776"/>
                      <a:pt x="12091" y="29709"/>
                      <a:pt x="12630" y="29470"/>
                    </a:cubicBezTo>
                    <a:cubicBezTo>
                      <a:pt x="12703" y="29440"/>
                      <a:pt x="12783" y="29403"/>
                      <a:pt x="12850" y="29360"/>
                    </a:cubicBezTo>
                    <a:cubicBezTo>
                      <a:pt x="12924" y="29317"/>
                      <a:pt x="12997" y="29274"/>
                      <a:pt x="13064" y="29225"/>
                    </a:cubicBezTo>
                    <a:cubicBezTo>
                      <a:pt x="13260" y="29103"/>
                      <a:pt x="13248" y="28760"/>
                      <a:pt x="13064" y="28748"/>
                    </a:cubicBezTo>
                    <a:cubicBezTo>
                      <a:pt x="17141" y="22804"/>
                      <a:pt x="20092" y="15708"/>
                      <a:pt x="21861" y="10750"/>
                    </a:cubicBezTo>
                    <a:cubicBezTo>
                      <a:pt x="21959" y="10486"/>
                      <a:pt x="22057" y="10211"/>
                      <a:pt x="22143" y="9935"/>
                    </a:cubicBezTo>
                    <a:cubicBezTo>
                      <a:pt x="22663" y="8436"/>
                      <a:pt x="23123" y="6783"/>
                      <a:pt x="22865" y="5111"/>
                    </a:cubicBezTo>
                    <a:cubicBezTo>
                      <a:pt x="22816" y="4762"/>
                      <a:pt x="22731" y="4420"/>
                      <a:pt x="22614" y="4089"/>
                    </a:cubicBezTo>
                    <a:cubicBezTo>
                      <a:pt x="22614" y="4077"/>
                      <a:pt x="22608" y="4065"/>
                      <a:pt x="22602" y="4046"/>
                    </a:cubicBezTo>
                    <a:cubicBezTo>
                      <a:pt x="22565" y="3961"/>
                      <a:pt x="22535" y="3869"/>
                      <a:pt x="22498" y="3783"/>
                    </a:cubicBezTo>
                    <a:cubicBezTo>
                      <a:pt x="22449" y="3661"/>
                      <a:pt x="22394" y="3532"/>
                      <a:pt x="22333" y="3410"/>
                    </a:cubicBezTo>
                    <a:cubicBezTo>
                      <a:pt x="22094" y="2901"/>
                      <a:pt x="21782" y="2436"/>
                      <a:pt x="21408" y="2026"/>
                    </a:cubicBezTo>
                    <a:cubicBezTo>
                      <a:pt x="20894" y="1426"/>
                      <a:pt x="20251" y="942"/>
                      <a:pt x="19535" y="594"/>
                    </a:cubicBezTo>
                    <a:cubicBezTo>
                      <a:pt x="19505" y="581"/>
                      <a:pt x="19480" y="563"/>
                      <a:pt x="19456" y="551"/>
                    </a:cubicBezTo>
                    <a:cubicBezTo>
                      <a:pt x="18665" y="182"/>
                      <a:pt x="17796" y="0"/>
                      <a:pt x="169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26"/>
              <p:cNvSpPr/>
              <p:nvPr/>
            </p:nvSpPr>
            <p:spPr>
              <a:xfrm>
                <a:off x="1614925" y="1674800"/>
                <a:ext cx="2243675" cy="2621425"/>
              </a:xfrm>
              <a:custGeom>
                <a:avLst/>
                <a:gdLst/>
                <a:ahLst/>
                <a:cxnLst/>
                <a:rect l="l" t="t" r="r" b="b"/>
                <a:pathLst>
                  <a:path w="89747" h="104857" extrusionOk="0">
                    <a:moveTo>
                      <a:pt x="25169" y="69974"/>
                    </a:moveTo>
                    <a:cubicBezTo>
                      <a:pt x="26035" y="69974"/>
                      <a:pt x="26900" y="70156"/>
                      <a:pt x="27696" y="70525"/>
                    </a:cubicBezTo>
                    <a:cubicBezTo>
                      <a:pt x="29508" y="71369"/>
                      <a:pt x="30805" y="73114"/>
                      <a:pt x="31105" y="75085"/>
                    </a:cubicBezTo>
                    <a:cubicBezTo>
                      <a:pt x="31363" y="76757"/>
                      <a:pt x="30903" y="78410"/>
                      <a:pt x="30383" y="79909"/>
                    </a:cubicBezTo>
                    <a:cubicBezTo>
                      <a:pt x="30297" y="80185"/>
                      <a:pt x="30199" y="80460"/>
                      <a:pt x="30101" y="80724"/>
                    </a:cubicBezTo>
                    <a:cubicBezTo>
                      <a:pt x="28332" y="85682"/>
                      <a:pt x="25381" y="92778"/>
                      <a:pt x="21304" y="98722"/>
                    </a:cubicBezTo>
                    <a:cubicBezTo>
                      <a:pt x="21347" y="98722"/>
                      <a:pt x="21384" y="98746"/>
                      <a:pt x="21408" y="98783"/>
                    </a:cubicBezTo>
                    <a:cubicBezTo>
                      <a:pt x="21500" y="98869"/>
                      <a:pt x="21519" y="99059"/>
                      <a:pt x="21323" y="99206"/>
                    </a:cubicBezTo>
                    <a:cubicBezTo>
                      <a:pt x="21268" y="99255"/>
                      <a:pt x="21188" y="99291"/>
                      <a:pt x="21084" y="99334"/>
                    </a:cubicBezTo>
                    <a:cubicBezTo>
                      <a:pt x="21017" y="99377"/>
                      <a:pt x="20943" y="99414"/>
                      <a:pt x="20870" y="99444"/>
                    </a:cubicBezTo>
                    <a:cubicBezTo>
                      <a:pt x="20331" y="99683"/>
                      <a:pt x="19737" y="99750"/>
                      <a:pt x="19156" y="99799"/>
                    </a:cubicBezTo>
                    <a:cubicBezTo>
                      <a:pt x="17913" y="99907"/>
                      <a:pt x="16665" y="99961"/>
                      <a:pt x="15417" y="99961"/>
                    </a:cubicBezTo>
                    <a:cubicBezTo>
                      <a:pt x="13973" y="99961"/>
                      <a:pt x="12529" y="99889"/>
                      <a:pt x="11093" y="99744"/>
                    </a:cubicBezTo>
                    <a:cubicBezTo>
                      <a:pt x="10365" y="99671"/>
                      <a:pt x="9593" y="99555"/>
                      <a:pt x="9036" y="99095"/>
                    </a:cubicBezTo>
                    <a:cubicBezTo>
                      <a:pt x="8467" y="98624"/>
                      <a:pt x="8234" y="97687"/>
                      <a:pt x="8748" y="97167"/>
                    </a:cubicBezTo>
                    <a:cubicBezTo>
                      <a:pt x="8981" y="96922"/>
                      <a:pt x="9318" y="96818"/>
                      <a:pt x="9575" y="96616"/>
                    </a:cubicBezTo>
                    <a:cubicBezTo>
                      <a:pt x="10560" y="95851"/>
                      <a:pt x="10107" y="94308"/>
                      <a:pt x="9581" y="93176"/>
                    </a:cubicBezTo>
                    <a:cubicBezTo>
                      <a:pt x="8932" y="91774"/>
                      <a:pt x="8277" y="90298"/>
                      <a:pt x="8357" y="88756"/>
                    </a:cubicBezTo>
                    <a:cubicBezTo>
                      <a:pt x="8436" y="87213"/>
                      <a:pt x="9507" y="85603"/>
                      <a:pt x="11050" y="85462"/>
                    </a:cubicBezTo>
                    <a:cubicBezTo>
                      <a:pt x="11134" y="85454"/>
                      <a:pt x="11219" y="85450"/>
                      <a:pt x="11303" y="85450"/>
                    </a:cubicBezTo>
                    <a:cubicBezTo>
                      <a:pt x="12565" y="85450"/>
                      <a:pt x="13798" y="86326"/>
                      <a:pt x="15030" y="86326"/>
                    </a:cubicBezTo>
                    <a:cubicBezTo>
                      <a:pt x="15234" y="86326"/>
                      <a:pt x="15438" y="86302"/>
                      <a:pt x="15642" y="86246"/>
                    </a:cubicBezTo>
                    <a:cubicBezTo>
                      <a:pt x="17166" y="85835"/>
                      <a:pt x="17674" y="83993"/>
                      <a:pt x="18041" y="82462"/>
                    </a:cubicBezTo>
                    <a:cubicBezTo>
                      <a:pt x="18396" y="80932"/>
                      <a:pt x="19211" y="79114"/>
                      <a:pt x="20790" y="79071"/>
                    </a:cubicBezTo>
                    <a:cubicBezTo>
                      <a:pt x="20814" y="79070"/>
                      <a:pt x="20838" y="79070"/>
                      <a:pt x="20862" y="79070"/>
                    </a:cubicBezTo>
                    <a:cubicBezTo>
                      <a:pt x="21184" y="79070"/>
                      <a:pt x="21515" y="79140"/>
                      <a:pt x="21834" y="79140"/>
                    </a:cubicBezTo>
                    <a:cubicBezTo>
                      <a:pt x="22010" y="79140"/>
                      <a:pt x="22181" y="79119"/>
                      <a:pt x="22345" y="79052"/>
                    </a:cubicBezTo>
                    <a:cubicBezTo>
                      <a:pt x="23576" y="78526"/>
                      <a:pt x="23049" y="75306"/>
                      <a:pt x="23318" y="74228"/>
                    </a:cubicBezTo>
                    <a:cubicBezTo>
                      <a:pt x="23539" y="73353"/>
                      <a:pt x="23955" y="71725"/>
                      <a:pt x="24433" y="70653"/>
                    </a:cubicBezTo>
                    <a:cubicBezTo>
                      <a:pt x="24537" y="70414"/>
                      <a:pt x="24647" y="70200"/>
                      <a:pt x="24751" y="70035"/>
                    </a:cubicBezTo>
                    <a:cubicBezTo>
                      <a:pt x="24769" y="70017"/>
                      <a:pt x="24782" y="70004"/>
                      <a:pt x="24788" y="69986"/>
                    </a:cubicBezTo>
                    <a:cubicBezTo>
                      <a:pt x="24915" y="69978"/>
                      <a:pt x="25042" y="69974"/>
                      <a:pt x="25169" y="69974"/>
                    </a:cubicBezTo>
                    <a:close/>
                    <a:moveTo>
                      <a:pt x="78287" y="1"/>
                    </a:moveTo>
                    <a:cubicBezTo>
                      <a:pt x="78201" y="203"/>
                      <a:pt x="78091" y="399"/>
                      <a:pt x="77993" y="589"/>
                    </a:cubicBezTo>
                    <a:cubicBezTo>
                      <a:pt x="77840" y="925"/>
                      <a:pt x="77717" y="1280"/>
                      <a:pt x="77870" y="1764"/>
                    </a:cubicBezTo>
                    <a:cubicBezTo>
                      <a:pt x="78305" y="3172"/>
                      <a:pt x="79652" y="2994"/>
                      <a:pt x="80576" y="3613"/>
                    </a:cubicBezTo>
                    <a:cubicBezTo>
                      <a:pt x="81066" y="3937"/>
                      <a:pt x="81109" y="4672"/>
                      <a:pt x="80631" y="5015"/>
                    </a:cubicBezTo>
                    <a:cubicBezTo>
                      <a:pt x="80227" y="5302"/>
                      <a:pt x="79701" y="5345"/>
                      <a:pt x="79254" y="5559"/>
                    </a:cubicBezTo>
                    <a:cubicBezTo>
                      <a:pt x="78574" y="5884"/>
                      <a:pt x="78140" y="6643"/>
                      <a:pt x="78134" y="7390"/>
                    </a:cubicBezTo>
                    <a:cubicBezTo>
                      <a:pt x="78127" y="7831"/>
                      <a:pt x="77754" y="8180"/>
                      <a:pt x="77319" y="8204"/>
                    </a:cubicBezTo>
                    <a:lnTo>
                      <a:pt x="76046" y="8271"/>
                    </a:lnTo>
                    <a:cubicBezTo>
                      <a:pt x="76297" y="8878"/>
                      <a:pt x="75917" y="9661"/>
                      <a:pt x="75281" y="9833"/>
                    </a:cubicBezTo>
                    <a:cubicBezTo>
                      <a:pt x="75258" y="9839"/>
                      <a:pt x="75233" y="9841"/>
                      <a:pt x="75205" y="9841"/>
                    </a:cubicBezTo>
                    <a:cubicBezTo>
                      <a:pt x="74739" y="9841"/>
                      <a:pt x="73541" y="9047"/>
                      <a:pt x="72637" y="9047"/>
                    </a:cubicBezTo>
                    <a:cubicBezTo>
                      <a:pt x="72118" y="9047"/>
                      <a:pt x="71696" y="9309"/>
                      <a:pt x="71565" y="10133"/>
                    </a:cubicBezTo>
                    <a:cubicBezTo>
                      <a:pt x="71553" y="10212"/>
                      <a:pt x="71540" y="10292"/>
                      <a:pt x="71534" y="10377"/>
                    </a:cubicBezTo>
                    <a:cubicBezTo>
                      <a:pt x="71497" y="10873"/>
                      <a:pt x="71259" y="11351"/>
                      <a:pt x="70897" y="11675"/>
                    </a:cubicBezTo>
                    <a:cubicBezTo>
                      <a:pt x="70590" y="11955"/>
                      <a:pt x="70183" y="12039"/>
                      <a:pt x="69759" y="12039"/>
                    </a:cubicBezTo>
                    <a:cubicBezTo>
                      <a:pt x="69458" y="12039"/>
                      <a:pt x="69149" y="11996"/>
                      <a:pt x="68859" y="11951"/>
                    </a:cubicBezTo>
                    <a:cubicBezTo>
                      <a:pt x="68492" y="11889"/>
                      <a:pt x="68124" y="11828"/>
                      <a:pt x="67757" y="11761"/>
                    </a:cubicBezTo>
                    <a:cubicBezTo>
                      <a:pt x="66967" y="11632"/>
                      <a:pt x="66184" y="11510"/>
                      <a:pt x="65406" y="11351"/>
                    </a:cubicBezTo>
                    <a:cubicBezTo>
                      <a:pt x="65363" y="11345"/>
                      <a:pt x="65314" y="11332"/>
                      <a:pt x="65272" y="11314"/>
                    </a:cubicBezTo>
                    <a:cubicBezTo>
                      <a:pt x="64947" y="11228"/>
                      <a:pt x="64665" y="11032"/>
                      <a:pt x="64451" y="10775"/>
                    </a:cubicBezTo>
                    <a:cubicBezTo>
                      <a:pt x="64292" y="10586"/>
                      <a:pt x="64176" y="10353"/>
                      <a:pt x="64121" y="10096"/>
                    </a:cubicBezTo>
                    <a:cubicBezTo>
                      <a:pt x="63857" y="11314"/>
                      <a:pt x="63490" y="12514"/>
                      <a:pt x="63037" y="13677"/>
                    </a:cubicBezTo>
                    <a:cubicBezTo>
                      <a:pt x="62990" y="13803"/>
                      <a:pt x="62868" y="13876"/>
                      <a:pt x="62745" y="13876"/>
                    </a:cubicBezTo>
                    <a:cubicBezTo>
                      <a:pt x="62707" y="13876"/>
                      <a:pt x="62669" y="13869"/>
                      <a:pt x="62633" y="13855"/>
                    </a:cubicBezTo>
                    <a:cubicBezTo>
                      <a:pt x="62406" y="13763"/>
                      <a:pt x="62192" y="13628"/>
                      <a:pt x="62021" y="13463"/>
                    </a:cubicBezTo>
                    <a:cubicBezTo>
                      <a:pt x="61849" y="15030"/>
                      <a:pt x="61292" y="16493"/>
                      <a:pt x="60784" y="17656"/>
                    </a:cubicBezTo>
                    <a:cubicBezTo>
                      <a:pt x="60135" y="19144"/>
                      <a:pt x="59266" y="20785"/>
                      <a:pt x="57699" y="21623"/>
                    </a:cubicBezTo>
                    <a:cubicBezTo>
                      <a:pt x="56971" y="22013"/>
                      <a:pt x="56159" y="22200"/>
                      <a:pt x="55361" y="22200"/>
                    </a:cubicBezTo>
                    <a:cubicBezTo>
                      <a:pt x="54768" y="22200"/>
                      <a:pt x="54183" y="22097"/>
                      <a:pt x="53646" y="21899"/>
                    </a:cubicBezTo>
                    <a:lnTo>
                      <a:pt x="53646" y="21899"/>
                    </a:lnTo>
                    <a:cubicBezTo>
                      <a:pt x="53664" y="21929"/>
                      <a:pt x="53683" y="21960"/>
                      <a:pt x="53695" y="21984"/>
                    </a:cubicBezTo>
                    <a:cubicBezTo>
                      <a:pt x="53781" y="22144"/>
                      <a:pt x="53854" y="22315"/>
                      <a:pt x="53903" y="22486"/>
                    </a:cubicBezTo>
                    <a:cubicBezTo>
                      <a:pt x="54436" y="24219"/>
                      <a:pt x="53162" y="26172"/>
                      <a:pt x="51461" y="26827"/>
                    </a:cubicBezTo>
                    <a:cubicBezTo>
                      <a:pt x="51014" y="26998"/>
                      <a:pt x="50536" y="27096"/>
                      <a:pt x="50181" y="27408"/>
                    </a:cubicBezTo>
                    <a:cubicBezTo>
                      <a:pt x="49263" y="28210"/>
                      <a:pt x="49520" y="30102"/>
                      <a:pt x="48338" y="30414"/>
                    </a:cubicBezTo>
                    <a:cubicBezTo>
                      <a:pt x="48225" y="30442"/>
                      <a:pt x="48111" y="30452"/>
                      <a:pt x="47995" y="30452"/>
                    </a:cubicBezTo>
                    <a:cubicBezTo>
                      <a:pt x="47783" y="30452"/>
                      <a:pt x="47568" y="30421"/>
                      <a:pt x="47353" y="30421"/>
                    </a:cubicBezTo>
                    <a:cubicBezTo>
                      <a:pt x="47304" y="30421"/>
                      <a:pt x="47255" y="30423"/>
                      <a:pt x="47206" y="30426"/>
                    </a:cubicBezTo>
                    <a:cubicBezTo>
                      <a:pt x="45665" y="30570"/>
                      <a:pt x="45027" y="33008"/>
                      <a:pt x="43536" y="33008"/>
                    </a:cubicBezTo>
                    <a:cubicBezTo>
                      <a:pt x="43499" y="33008"/>
                      <a:pt x="43461" y="33007"/>
                      <a:pt x="43423" y="33004"/>
                    </a:cubicBezTo>
                    <a:cubicBezTo>
                      <a:pt x="42706" y="32949"/>
                      <a:pt x="42155" y="32300"/>
                      <a:pt x="41990" y="31602"/>
                    </a:cubicBezTo>
                    <a:cubicBezTo>
                      <a:pt x="41947" y="31455"/>
                      <a:pt x="41923" y="31308"/>
                      <a:pt x="41910" y="31161"/>
                    </a:cubicBezTo>
                    <a:cubicBezTo>
                      <a:pt x="41862" y="30564"/>
                      <a:pt x="41363" y="30165"/>
                      <a:pt x="40831" y="30165"/>
                    </a:cubicBezTo>
                    <a:cubicBezTo>
                      <a:pt x="40626" y="30165"/>
                      <a:pt x="40417" y="30224"/>
                      <a:pt x="40227" y="30353"/>
                    </a:cubicBezTo>
                    <a:cubicBezTo>
                      <a:pt x="40049" y="30469"/>
                      <a:pt x="39872" y="30598"/>
                      <a:pt x="39707" y="30739"/>
                    </a:cubicBezTo>
                    <a:cubicBezTo>
                      <a:pt x="39521" y="30891"/>
                      <a:pt x="39296" y="30961"/>
                      <a:pt x="39066" y="30961"/>
                    </a:cubicBezTo>
                    <a:cubicBezTo>
                      <a:pt x="38872" y="30961"/>
                      <a:pt x="38674" y="30911"/>
                      <a:pt x="38494" y="30818"/>
                    </a:cubicBezTo>
                    <a:cubicBezTo>
                      <a:pt x="37925" y="30531"/>
                      <a:pt x="37013" y="30469"/>
                      <a:pt x="36756" y="29863"/>
                    </a:cubicBezTo>
                    <a:cubicBezTo>
                      <a:pt x="36615" y="29514"/>
                      <a:pt x="36756" y="29092"/>
                      <a:pt x="36603" y="28755"/>
                    </a:cubicBezTo>
                    <a:cubicBezTo>
                      <a:pt x="36603" y="28737"/>
                      <a:pt x="36591" y="28725"/>
                      <a:pt x="36584" y="28706"/>
                    </a:cubicBezTo>
                    <a:cubicBezTo>
                      <a:pt x="36487" y="28535"/>
                      <a:pt x="36327" y="28419"/>
                      <a:pt x="36156" y="28314"/>
                    </a:cubicBezTo>
                    <a:cubicBezTo>
                      <a:pt x="35972" y="28486"/>
                      <a:pt x="35776" y="28651"/>
                      <a:pt x="35587" y="28810"/>
                    </a:cubicBezTo>
                    <a:cubicBezTo>
                      <a:pt x="35232" y="29098"/>
                      <a:pt x="34864" y="29380"/>
                      <a:pt x="34497" y="29661"/>
                    </a:cubicBezTo>
                    <a:cubicBezTo>
                      <a:pt x="33830" y="30163"/>
                      <a:pt x="33144" y="30696"/>
                      <a:pt x="32532" y="31284"/>
                    </a:cubicBezTo>
                    <a:cubicBezTo>
                      <a:pt x="29789" y="33898"/>
                      <a:pt x="28491" y="37607"/>
                      <a:pt x="27347" y="40901"/>
                    </a:cubicBezTo>
                    <a:cubicBezTo>
                      <a:pt x="23135" y="43142"/>
                      <a:pt x="17190" y="46753"/>
                      <a:pt x="13762" y="52330"/>
                    </a:cubicBezTo>
                    <a:cubicBezTo>
                      <a:pt x="12470" y="54430"/>
                      <a:pt x="11656" y="56793"/>
                      <a:pt x="10860" y="59083"/>
                    </a:cubicBezTo>
                    <a:cubicBezTo>
                      <a:pt x="10052" y="61415"/>
                      <a:pt x="9220" y="63840"/>
                      <a:pt x="7879" y="65939"/>
                    </a:cubicBezTo>
                    <a:cubicBezTo>
                      <a:pt x="7328" y="66796"/>
                      <a:pt x="6679" y="67629"/>
                      <a:pt x="6049" y="68425"/>
                    </a:cubicBezTo>
                    <a:cubicBezTo>
                      <a:pt x="5590" y="69019"/>
                      <a:pt x="5106" y="69625"/>
                      <a:pt x="4671" y="70255"/>
                    </a:cubicBezTo>
                    <a:cubicBezTo>
                      <a:pt x="2051" y="73965"/>
                      <a:pt x="557" y="78606"/>
                      <a:pt x="208" y="83785"/>
                    </a:cubicBezTo>
                    <a:cubicBezTo>
                      <a:pt x="190" y="84029"/>
                      <a:pt x="178" y="84280"/>
                      <a:pt x="172" y="84538"/>
                    </a:cubicBezTo>
                    <a:lnTo>
                      <a:pt x="172" y="84531"/>
                    </a:lnTo>
                    <a:lnTo>
                      <a:pt x="172" y="84531"/>
                    </a:lnTo>
                    <a:cubicBezTo>
                      <a:pt x="0" y="88101"/>
                      <a:pt x="380" y="91908"/>
                      <a:pt x="1304" y="95820"/>
                    </a:cubicBezTo>
                    <a:cubicBezTo>
                      <a:pt x="1365" y="96065"/>
                      <a:pt x="1427" y="96316"/>
                      <a:pt x="1494" y="96573"/>
                    </a:cubicBezTo>
                    <a:cubicBezTo>
                      <a:pt x="1592" y="96971"/>
                      <a:pt x="1708" y="97375"/>
                      <a:pt x="1818" y="97779"/>
                    </a:cubicBezTo>
                    <a:cubicBezTo>
                      <a:pt x="2425" y="99916"/>
                      <a:pt x="3312" y="102224"/>
                      <a:pt x="5375" y="103228"/>
                    </a:cubicBezTo>
                    <a:cubicBezTo>
                      <a:pt x="8130" y="104562"/>
                      <a:pt x="11320" y="104856"/>
                      <a:pt x="14595" y="104856"/>
                    </a:cubicBezTo>
                    <a:cubicBezTo>
                      <a:pt x="15954" y="104856"/>
                      <a:pt x="17325" y="104807"/>
                      <a:pt x="18684" y="104758"/>
                    </a:cubicBezTo>
                    <a:cubicBezTo>
                      <a:pt x="20046" y="104705"/>
                      <a:pt x="21365" y="104656"/>
                      <a:pt x="22644" y="104656"/>
                    </a:cubicBezTo>
                    <a:cubicBezTo>
                      <a:pt x="23578" y="104656"/>
                      <a:pt x="24490" y="104682"/>
                      <a:pt x="25381" y="104752"/>
                    </a:cubicBezTo>
                    <a:cubicBezTo>
                      <a:pt x="25501" y="104763"/>
                      <a:pt x="25635" y="104774"/>
                      <a:pt x="25776" y="104774"/>
                    </a:cubicBezTo>
                    <a:cubicBezTo>
                      <a:pt x="26039" y="104774"/>
                      <a:pt x="26324" y="104734"/>
                      <a:pt x="26575" y="104574"/>
                    </a:cubicBezTo>
                    <a:cubicBezTo>
                      <a:pt x="26857" y="104391"/>
                      <a:pt x="27065" y="104085"/>
                      <a:pt x="27175" y="103668"/>
                    </a:cubicBezTo>
                    <a:cubicBezTo>
                      <a:pt x="27628" y="102028"/>
                      <a:pt x="26508" y="100412"/>
                      <a:pt x="25167" y="99659"/>
                    </a:cubicBezTo>
                    <a:cubicBezTo>
                      <a:pt x="25057" y="99597"/>
                      <a:pt x="24941" y="99536"/>
                      <a:pt x="24824" y="99487"/>
                    </a:cubicBezTo>
                    <a:cubicBezTo>
                      <a:pt x="25865" y="99481"/>
                      <a:pt x="26857" y="99463"/>
                      <a:pt x="27793" y="99444"/>
                    </a:cubicBezTo>
                    <a:lnTo>
                      <a:pt x="27959" y="99444"/>
                    </a:lnTo>
                    <a:cubicBezTo>
                      <a:pt x="28216" y="99438"/>
                      <a:pt x="28467" y="99438"/>
                      <a:pt x="28706" y="99432"/>
                    </a:cubicBezTo>
                    <a:cubicBezTo>
                      <a:pt x="30163" y="99408"/>
                      <a:pt x="31467" y="99383"/>
                      <a:pt x="32587" y="99377"/>
                    </a:cubicBezTo>
                    <a:lnTo>
                      <a:pt x="45088" y="99383"/>
                    </a:lnTo>
                    <a:lnTo>
                      <a:pt x="49753" y="99383"/>
                    </a:lnTo>
                    <a:cubicBezTo>
                      <a:pt x="50040" y="99383"/>
                      <a:pt x="50212" y="99132"/>
                      <a:pt x="50255" y="98624"/>
                    </a:cubicBezTo>
                    <a:cubicBezTo>
                      <a:pt x="50414" y="96947"/>
                      <a:pt x="49361" y="93237"/>
                      <a:pt x="45137" y="92465"/>
                    </a:cubicBezTo>
                    <a:lnTo>
                      <a:pt x="44586" y="92367"/>
                    </a:lnTo>
                    <a:cubicBezTo>
                      <a:pt x="43260" y="92118"/>
                      <a:pt x="41912" y="91866"/>
                      <a:pt x="40592" y="91866"/>
                    </a:cubicBezTo>
                    <a:cubicBezTo>
                      <a:pt x="39997" y="91866"/>
                      <a:pt x="39409" y="91918"/>
                      <a:pt x="38831" y="92043"/>
                    </a:cubicBezTo>
                    <a:cubicBezTo>
                      <a:pt x="42884" y="87813"/>
                      <a:pt x="45265" y="82058"/>
                      <a:pt x="45449" y="76218"/>
                    </a:cubicBezTo>
                    <a:cubicBezTo>
                      <a:pt x="45473" y="75606"/>
                      <a:pt x="45467" y="74987"/>
                      <a:pt x="45437" y="74375"/>
                    </a:cubicBezTo>
                    <a:cubicBezTo>
                      <a:pt x="45431" y="74198"/>
                      <a:pt x="45363" y="73898"/>
                      <a:pt x="45314" y="73647"/>
                    </a:cubicBezTo>
                    <a:lnTo>
                      <a:pt x="46233" y="72943"/>
                    </a:lnTo>
                    <a:lnTo>
                      <a:pt x="47390" y="72061"/>
                    </a:lnTo>
                    <a:lnTo>
                      <a:pt x="47408" y="72049"/>
                    </a:lnTo>
                    <a:cubicBezTo>
                      <a:pt x="47432" y="71896"/>
                      <a:pt x="47463" y="71749"/>
                      <a:pt x="47506" y="71602"/>
                    </a:cubicBezTo>
                    <a:cubicBezTo>
                      <a:pt x="47561" y="71406"/>
                      <a:pt x="57007" y="63938"/>
                      <a:pt x="57007" y="63938"/>
                    </a:cubicBezTo>
                    <a:cubicBezTo>
                      <a:pt x="59235" y="62242"/>
                      <a:pt x="61531" y="60479"/>
                      <a:pt x="63049" y="58085"/>
                    </a:cubicBezTo>
                    <a:cubicBezTo>
                      <a:pt x="63839" y="56842"/>
                      <a:pt x="64378" y="55477"/>
                      <a:pt x="64733" y="54057"/>
                    </a:cubicBezTo>
                    <a:cubicBezTo>
                      <a:pt x="64788" y="53830"/>
                      <a:pt x="64843" y="53592"/>
                      <a:pt x="64898" y="53359"/>
                    </a:cubicBezTo>
                    <a:cubicBezTo>
                      <a:pt x="64929" y="53224"/>
                      <a:pt x="64990" y="53096"/>
                      <a:pt x="65082" y="52986"/>
                    </a:cubicBezTo>
                    <a:cubicBezTo>
                      <a:pt x="65290" y="52765"/>
                      <a:pt x="65492" y="52545"/>
                      <a:pt x="65712" y="52330"/>
                    </a:cubicBezTo>
                    <a:cubicBezTo>
                      <a:pt x="65902" y="51063"/>
                      <a:pt x="65994" y="49772"/>
                      <a:pt x="66018" y="48510"/>
                    </a:cubicBezTo>
                    <a:cubicBezTo>
                      <a:pt x="66024" y="48259"/>
                      <a:pt x="66031" y="48008"/>
                      <a:pt x="66031" y="47751"/>
                    </a:cubicBezTo>
                    <a:cubicBezTo>
                      <a:pt x="66031" y="47298"/>
                      <a:pt x="66024" y="46845"/>
                      <a:pt x="66018" y="46405"/>
                    </a:cubicBezTo>
                    <a:cubicBezTo>
                      <a:pt x="66012" y="46251"/>
                      <a:pt x="66012" y="46105"/>
                      <a:pt x="66006" y="45958"/>
                    </a:cubicBezTo>
                    <a:cubicBezTo>
                      <a:pt x="66006" y="45884"/>
                      <a:pt x="66000" y="45817"/>
                      <a:pt x="66000" y="45749"/>
                    </a:cubicBezTo>
                    <a:cubicBezTo>
                      <a:pt x="65780" y="45682"/>
                      <a:pt x="65565" y="45596"/>
                      <a:pt x="65363" y="45480"/>
                    </a:cubicBezTo>
                    <a:lnTo>
                      <a:pt x="65363" y="45511"/>
                    </a:lnTo>
                    <a:cubicBezTo>
                      <a:pt x="64978" y="45192"/>
                      <a:pt x="64647" y="44813"/>
                      <a:pt x="64390" y="44390"/>
                    </a:cubicBezTo>
                    <a:cubicBezTo>
                      <a:pt x="62829" y="44666"/>
                      <a:pt x="61298" y="45143"/>
                      <a:pt x="59866" y="45805"/>
                    </a:cubicBezTo>
                    <a:cubicBezTo>
                      <a:pt x="58984" y="46215"/>
                      <a:pt x="58084" y="47004"/>
                      <a:pt x="57680" y="47721"/>
                    </a:cubicBezTo>
                    <a:cubicBezTo>
                      <a:pt x="55758" y="51118"/>
                      <a:pt x="53493" y="54271"/>
                      <a:pt x="50885" y="57148"/>
                    </a:cubicBezTo>
                    <a:cubicBezTo>
                      <a:pt x="49459" y="58734"/>
                      <a:pt x="47922" y="60240"/>
                      <a:pt x="46294" y="61648"/>
                    </a:cubicBezTo>
                    <a:cubicBezTo>
                      <a:pt x="46275" y="61666"/>
                      <a:pt x="46257" y="61679"/>
                      <a:pt x="46239" y="61691"/>
                    </a:cubicBezTo>
                    <a:lnTo>
                      <a:pt x="46239" y="61697"/>
                    </a:lnTo>
                    <a:cubicBezTo>
                      <a:pt x="45357" y="62456"/>
                      <a:pt x="44323" y="63289"/>
                      <a:pt x="43098" y="63717"/>
                    </a:cubicBezTo>
                    <a:cubicBezTo>
                      <a:pt x="42994" y="63809"/>
                      <a:pt x="42853" y="63858"/>
                      <a:pt x="42700" y="63858"/>
                    </a:cubicBezTo>
                    <a:lnTo>
                      <a:pt x="42688" y="63858"/>
                    </a:lnTo>
                    <a:cubicBezTo>
                      <a:pt x="42639" y="63858"/>
                      <a:pt x="42590" y="63852"/>
                      <a:pt x="42535" y="63840"/>
                    </a:cubicBezTo>
                    <a:cubicBezTo>
                      <a:pt x="42431" y="63815"/>
                      <a:pt x="42321" y="63778"/>
                      <a:pt x="42198" y="63717"/>
                    </a:cubicBezTo>
                    <a:cubicBezTo>
                      <a:pt x="42155" y="63693"/>
                      <a:pt x="42113" y="63668"/>
                      <a:pt x="42070" y="63644"/>
                    </a:cubicBezTo>
                    <a:cubicBezTo>
                      <a:pt x="41537" y="63313"/>
                      <a:pt x="41011" y="62713"/>
                      <a:pt x="40870" y="62517"/>
                    </a:cubicBezTo>
                    <a:lnTo>
                      <a:pt x="40827" y="62468"/>
                    </a:lnTo>
                    <a:cubicBezTo>
                      <a:pt x="40508" y="62036"/>
                      <a:pt x="40237" y="61703"/>
                      <a:pt x="39949" y="61703"/>
                    </a:cubicBezTo>
                    <a:cubicBezTo>
                      <a:pt x="39928" y="61703"/>
                      <a:pt x="39906" y="61705"/>
                      <a:pt x="39884" y="61709"/>
                    </a:cubicBezTo>
                    <a:cubicBezTo>
                      <a:pt x="39768" y="61734"/>
                      <a:pt x="39645" y="61819"/>
                      <a:pt x="39517" y="61911"/>
                    </a:cubicBezTo>
                    <a:cubicBezTo>
                      <a:pt x="39345" y="62034"/>
                      <a:pt x="39162" y="62168"/>
                      <a:pt x="38917" y="62217"/>
                    </a:cubicBezTo>
                    <a:cubicBezTo>
                      <a:pt x="38850" y="62230"/>
                      <a:pt x="38782" y="62237"/>
                      <a:pt x="38715" y="62237"/>
                    </a:cubicBezTo>
                    <a:cubicBezTo>
                      <a:pt x="38497" y="62237"/>
                      <a:pt x="38284" y="62167"/>
                      <a:pt x="38097" y="62021"/>
                    </a:cubicBezTo>
                    <a:cubicBezTo>
                      <a:pt x="37742" y="61752"/>
                      <a:pt x="37491" y="61250"/>
                      <a:pt x="37466" y="60736"/>
                    </a:cubicBezTo>
                    <a:cubicBezTo>
                      <a:pt x="37454" y="60528"/>
                      <a:pt x="37460" y="60326"/>
                      <a:pt x="37466" y="60117"/>
                    </a:cubicBezTo>
                    <a:cubicBezTo>
                      <a:pt x="37484" y="59726"/>
                      <a:pt x="37497" y="59346"/>
                      <a:pt x="37344" y="59040"/>
                    </a:cubicBezTo>
                    <a:cubicBezTo>
                      <a:pt x="37166" y="58673"/>
                      <a:pt x="36982" y="58275"/>
                      <a:pt x="36811" y="57846"/>
                    </a:cubicBezTo>
                    <a:cubicBezTo>
                      <a:pt x="36027" y="55967"/>
                      <a:pt x="35421" y="53628"/>
                      <a:pt x="35936" y="51535"/>
                    </a:cubicBezTo>
                    <a:cubicBezTo>
                      <a:pt x="35972" y="51387"/>
                      <a:pt x="36100" y="51294"/>
                      <a:pt x="36243" y="51294"/>
                    </a:cubicBezTo>
                    <a:cubicBezTo>
                      <a:pt x="36267" y="51294"/>
                      <a:pt x="36291" y="51297"/>
                      <a:pt x="36315" y="51302"/>
                    </a:cubicBezTo>
                    <a:cubicBezTo>
                      <a:pt x="36321" y="51302"/>
                      <a:pt x="36321" y="51302"/>
                      <a:pt x="36327" y="51308"/>
                    </a:cubicBezTo>
                    <a:cubicBezTo>
                      <a:pt x="36382" y="51149"/>
                      <a:pt x="36431" y="50984"/>
                      <a:pt x="36431" y="50806"/>
                    </a:cubicBezTo>
                    <a:cubicBezTo>
                      <a:pt x="36425" y="50249"/>
                      <a:pt x="36407" y="49698"/>
                      <a:pt x="36462" y="49153"/>
                    </a:cubicBezTo>
                    <a:cubicBezTo>
                      <a:pt x="36480" y="48976"/>
                      <a:pt x="36505" y="48804"/>
                      <a:pt x="36560" y="48639"/>
                    </a:cubicBezTo>
                    <a:cubicBezTo>
                      <a:pt x="36676" y="48259"/>
                      <a:pt x="36921" y="47941"/>
                      <a:pt x="37160" y="47629"/>
                    </a:cubicBezTo>
                    <a:cubicBezTo>
                      <a:pt x="37821" y="46760"/>
                      <a:pt x="38488" y="45884"/>
                      <a:pt x="39156" y="45015"/>
                    </a:cubicBezTo>
                    <a:cubicBezTo>
                      <a:pt x="40105" y="43772"/>
                      <a:pt x="41072" y="42505"/>
                      <a:pt x="42351" y="41611"/>
                    </a:cubicBezTo>
                    <a:cubicBezTo>
                      <a:pt x="42859" y="41238"/>
                      <a:pt x="43423" y="40944"/>
                      <a:pt x="44010" y="40711"/>
                    </a:cubicBezTo>
                    <a:cubicBezTo>
                      <a:pt x="44016" y="40711"/>
                      <a:pt x="44016" y="40705"/>
                      <a:pt x="44023" y="40705"/>
                    </a:cubicBezTo>
                    <a:cubicBezTo>
                      <a:pt x="44127" y="40662"/>
                      <a:pt x="44237" y="40625"/>
                      <a:pt x="44353" y="40589"/>
                    </a:cubicBezTo>
                    <a:cubicBezTo>
                      <a:pt x="44696" y="40460"/>
                      <a:pt x="45045" y="40374"/>
                      <a:pt x="45406" y="40307"/>
                    </a:cubicBezTo>
                    <a:cubicBezTo>
                      <a:pt x="45442" y="40300"/>
                      <a:pt x="45477" y="40296"/>
                      <a:pt x="45511" y="40296"/>
                    </a:cubicBezTo>
                    <a:cubicBezTo>
                      <a:pt x="45758" y="40296"/>
                      <a:pt x="45958" y="40484"/>
                      <a:pt x="46012" y="40742"/>
                    </a:cubicBezTo>
                    <a:cubicBezTo>
                      <a:pt x="46092" y="41176"/>
                      <a:pt x="46416" y="41581"/>
                      <a:pt x="46820" y="41764"/>
                    </a:cubicBezTo>
                    <a:cubicBezTo>
                      <a:pt x="47102" y="41880"/>
                      <a:pt x="47255" y="42187"/>
                      <a:pt x="47163" y="42474"/>
                    </a:cubicBezTo>
                    <a:cubicBezTo>
                      <a:pt x="47010" y="42915"/>
                      <a:pt x="47034" y="43350"/>
                      <a:pt x="47218" y="43821"/>
                    </a:cubicBezTo>
                    <a:cubicBezTo>
                      <a:pt x="47261" y="43778"/>
                      <a:pt x="47316" y="43754"/>
                      <a:pt x="47377" y="43748"/>
                    </a:cubicBezTo>
                    <a:cubicBezTo>
                      <a:pt x="48253" y="43613"/>
                      <a:pt x="50701" y="41880"/>
                      <a:pt x="52667" y="40491"/>
                    </a:cubicBezTo>
                    <a:cubicBezTo>
                      <a:pt x="53891" y="39628"/>
                      <a:pt x="54944" y="38875"/>
                      <a:pt x="55568" y="38544"/>
                    </a:cubicBezTo>
                    <a:cubicBezTo>
                      <a:pt x="57246" y="37638"/>
                      <a:pt x="59578" y="36726"/>
                      <a:pt x="62198" y="36652"/>
                    </a:cubicBezTo>
                    <a:cubicBezTo>
                      <a:pt x="61990" y="36408"/>
                      <a:pt x="61892" y="36077"/>
                      <a:pt x="61929" y="35771"/>
                    </a:cubicBezTo>
                    <a:cubicBezTo>
                      <a:pt x="61972" y="35471"/>
                      <a:pt x="62137" y="35195"/>
                      <a:pt x="62474" y="35042"/>
                    </a:cubicBezTo>
                    <a:cubicBezTo>
                      <a:pt x="62486" y="35036"/>
                      <a:pt x="62498" y="35036"/>
                      <a:pt x="62498" y="35030"/>
                    </a:cubicBezTo>
                    <a:cubicBezTo>
                      <a:pt x="62774" y="34914"/>
                      <a:pt x="63080" y="34871"/>
                      <a:pt x="63337" y="34712"/>
                    </a:cubicBezTo>
                    <a:cubicBezTo>
                      <a:pt x="63857" y="34400"/>
                      <a:pt x="64029" y="33732"/>
                      <a:pt x="64035" y="33132"/>
                    </a:cubicBezTo>
                    <a:cubicBezTo>
                      <a:pt x="64035" y="32526"/>
                      <a:pt x="63919" y="31914"/>
                      <a:pt x="64035" y="31320"/>
                    </a:cubicBezTo>
                    <a:cubicBezTo>
                      <a:pt x="64096" y="31026"/>
                      <a:pt x="64243" y="30726"/>
                      <a:pt x="64445" y="30512"/>
                    </a:cubicBezTo>
                    <a:cubicBezTo>
                      <a:pt x="64721" y="30212"/>
                      <a:pt x="64818" y="29808"/>
                      <a:pt x="64678" y="29429"/>
                    </a:cubicBezTo>
                    <a:cubicBezTo>
                      <a:pt x="64549" y="29098"/>
                      <a:pt x="64519" y="28718"/>
                      <a:pt x="64592" y="28370"/>
                    </a:cubicBezTo>
                    <a:cubicBezTo>
                      <a:pt x="64727" y="27727"/>
                      <a:pt x="65161" y="27170"/>
                      <a:pt x="65688" y="26759"/>
                    </a:cubicBezTo>
                    <a:cubicBezTo>
                      <a:pt x="65853" y="26631"/>
                      <a:pt x="66043" y="26502"/>
                      <a:pt x="66110" y="26294"/>
                    </a:cubicBezTo>
                    <a:cubicBezTo>
                      <a:pt x="66165" y="26123"/>
                      <a:pt x="66141" y="25970"/>
                      <a:pt x="66073" y="25829"/>
                    </a:cubicBezTo>
                    <a:cubicBezTo>
                      <a:pt x="65865" y="25394"/>
                      <a:pt x="66037" y="24892"/>
                      <a:pt x="66429" y="24611"/>
                    </a:cubicBezTo>
                    <a:cubicBezTo>
                      <a:pt x="67273" y="23999"/>
                      <a:pt x="68192" y="22162"/>
                      <a:pt x="68706" y="21862"/>
                    </a:cubicBezTo>
                    <a:cubicBezTo>
                      <a:pt x="68877" y="21764"/>
                      <a:pt x="69043" y="21703"/>
                      <a:pt x="69196" y="21672"/>
                    </a:cubicBezTo>
                    <a:cubicBezTo>
                      <a:pt x="69300" y="21648"/>
                      <a:pt x="69402" y="21636"/>
                      <a:pt x="69501" y="21636"/>
                    </a:cubicBezTo>
                    <a:cubicBezTo>
                      <a:pt x="69872" y="21636"/>
                      <a:pt x="70204" y="21801"/>
                      <a:pt x="70493" y="22076"/>
                    </a:cubicBezTo>
                    <a:cubicBezTo>
                      <a:pt x="70530" y="22076"/>
                      <a:pt x="70561" y="22076"/>
                      <a:pt x="70604" y="22070"/>
                    </a:cubicBezTo>
                    <a:cubicBezTo>
                      <a:pt x="71044" y="22052"/>
                      <a:pt x="71485" y="21868"/>
                      <a:pt x="71785" y="21556"/>
                    </a:cubicBezTo>
                    <a:cubicBezTo>
                      <a:pt x="72410" y="20919"/>
                      <a:pt x="72550" y="20007"/>
                      <a:pt x="72685" y="19205"/>
                    </a:cubicBezTo>
                    <a:lnTo>
                      <a:pt x="72710" y="19064"/>
                    </a:lnTo>
                    <a:cubicBezTo>
                      <a:pt x="72789" y="18550"/>
                      <a:pt x="72838" y="18042"/>
                      <a:pt x="72881" y="17546"/>
                    </a:cubicBezTo>
                    <a:cubicBezTo>
                      <a:pt x="72954" y="16769"/>
                      <a:pt x="73028" y="16028"/>
                      <a:pt x="73236" y="15293"/>
                    </a:cubicBezTo>
                    <a:cubicBezTo>
                      <a:pt x="73261" y="15195"/>
                      <a:pt x="73291" y="15091"/>
                      <a:pt x="73328" y="14993"/>
                    </a:cubicBezTo>
                    <a:cubicBezTo>
                      <a:pt x="74107" y="15275"/>
                      <a:pt x="74925" y="15409"/>
                      <a:pt x="75745" y="15409"/>
                    </a:cubicBezTo>
                    <a:cubicBezTo>
                      <a:pt x="77991" y="15409"/>
                      <a:pt x="80239" y="14398"/>
                      <a:pt x="81666" y="12630"/>
                    </a:cubicBezTo>
                    <a:cubicBezTo>
                      <a:pt x="81941" y="13181"/>
                      <a:pt x="82554" y="13567"/>
                      <a:pt x="83166" y="13628"/>
                    </a:cubicBezTo>
                    <a:cubicBezTo>
                      <a:pt x="83252" y="13638"/>
                      <a:pt x="83338" y="13642"/>
                      <a:pt x="83424" y="13642"/>
                    </a:cubicBezTo>
                    <a:cubicBezTo>
                      <a:pt x="84214" y="13642"/>
                      <a:pt x="84945" y="13259"/>
                      <a:pt x="85431" y="12955"/>
                    </a:cubicBezTo>
                    <a:cubicBezTo>
                      <a:pt x="86472" y="12312"/>
                      <a:pt x="87329" y="11522"/>
                      <a:pt x="87941" y="10641"/>
                    </a:cubicBezTo>
                    <a:cubicBezTo>
                      <a:pt x="88051" y="10494"/>
                      <a:pt x="88143" y="10335"/>
                      <a:pt x="88241" y="10181"/>
                    </a:cubicBezTo>
                    <a:cubicBezTo>
                      <a:pt x="88988" y="8884"/>
                      <a:pt x="89257" y="7408"/>
                      <a:pt x="89514" y="5976"/>
                    </a:cubicBezTo>
                    <a:cubicBezTo>
                      <a:pt x="89581" y="5572"/>
                      <a:pt x="89661" y="5168"/>
                      <a:pt x="89747" y="4764"/>
                    </a:cubicBezTo>
                    <a:lnTo>
                      <a:pt x="89747" y="4764"/>
                    </a:lnTo>
                    <a:cubicBezTo>
                      <a:pt x="89717" y="4768"/>
                      <a:pt x="89686" y="4771"/>
                      <a:pt x="89653" y="4771"/>
                    </a:cubicBezTo>
                    <a:cubicBezTo>
                      <a:pt x="89514" y="4771"/>
                      <a:pt x="89342" y="4728"/>
                      <a:pt x="89135" y="4629"/>
                    </a:cubicBezTo>
                    <a:cubicBezTo>
                      <a:pt x="89055" y="4592"/>
                      <a:pt x="88969" y="4549"/>
                      <a:pt x="88871" y="4494"/>
                    </a:cubicBezTo>
                    <a:cubicBezTo>
                      <a:pt x="87488" y="3705"/>
                      <a:pt x="86386" y="2315"/>
                      <a:pt x="85847" y="723"/>
                    </a:cubicBezTo>
                    <a:cubicBezTo>
                      <a:pt x="85792" y="558"/>
                      <a:pt x="85743" y="399"/>
                      <a:pt x="85700" y="233"/>
                    </a:cubicBezTo>
                    <a:cubicBezTo>
                      <a:pt x="85688" y="185"/>
                      <a:pt x="85676" y="136"/>
                      <a:pt x="85670" y="87"/>
                    </a:cubicBezTo>
                    <a:cubicBezTo>
                      <a:pt x="85240" y="71"/>
                      <a:pt x="84811" y="65"/>
                      <a:pt x="84382" y="65"/>
                    </a:cubicBezTo>
                    <a:cubicBezTo>
                      <a:pt x="83796" y="65"/>
                      <a:pt x="83213" y="76"/>
                      <a:pt x="82633" y="87"/>
                    </a:cubicBezTo>
                    <a:cubicBezTo>
                      <a:pt x="82049" y="97"/>
                      <a:pt x="81458" y="108"/>
                      <a:pt x="80864" y="108"/>
                    </a:cubicBezTo>
                    <a:cubicBezTo>
                      <a:pt x="80001" y="108"/>
                      <a:pt x="79135" y="84"/>
                      <a:pt x="782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26"/>
              <p:cNvSpPr/>
              <p:nvPr/>
            </p:nvSpPr>
            <p:spPr>
              <a:xfrm>
                <a:off x="3159275" y="1548250"/>
                <a:ext cx="244775" cy="427625"/>
              </a:xfrm>
              <a:custGeom>
                <a:avLst/>
                <a:gdLst/>
                <a:ahLst/>
                <a:cxnLst/>
                <a:rect l="l" t="t" r="r" b="b"/>
                <a:pathLst>
                  <a:path w="9791" h="17105" extrusionOk="0">
                    <a:moveTo>
                      <a:pt x="3051" y="0"/>
                    </a:moveTo>
                    <a:cubicBezTo>
                      <a:pt x="2616" y="61"/>
                      <a:pt x="2175" y="129"/>
                      <a:pt x="1753" y="208"/>
                    </a:cubicBezTo>
                    <a:cubicBezTo>
                      <a:pt x="988" y="337"/>
                      <a:pt x="388" y="967"/>
                      <a:pt x="302" y="1739"/>
                    </a:cubicBezTo>
                    <a:lnTo>
                      <a:pt x="302" y="1745"/>
                    </a:lnTo>
                    <a:cubicBezTo>
                      <a:pt x="277" y="1739"/>
                      <a:pt x="253" y="1733"/>
                      <a:pt x="222" y="1733"/>
                    </a:cubicBezTo>
                    <a:cubicBezTo>
                      <a:pt x="200" y="1729"/>
                      <a:pt x="182" y="1727"/>
                      <a:pt x="168" y="1727"/>
                    </a:cubicBezTo>
                    <a:cubicBezTo>
                      <a:pt x="1" y="1727"/>
                      <a:pt x="360" y="1986"/>
                      <a:pt x="834" y="2308"/>
                    </a:cubicBezTo>
                    <a:cubicBezTo>
                      <a:pt x="1441" y="2712"/>
                      <a:pt x="2243" y="3220"/>
                      <a:pt x="2402" y="3428"/>
                    </a:cubicBezTo>
                    <a:cubicBezTo>
                      <a:pt x="4079" y="5663"/>
                      <a:pt x="2634" y="6128"/>
                      <a:pt x="2640" y="6489"/>
                    </a:cubicBezTo>
                    <a:cubicBezTo>
                      <a:pt x="2665" y="6520"/>
                      <a:pt x="2677" y="6563"/>
                      <a:pt x="2683" y="6606"/>
                    </a:cubicBezTo>
                    <a:cubicBezTo>
                      <a:pt x="2855" y="7824"/>
                      <a:pt x="2928" y="9060"/>
                      <a:pt x="2910" y="10291"/>
                    </a:cubicBezTo>
                    <a:cubicBezTo>
                      <a:pt x="2983" y="10591"/>
                      <a:pt x="2959" y="10915"/>
                      <a:pt x="2928" y="11221"/>
                    </a:cubicBezTo>
                    <a:cubicBezTo>
                      <a:pt x="2891" y="11540"/>
                      <a:pt x="2855" y="11864"/>
                      <a:pt x="2812" y="12189"/>
                    </a:cubicBezTo>
                    <a:cubicBezTo>
                      <a:pt x="2763" y="12574"/>
                      <a:pt x="2714" y="12960"/>
                      <a:pt x="2677" y="13346"/>
                    </a:cubicBezTo>
                    <a:cubicBezTo>
                      <a:pt x="2671" y="13364"/>
                      <a:pt x="2671" y="13382"/>
                      <a:pt x="2671" y="13401"/>
                    </a:cubicBezTo>
                    <a:cubicBezTo>
                      <a:pt x="2579" y="14233"/>
                      <a:pt x="2549" y="15060"/>
                      <a:pt x="2677" y="15843"/>
                    </a:cubicBezTo>
                    <a:cubicBezTo>
                      <a:pt x="2910" y="16131"/>
                      <a:pt x="3240" y="16339"/>
                      <a:pt x="3626" y="16419"/>
                    </a:cubicBezTo>
                    <a:cubicBezTo>
                      <a:pt x="4410" y="16572"/>
                      <a:pt x="5193" y="16694"/>
                      <a:pt x="5977" y="16829"/>
                    </a:cubicBezTo>
                    <a:cubicBezTo>
                      <a:pt x="6350" y="16890"/>
                      <a:pt x="6711" y="16951"/>
                      <a:pt x="7085" y="17013"/>
                    </a:cubicBezTo>
                    <a:cubicBezTo>
                      <a:pt x="7375" y="17061"/>
                      <a:pt x="7684" y="17104"/>
                      <a:pt x="7984" y="17104"/>
                    </a:cubicBezTo>
                    <a:cubicBezTo>
                      <a:pt x="8407" y="17104"/>
                      <a:pt x="8812" y="17019"/>
                      <a:pt x="9123" y="16743"/>
                    </a:cubicBezTo>
                    <a:cubicBezTo>
                      <a:pt x="9485" y="16419"/>
                      <a:pt x="9717" y="15935"/>
                      <a:pt x="9760" y="15446"/>
                    </a:cubicBezTo>
                    <a:cubicBezTo>
                      <a:pt x="9766" y="15354"/>
                      <a:pt x="9779" y="15274"/>
                      <a:pt x="9791" y="15195"/>
                    </a:cubicBezTo>
                    <a:lnTo>
                      <a:pt x="9791" y="15195"/>
                    </a:lnTo>
                    <a:cubicBezTo>
                      <a:pt x="9585" y="15228"/>
                      <a:pt x="9384" y="15251"/>
                      <a:pt x="9195" y="15251"/>
                    </a:cubicBezTo>
                    <a:cubicBezTo>
                      <a:pt x="8759" y="15251"/>
                      <a:pt x="8386" y="15130"/>
                      <a:pt x="8168" y="14742"/>
                    </a:cubicBezTo>
                    <a:cubicBezTo>
                      <a:pt x="8015" y="14466"/>
                      <a:pt x="8015" y="14142"/>
                      <a:pt x="8034" y="13829"/>
                    </a:cubicBezTo>
                    <a:cubicBezTo>
                      <a:pt x="8101" y="12574"/>
                      <a:pt x="8340" y="11191"/>
                      <a:pt x="7611" y="10175"/>
                    </a:cubicBezTo>
                    <a:cubicBezTo>
                      <a:pt x="7165" y="9556"/>
                      <a:pt x="6418" y="9177"/>
                      <a:pt x="6087" y="8497"/>
                    </a:cubicBezTo>
                    <a:cubicBezTo>
                      <a:pt x="5726" y="7756"/>
                      <a:pt x="5952" y="6881"/>
                      <a:pt x="6044" y="6061"/>
                    </a:cubicBezTo>
                    <a:cubicBezTo>
                      <a:pt x="6301" y="3502"/>
                      <a:pt x="4942" y="1451"/>
                      <a:pt x="3051" y="0"/>
                    </a:cubicBezTo>
                    <a:close/>
                  </a:path>
                </a:pathLst>
              </a:custGeom>
              <a:solidFill>
                <a:srgbClr val="7143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26"/>
              <p:cNvSpPr/>
              <p:nvPr/>
            </p:nvSpPr>
            <p:spPr>
              <a:xfrm>
                <a:off x="2855350" y="1690875"/>
                <a:ext cx="382050" cy="538950"/>
              </a:xfrm>
              <a:custGeom>
                <a:avLst/>
                <a:gdLst/>
                <a:ahLst/>
                <a:cxnLst/>
                <a:rect l="l" t="t" r="r" b="b"/>
                <a:pathLst>
                  <a:path w="15282" h="21558" extrusionOk="0">
                    <a:moveTo>
                      <a:pt x="15281" y="19"/>
                    </a:moveTo>
                    <a:lnTo>
                      <a:pt x="15281" y="19"/>
                    </a:lnTo>
                    <a:cubicBezTo>
                      <a:pt x="14889" y="99"/>
                      <a:pt x="13898" y="1"/>
                      <a:pt x="13928" y="588"/>
                    </a:cubicBezTo>
                    <a:cubicBezTo>
                      <a:pt x="14289" y="6967"/>
                      <a:pt x="11130" y="11436"/>
                      <a:pt x="8908" y="12655"/>
                    </a:cubicBezTo>
                    <a:cubicBezTo>
                      <a:pt x="8486" y="12887"/>
                      <a:pt x="7984" y="12997"/>
                      <a:pt x="7629" y="13328"/>
                    </a:cubicBezTo>
                    <a:cubicBezTo>
                      <a:pt x="7206" y="13738"/>
                      <a:pt x="7102" y="14369"/>
                      <a:pt x="6857" y="14913"/>
                    </a:cubicBezTo>
                    <a:cubicBezTo>
                      <a:pt x="6349" y="16058"/>
                      <a:pt x="5162" y="16793"/>
                      <a:pt x="3937" y="17081"/>
                    </a:cubicBezTo>
                    <a:cubicBezTo>
                      <a:pt x="3320" y="17226"/>
                      <a:pt x="2689" y="17274"/>
                      <a:pt x="2054" y="17274"/>
                    </a:cubicBezTo>
                    <a:cubicBezTo>
                      <a:pt x="1429" y="17274"/>
                      <a:pt x="801" y="17227"/>
                      <a:pt x="178" y="17179"/>
                    </a:cubicBezTo>
                    <a:lnTo>
                      <a:pt x="178" y="17179"/>
                    </a:lnTo>
                    <a:cubicBezTo>
                      <a:pt x="1" y="18238"/>
                      <a:pt x="503" y="19297"/>
                      <a:pt x="1323" y="20007"/>
                    </a:cubicBezTo>
                    <a:cubicBezTo>
                      <a:pt x="1666" y="20062"/>
                      <a:pt x="2015" y="20105"/>
                      <a:pt x="2370" y="20148"/>
                    </a:cubicBezTo>
                    <a:cubicBezTo>
                      <a:pt x="2799" y="20656"/>
                      <a:pt x="3380" y="21029"/>
                      <a:pt x="4029" y="21262"/>
                    </a:cubicBezTo>
                    <a:cubicBezTo>
                      <a:pt x="4562" y="21457"/>
                      <a:pt x="5143" y="21558"/>
                      <a:pt x="5734" y="21558"/>
                    </a:cubicBezTo>
                    <a:cubicBezTo>
                      <a:pt x="6535" y="21558"/>
                      <a:pt x="7352" y="21371"/>
                      <a:pt x="8082" y="20980"/>
                    </a:cubicBezTo>
                    <a:cubicBezTo>
                      <a:pt x="9643" y="20142"/>
                      <a:pt x="10518" y="18501"/>
                      <a:pt x="11167" y="17013"/>
                    </a:cubicBezTo>
                    <a:cubicBezTo>
                      <a:pt x="11669" y="15856"/>
                      <a:pt x="12232" y="14387"/>
                      <a:pt x="12398" y="12826"/>
                    </a:cubicBezTo>
                    <a:cubicBezTo>
                      <a:pt x="12575" y="12985"/>
                      <a:pt x="12789" y="13120"/>
                      <a:pt x="13010" y="13212"/>
                    </a:cubicBezTo>
                    <a:cubicBezTo>
                      <a:pt x="13047" y="13226"/>
                      <a:pt x="13086" y="13233"/>
                      <a:pt x="13125" y="13233"/>
                    </a:cubicBezTo>
                    <a:cubicBezTo>
                      <a:pt x="13249" y="13233"/>
                      <a:pt x="13367" y="13160"/>
                      <a:pt x="13414" y="13034"/>
                    </a:cubicBezTo>
                    <a:cubicBezTo>
                      <a:pt x="13873" y="11871"/>
                      <a:pt x="14240" y="10671"/>
                      <a:pt x="14504" y="9459"/>
                    </a:cubicBezTo>
                    <a:cubicBezTo>
                      <a:pt x="15128" y="6649"/>
                      <a:pt x="15244" y="3747"/>
                      <a:pt x="14840" y="894"/>
                    </a:cubicBezTo>
                    <a:cubicBezTo>
                      <a:pt x="14834" y="858"/>
                      <a:pt x="14822" y="815"/>
                      <a:pt x="14797" y="784"/>
                    </a:cubicBezTo>
                    <a:cubicBezTo>
                      <a:pt x="14797" y="607"/>
                      <a:pt x="15122" y="417"/>
                      <a:pt x="15281" y="19"/>
                    </a:cubicBezTo>
                    <a:close/>
                  </a:path>
                </a:pathLst>
              </a:custGeom>
              <a:solidFill>
                <a:srgbClr val="7143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6"/>
              <p:cNvSpPr/>
              <p:nvPr/>
            </p:nvSpPr>
            <p:spPr>
              <a:xfrm>
                <a:off x="2956075" y="1921000"/>
                <a:ext cx="860600" cy="325425"/>
              </a:xfrm>
              <a:custGeom>
                <a:avLst/>
                <a:gdLst/>
                <a:ahLst/>
                <a:cxnLst/>
                <a:rect l="l" t="t" r="r" b="b"/>
                <a:pathLst>
                  <a:path w="34424" h="13017" extrusionOk="0">
                    <a:moveTo>
                      <a:pt x="19673" y="0"/>
                    </a:moveTo>
                    <a:cubicBezTo>
                      <a:pt x="19519" y="0"/>
                      <a:pt x="19365" y="11"/>
                      <a:pt x="19210" y="34"/>
                    </a:cubicBezTo>
                    <a:cubicBezTo>
                      <a:pt x="18800" y="89"/>
                      <a:pt x="18347" y="217"/>
                      <a:pt x="17919" y="285"/>
                    </a:cubicBezTo>
                    <a:cubicBezTo>
                      <a:pt x="17907" y="364"/>
                      <a:pt x="17894" y="444"/>
                      <a:pt x="17888" y="529"/>
                    </a:cubicBezTo>
                    <a:cubicBezTo>
                      <a:pt x="17851" y="1025"/>
                      <a:pt x="17613" y="1503"/>
                      <a:pt x="17251" y="1827"/>
                    </a:cubicBezTo>
                    <a:cubicBezTo>
                      <a:pt x="16939" y="2107"/>
                      <a:pt x="16532" y="2194"/>
                      <a:pt x="16108" y="2194"/>
                    </a:cubicBezTo>
                    <a:cubicBezTo>
                      <a:pt x="15809" y="2194"/>
                      <a:pt x="15501" y="2151"/>
                      <a:pt x="15213" y="2103"/>
                    </a:cubicBezTo>
                    <a:cubicBezTo>
                      <a:pt x="14846" y="2041"/>
                      <a:pt x="14478" y="1980"/>
                      <a:pt x="14111" y="1919"/>
                    </a:cubicBezTo>
                    <a:cubicBezTo>
                      <a:pt x="13321" y="1784"/>
                      <a:pt x="12538" y="1662"/>
                      <a:pt x="11760" y="1503"/>
                    </a:cubicBezTo>
                    <a:cubicBezTo>
                      <a:pt x="11711" y="1497"/>
                      <a:pt x="11662" y="1478"/>
                      <a:pt x="11619" y="1466"/>
                    </a:cubicBezTo>
                    <a:cubicBezTo>
                      <a:pt x="11546" y="1448"/>
                      <a:pt x="11479" y="1417"/>
                      <a:pt x="11417" y="1393"/>
                    </a:cubicBezTo>
                    <a:cubicBezTo>
                      <a:pt x="11381" y="1380"/>
                      <a:pt x="11350" y="1362"/>
                      <a:pt x="11319" y="1344"/>
                    </a:cubicBezTo>
                    <a:cubicBezTo>
                      <a:pt x="11277" y="1325"/>
                      <a:pt x="11234" y="1301"/>
                      <a:pt x="11197" y="1276"/>
                    </a:cubicBezTo>
                    <a:cubicBezTo>
                      <a:pt x="11148" y="1246"/>
                      <a:pt x="11105" y="1215"/>
                      <a:pt x="11062" y="1178"/>
                    </a:cubicBezTo>
                    <a:cubicBezTo>
                      <a:pt x="11038" y="1160"/>
                      <a:pt x="11013" y="1142"/>
                      <a:pt x="10989" y="1117"/>
                    </a:cubicBezTo>
                    <a:cubicBezTo>
                      <a:pt x="10921" y="1062"/>
                      <a:pt x="10860" y="1001"/>
                      <a:pt x="10805" y="933"/>
                    </a:cubicBezTo>
                    <a:cubicBezTo>
                      <a:pt x="10640" y="738"/>
                      <a:pt x="10530" y="505"/>
                      <a:pt x="10475" y="254"/>
                    </a:cubicBezTo>
                    <a:cubicBezTo>
                      <a:pt x="10211" y="1466"/>
                      <a:pt x="9844" y="2666"/>
                      <a:pt x="9385" y="3829"/>
                    </a:cubicBezTo>
                    <a:cubicBezTo>
                      <a:pt x="9338" y="3955"/>
                      <a:pt x="9220" y="4028"/>
                      <a:pt x="9096" y="4028"/>
                    </a:cubicBezTo>
                    <a:cubicBezTo>
                      <a:pt x="9057" y="4028"/>
                      <a:pt x="9018" y="4021"/>
                      <a:pt x="8981" y="4007"/>
                    </a:cubicBezTo>
                    <a:cubicBezTo>
                      <a:pt x="8760" y="3915"/>
                      <a:pt x="8546" y="3780"/>
                      <a:pt x="8369" y="3621"/>
                    </a:cubicBezTo>
                    <a:cubicBezTo>
                      <a:pt x="8203" y="5182"/>
                      <a:pt x="7640" y="6651"/>
                      <a:pt x="7138" y="7808"/>
                    </a:cubicBezTo>
                    <a:cubicBezTo>
                      <a:pt x="6489" y="9296"/>
                      <a:pt x="5614" y="10937"/>
                      <a:pt x="4053" y="11775"/>
                    </a:cubicBezTo>
                    <a:cubicBezTo>
                      <a:pt x="3323" y="12166"/>
                      <a:pt x="2508" y="12353"/>
                      <a:pt x="1708" y="12353"/>
                    </a:cubicBezTo>
                    <a:cubicBezTo>
                      <a:pt x="1117" y="12353"/>
                      <a:pt x="535" y="12252"/>
                      <a:pt x="0" y="12057"/>
                    </a:cubicBezTo>
                    <a:lnTo>
                      <a:pt x="0" y="12057"/>
                    </a:lnTo>
                    <a:cubicBezTo>
                      <a:pt x="18" y="12081"/>
                      <a:pt x="37" y="12112"/>
                      <a:pt x="49" y="12136"/>
                    </a:cubicBezTo>
                    <a:cubicBezTo>
                      <a:pt x="135" y="12296"/>
                      <a:pt x="208" y="12467"/>
                      <a:pt x="257" y="12638"/>
                    </a:cubicBezTo>
                    <a:cubicBezTo>
                      <a:pt x="687" y="12892"/>
                      <a:pt x="1206" y="13016"/>
                      <a:pt x="1712" y="13016"/>
                    </a:cubicBezTo>
                    <a:cubicBezTo>
                      <a:pt x="1768" y="13016"/>
                      <a:pt x="1824" y="13015"/>
                      <a:pt x="1880" y="13012"/>
                    </a:cubicBezTo>
                    <a:cubicBezTo>
                      <a:pt x="2847" y="12969"/>
                      <a:pt x="3753" y="12577"/>
                      <a:pt x="4634" y="12185"/>
                    </a:cubicBezTo>
                    <a:cubicBezTo>
                      <a:pt x="5247" y="11910"/>
                      <a:pt x="5877" y="11634"/>
                      <a:pt x="6404" y="11200"/>
                    </a:cubicBezTo>
                    <a:cubicBezTo>
                      <a:pt x="7065" y="10655"/>
                      <a:pt x="7512" y="9896"/>
                      <a:pt x="7873" y="9124"/>
                    </a:cubicBezTo>
                    <a:cubicBezTo>
                      <a:pt x="8375" y="8059"/>
                      <a:pt x="8742" y="6927"/>
                      <a:pt x="8950" y="5770"/>
                    </a:cubicBezTo>
                    <a:cubicBezTo>
                      <a:pt x="8999" y="5770"/>
                      <a:pt x="10622" y="4686"/>
                      <a:pt x="10811" y="4349"/>
                    </a:cubicBezTo>
                    <a:cubicBezTo>
                      <a:pt x="11075" y="3878"/>
                      <a:pt x="11295" y="3229"/>
                      <a:pt x="11442" y="2611"/>
                    </a:cubicBezTo>
                    <a:cubicBezTo>
                      <a:pt x="11448" y="2623"/>
                      <a:pt x="11454" y="2629"/>
                      <a:pt x="11460" y="2641"/>
                    </a:cubicBezTo>
                    <a:cubicBezTo>
                      <a:pt x="12516" y="4230"/>
                      <a:pt x="14433" y="4673"/>
                      <a:pt x="16421" y="4673"/>
                    </a:cubicBezTo>
                    <a:cubicBezTo>
                      <a:pt x="17337" y="4673"/>
                      <a:pt x="18268" y="4579"/>
                      <a:pt x="19137" y="4460"/>
                    </a:cubicBezTo>
                    <a:lnTo>
                      <a:pt x="19137" y="4460"/>
                    </a:lnTo>
                    <a:cubicBezTo>
                      <a:pt x="19008" y="4845"/>
                      <a:pt x="19247" y="5182"/>
                      <a:pt x="19590" y="5445"/>
                    </a:cubicBezTo>
                    <a:cubicBezTo>
                      <a:pt x="19615" y="5347"/>
                      <a:pt x="19645" y="5243"/>
                      <a:pt x="19676" y="5145"/>
                    </a:cubicBezTo>
                    <a:cubicBezTo>
                      <a:pt x="20456" y="5427"/>
                      <a:pt x="21276" y="5561"/>
                      <a:pt x="22096" y="5561"/>
                    </a:cubicBezTo>
                    <a:cubicBezTo>
                      <a:pt x="24345" y="5561"/>
                      <a:pt x="26593" y="4550"/>
                      <a:pt x="28020" y="2782"/>
                    </a:cubicBezTo>
                    <a:cubicBezTo>
                      <a:pt x="28289" y="3333"/>
                      <a:pt x="28901" y="3719"/>
                      <a:pt x="29514" y="3780"/>
                    </a:cubicBezTo>
                    <a:cubicBezTo>
                      <a:pt x="29601" y="3790"/>
                      <a:pt x="29687" y="3794"/>
                      <a:pt x="29773" y="3794"/>
                    </a:cubicBezTo>
                    <a:cubicBezTo>
                      <a:pt x="30567" y="3794"/>
                      <a:pt x="31293" y="3411"/>
                      <a:pt x="31785" y="3107"/>
                    </a:cubicBezTo>
                    <a:cubicBezTo>
                      <a:pt x="32826" y="2464"/>
                      <a:pt x="33676" y="1674"/>
                      <a:pt x="34289" y="793"/>
                    </a:cubicBezTo>
                    <a:cubicBezTo>
                      <a:pt x="34331" y="670"/>
                      <a:pt x="34374" y="548"/>
                      <a:pt x="34423" y="431"/>
                    </a:cubicBezTo>
                    <a:lnTo>
                      <a:pt x="34423" y="431"/>
                    </a:lnTo>
                    <a:cubicBezTo>
                      <a:pt x="33703" y="1296"/>
                      <a:pt x="32575" y="1766"/>
                      <a:pt x="31457" y="1766"/>
                    </a:cubicBezTo>
                    <a:cubicBezTo>
                      <a:pt x="30816" y="1766"/>
                      <a:pt x="30179" y="1612"/>
                      <a:pt x="29624" y="1289"/>
                    </a:cubicBezTo>
                    <a:cubicBezTo>
                      <a:pt x="29201" y="1044"/>
                      <a:pt x="28803" y="707"/>
                      <a:pt x="28314" y="664"/>
                    </a:cubicBezTo>
                    <a:cubicBezTo>
                      <a:pt x="28275" y="660"/>
                      <a:pt x="28236" y="659"/>
                      <a:pt x="28197" y="659"/>
                    </a:cubicBezTo>
                    <a:cubicBezTo>
                      <a:pt x="27538" y="659"/>
                      <a:pt x="26973" y="1182"/>
                      <a:pt x="26349" y="1448"/>
                    </a:cubicBezTo>
                    <a:cubicBezTo>
                      <a:pt x="26003" y="1591"/>
                      <a:pt x="25656" y="1652"/>
                      <a:pt x="25307" y="1652"/>
                    </a:cubicBezTo>
                    <a:cubicBezTo>
                      <a:pt x="23481" y="1652"/>
                      <a:pt x="21601" y="0"/>
                      <a:pt x="19673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6"/>
              <p:cNvSpPr/>
              <p:nvPr/>
            </p:nvSpPr>
            <p:spPr>
              <a:xfrm>
                <a:off x="2769725" y="2784550"/>
                <a:ext cx="495825" cy="436925"/>
              </a:xfrm>
              <a:custGeom>
                <a:avLst/>
                <a:gdLst/>
                <a:ahLst/>
                <a:cxnLst/>
                <a:rect l="l" t="t" r="r" b="b"/>
                <a:pathLst>
                  <a:path w="19833" h="17477" extrusionOk="0">
                    <a:moveTo>
                      <a:pt x="18198" y="0"/>
                    </a:moveTo>
                    <a:cubicBezTo>
                      <a:pt x="16637" y="276"/>
                      <a:pt x="15100" y="753"/>
                      <a:pt x="13668" y="1415"/>
                    </a:cubicBezTo>
                    <a:cubicBezTo>
                      <a:pt x="12786" y="1825"/>
                      <a:pt x="11892" y="2614"/>
                      <a:pt x="11488" y="3331"/>
                    </a:cubicBezTo>
                    <a:cubicBezTo>
                      <a:pt x="9566" y="6728"/>
                      <a:pt x="7295" y="9881"/>
                      <a:pt x="4693" y="12758"/>
                    </a:cubicBezTo>
                    <a:lnTo>
                      <a:pt x="47" y="17301"/>
                    </a:lnTo>
                    <a:lnTo>
                      <a:pt x="47" y="17307"/>
                    </a:lnTo>
                    <a:cubicBezTo>
                      <a:pt x="0" y="17424"/>
                      <a:pt x="187" y="17477"/>
                      <a:pt x="495" y="17477"/>
                    </a:cubicBezTo>
                    <a:cubicBezTo>
                      <a:pt x="1125" y="17477"/>
                      <a:pt x="2266" y="17254"/>
                      <a:pt x="2973" y="16897"/>
                    </a:cubicBezTo>
                    <a:cubicBezTo>
                      <a:pt x="4546" y="16101"/>
                      <a:pt x="6138" y="15213"/>
                      <a:pt x="7228" y="13836"/>
                    </a:cubicBezTo>
                    <a:cubicBezTo>
                      <a:pt x="7907" y="12985"/>
                      <a:pt x="8360" y="11981"/>
                      <a:pt x="8948" y="11057"/>
                    </a:cubicBezTo>
                    <a:cubicBezTo>
                      <a:pt x="10365" y="8811"/>
                      <a:pt x="12964" y="3003"/>
                      <a:pt x="17721" y="3003"/>
                    </a:cubicBezTo>
                    <a:cubicBezTo>
                      <a:pt x="18346" y="3003"/>
                      <a:pt x="19008" y="3103"/>
                      <a:pt x="19710" y="3325"/>
                    </a:cubicBezTo>
                    <a:lnTo>
                      <a:pt x="19832" y="3361"/>
                    </a:lnTo>
                    <a:cubicBezTo>
                      <a:pt x="19832" y="2908"/>
                      <a:pt x="19826" y="2455"/>
                      <a:pt x="19820" y="2015"/>
                    </a:cubicBezTo>
                    <a:cubicBezTo>
                      <a:pt x="19814" y="1868"/>
                      <a:pt x="19814" y="1715"/>
                      <a:pt x="19808" y="1568"/>
                    </a:cubicBezTo>
                    <a:cubicBezTo>
                      <a:pt x="19808" y="1494"/>
                      <a:pt x="19802" y="1427"/>
                      <a:pt x="19802" y="1359"/>
                    </a:cubicBezTo>
                    <a:cubicBezTo>
                      <a:pt x="19588" y="1292"/>
                      <a:pt x="19367" y="1206"/>
                      <a:pt x="19165" y="1090"/>
                    </a:cubicBezTo>
                    <a:lnTo>
                      <a:pt x="19165" y="1121"/>
                    </a:lnTo>
                    <a:cubicBezTo>
                      <a:pt x="18780" y="802"/>
                      <a:pt x="18449" y="423"/>
                      <a:pt x="18198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6"/>
              <p:cNvSpPr/>
              <p:nvPr/>
            </p:nvSpPr>
            <p:spPr>
              <a:xfrm>
                <a:off x="2677225" y="2569200"/>
                <a:ext cx="492675" cy="201150"/>
              </a:xfrm>
              <a:custGeom>
                <a:avLst/>
                <a:gdLst/>
                <a:ahLst/>
                <a:cxnLst/>
                <a:rect l="l" t="t" r="r" b="b"/>
                <a:pathLst>
                  <a:path w="19707" h="8046" extrusionOk="0">
                    <a:moveTo>
                      <a:pt x="19425" y="1"/>
                    </a:moveTo>
                    <a:cubicBezTo>
                      <a:pt x="17911" y="391"/>
                      <a:pt x="12241" y="2906"/>
                      <a:pt x="7260" y="2906"/>
                    </a:cubicBezTo>
                    <a:cubicBezTo>
                      <a:pt x="5836" y="2906"/>
                      <a:pt x="4467" y="2701"/>
                      <a:pt x="3269" y="2180"/>
                    </a:cubicBezTo>
                    <a:cubicBezTo>
                      <a:pt x="2235" y="1733"/>
                      <a:pt x="1714" y="332"/>
                      <a:pt x="582" y="209"/>
                    </a:cubicBezTo>
                    <a:cubicBezTo>
                      <a:pt x="553" y="206"/>
                      <a:pt x="523" y="204"/>
                      <a:pt x="492" y="204"/>
                    </a:cubicBezTo>
                    <a:cubicBezTo>
                      <a:pt x="408" y="204"/>
                      <a:pt x="322" y="219"/>
                      <a:pt x="245" y="264"/>
                    </a:cubicBezTo>
                    <a:cubicBezTo>
                      <a:pt x="0" y="423"/>
                      <a:pt x="61" y="791"/>
                      <a:pt x="153" y="1072"/>
                    </a:cubicBezTo>
                    <a:lnTo>
                      <a:pt x="1053" y="3729"/>
                    </a:lnTo>
                    <a:cubicBezTo>
                      <a:pt x="1188" y="4127"/>
                      <a:pt x="1341" y="4537"/>
                      <a:pt x="1512" y="4935"/>
                    </a:cubicBezTo>
                    <a:cubicBezTo>
                      <a:pt x="1518" y="4935"/>
                      <a:pt x="1518" y="4929"/>
                      <a:pt x="1524" y="4929"/>
                    </a:cubicBezTo>
                    <a:cubicBezTo>
                      <a:pt x="1628" y="4886"/>
                      <a:pt x="1745" y="4849"/>
                      <a:pt x="1855" y="4813"/>
                    </a:cubicBezTo>
                    <a:cubicBezTo>
                      <a:pt x="2198" y="4690"/>
                      <a:pt x="2547" y="4598"/>
                      <a:pt x="2908" y="4531"/>
                    </a:cubicBezTo>
                    <a:cubicBezTo>
                      <a:pt x="2941" y="4525"/>
                      <a:pt x="2974" y="4522"/>
                      <a:pt x="3007" y="4522"/>
                    </a:cubicBezTo>
                    <a:cubicBezTo>
                      <a:pt x="3258" y="4522"/>
                      <a:pt x="3465" y="4705"/>
                      <a:pt x="3514" y="4966"/>
                    </a:cubicBezTo>
                    <a:cubicBezTo>
                      <a:pt x="3594" y="5407"/>
                      <a:pt x="3918" y="5811"/>
                      <a:pt x="4322" y="5988"/>
                    </a:cubicBezTo>
                    <a:cubicBezTo>
                      <a:pt x="4604" y="6111"/>
                      <a:pt x="4763" y="6417"/>
                      <a:pt x="4665" y="6698"/>
                    </a:cubicBezTo>
                    <a:cubicBezTo>
                      <a:pt x="4518" y="7145"/>
                      <a:pt x="4536" y="7574"/>
                      <a:pt x="4726" y="8045"/>
                    </a:cubicBezTo>
                    <a:cubicBezTo>
                      <a:pt x="4769" y="8002"/>
                      <a:pt x="4824" y="7978"/>
                      <a:pt x="4879" y="7972"/>
                    </a:cubicBezTo>
                    <a:cubicBezTo>
                      <a:pt x="5761" y="7843"/>
                      <a:pt x="8209" y="6111"/>
                      <a:pt x="10175" y="4721"/>
                    </a:cubicBezTo>
                    <a:cubicBezTo>
                      <a:pt x="11393" y="3852"/>
                      <a:pt x="12446" y="3105"/>
                      <a:pt x="13070" y="2774"/>
                    </a:cubicBezTo>
                    <a:cubicBezTo>
                      <a:pt x="14748" y="1862"/>
                      <a:pt x="17080" y="950"/>
                      <a:pt x="19706" y="876"/>
                    </a:cubicBezTo>
                    <a:cubicBezTo>
                      <a:pt x="19492" y="632"/>
                      <a:pt x="19394" y="301"/>
                      <a:pt x="19431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6"/>
              <p:cNvSpPr/>
              <p:nvPr/>
            </p:nvSpPr>
            <p:spPr>
              <a:xfrm>
                <a:off x="2147525" y="3516100"/>
                <a:ext cx="604250" cy="646500"/>
              </a:xfrm>
              <a:custGeom>
                <a:avLst/>
                <a:gdLst/>
                <a:ahLst/>
                <a:cxnLst/>
                <a:rect l="l" t="t" r="r" b="b"/>
                <a:pathLst>
                  <a:path w="24170" h="25860" extrusionOk="0">
                    <a:moveTo>
                      <a:pt x="24004" y="1"/>
                    </a:moveTo>
                    <a:cubicBezTo>
                      <a:pt x="24004" y="1"/>
                      <a:pt x="17950" y="3582"/>
                      <a:pt x="16744" y="4109"/>
                    </a:cubicBezTo>
                    <a:cubicBezTo>
                      <a:pt x="14295" y="5156"/>
                      <a:pt x="11718" y="5884"/>
                      <a:pt x="9079" y="6257"/>
                    </a:cubicBezTo>
                    <a:cubicBezTo>
                      <a:pt x="8993" y="6533"/>
                      <a:pt x="8895" y="6808"/>
                      <a:pt x="8797" y="7072"/>
                    </a:cubicBezTo>
                    <a:cubicBezTo>
                      <a:pt x="7028" y="12030"/>
                      <a:pt x="4077" y="19126"/>
                      <a:pt x="0" y="25070"/>
                    </a:cubicBezTo>
                    <a:cubicBezTo>
                      <a:pt x="43" y="25070"/>
                      <a:pt x="80" y="25094"/>
                      <a:pt x="104" y="25131"/>
                    </a:cubicBezTo>
                    <a:cubicBezTo>
                      <a:pt x="178" y="25241"/>
                      <a:pt x="147" y="25456"/>
                      <a:pt x="0" y="25547"/>
                    </a:cubicBezTo>
                    <a:cubicBezTo>
                      <a:pt x="6" y="25547"/>
                      <a:pt x="13" y="25554"/>
                      <a:pt x="19" y="25554"/>
                    </a:cubicBezTo>
                    <a:cubicBezTo>
                      <a:pt x="355" y="25719"/>
                      <a:pt x="790" y="25768"/>
                      <a:pt x="1176" y="25768"/>
                    </a:cubicBezTo>
                    <a:cubicBezTo>
                      <a:pt x="2945" y="25774"/>
                      <a:pt x="4714" y="25780"/>
                      <a:pt x="6483" y="25792"/>
                    </a:cubicBezTo>
                    <a:lnTo>
                      <a:pt x="6655" y="25792"/>
                    </a:lnTo>
                    <a:cubicBezTo>
                      <a:pt x="12373" y="25811"/>
                      <a:pt x="18097" y="25835"/>
                      <a:pt x="23814" y="25860"/>
                    </a:cubicBezTo>
                    <a:cubicBezTo>
                      <a:pt x="23808" y="25817"/>
                      <a:pt x="23796" y="25774"/>
                      <a:pt x="23778" y="25737"/>
                    </a:cubicBezTo>
                    <a:cubicBezTo>
                      <a:pt x="23447" y="24452"/>
                      <a:pt x="22045" y="23693"/>
                      <a:pt x="20723" y="23466"/>
                    </a:cubicBezTo>
                    <a:cubicBezTo>
                      <a:pt x="19364" y="23227"/>
                      <a:pt x="17943" y="23380"/>
                      <a:pt x="16603" y="23025"/>
                    </a:cubicBezTo>
                    <a:cubicBezTo>
                      <a:pt x="14938" y="22584"/>
                      <a:pt x="13572" y="21427"/>
                      <a:pt x="12281" y="20301"/>
                    </a:cubicBezTo>
                    <a:cubicBezTo>
                      <a:pt x="11644" y="19750"/>
                      <a:pt x="10989" y="19168"/>
                      <a:pt x="10640" y="18409"/>
                    </a:cubicBezTo>
                    <a:cubicBezTo>
                      <a:pt x="10003" y="17044"/>
                      <a:pt x="10475" y="15434"/>
                      <a:pt x="11007" y="14026"/>
                    </a:cubicBezTo>
                    <a:cubicBezTo>
                      <a:pt x="11228" y="13426"/>
                      <a:pt x="11467" y="12826"/>
                      <a:pt x="11889" y="12343"/>
                    </a:cubicBezTo>
                    <a:cubicBezTo>
                      <a:pt x="12568" y="11571"/>
                      <a:pt x="13621" y="11247"/>
                      <a:pt x="14576" y="10873"/>
                    </a:cubicBezTo>
                    <a:cubicBezTo>
                      <a:pt x="15721" y="10420"/>
                      <a:pt x="21586" y="5909"/>
                      <a:pt x="24145" y="2566"/>
                    </a:cubicBezTo>
                    <a:cubicBezTo>
                      <a:pt x="24169" y="1954"/>
                      <a:pt x="24163" y="1342"/>
                      <a:pt x="24133" y="729"/>
                    </a:cubicBezTo>
                    <a:cubicBezTo>
                      <a:pt x="24127" y="546"/>
                      <a:pt x="24053" y="246"/>
                      <a:pt x="24004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6"/>
              <p:cNvSpPr/>
              <p:nvPr/>
            </p:nvSpPr>
            <p:spPr>
              <a:xfrm>
                <a:off x="1968025" y="3369200"/>
                <a:ext cx="417825" cy="156125"/>
              </a:xfrm>
              <a:custGeom>
                <a:avLst/>
                <a:gdLst/>
                <a:ahLst/>
                <a:cxnLst/>
                <a:rect l="l" t="t" r="r" b="b"/>
                <a:pathLst>
                  <a:path w="16713" h="6245" extrusionOk="0">
                    <a:moveTo>
                      <a:pt x="7862" y="0"/>
                    </a:moveTo>
                    <a:cubicBezTo>
                      <a:pt x="3168" y="0"/>
                      <a:pt x="0" y="3248"/>
                      <a:pt x="67" y="3918"/>
                    </a:cubicBezTo>
                    <a:cubicBezTo>
                      <a:pt x="3198" y="2912"/>
                      <a:pt x="6494" y="2397"/>
                      <a:pt x="9781" y="2397"/>
                    </a:cubicBezTo>
                    <a:cubicBezTo>
                      <a:pt x="10035" y="2397"/>
                      <a:pt x="10288" y="2400"/>
                      <a:pt x="10541" y="2406"/>
                    </a:cubicBezTo>
                    <a:cubicBezTo>
                      <a:pt x="10572" y="2351"/>
                      <a:pt x="10596" y="2302"/>
                      <a:pt x="10627" y="2259"/>
                    </a:cubicBezTo>
                    <a:cubicBezTo>
                      <a:pt x="10639" y="2241"/>
                      <a:pt x="10651" y="2228"/>
                      <a:pt x="10658" y="2210"/>
                    </a:cubicBezTo>
                    <a:cubicBezTo>
                      <a:pt x="10791" y="2201"/>
                      <a:pt x="10925" y="2196"/>
                      <a:pt x="11059" y="2196"/>
                    </a:cubicBezTo>
                    <a:cubicBezTo>
                      <a:pt x="11919" y="2196"/>
                      <a:pt x="12782" y="2383"/>
                      <a:pt x="13572" y="2749"/>
                    </a:cubicBezTo>
                    <a:cubicBezTo>
                      <a:pt x="13596" y="2761"/>
                      <a:pt x="13621" y="2773"/>
                      <a:pt x="13645" y="2785"/>
                    </a:cubicBezTo>
                    <a:cubicBezTo>
                      <a:pt x="14361" y="3134"/>
                      <a:pt x="15004" y="3624"/>
                      <a:pt x="15524" y="4224"/>
                    </a:cubicBezTo>
                    <a:cubicBezTo>
                      <a:pt x="15898" y="4634"/>
                      <a:pt x="16210" y="5099"/>
                      <a:pt x="16449" y="5608"/>
                    </a:cubicBezTo>
                    <a:cubicBezTo>
                      <a:pt x="16510" y="5730"/>
                      <a:pt x="16565" y="5852"/>
                      <a:pt x="16614" y="5981"/>
                    </a:cubicBezTo>
                    <a:cubicBezTo>
                      <a:pt x="16643" y="6047"/>
                      <a:pt x="16667" y="6114"/>
                      <a:pt x="16691" y="6183"/>
                    </a:cubicBezTo>
                    <a:lnTo>
                      <a:pt x="16691" y="6183"/>
                    </a:lnTo>
                    <a:cubicBezTo>
                      <a:pt x="16410" y="5345"/>
                      <a:pt x="14979" y="956"/>
                      <a:pt x="9403" y="116"/>
                    </a:cubicBezTo>
                    <a:cubicBezTo>
                      <a:pt x="8873" y="37"/>
                      <a:pt x="8359" y="0"/>
                      <a:pt x="7862" y="0"/>
                    </a:cubicBezTo>
                    <a:close/>
                    <a:moveTo>
                      <a:pt x="16691" y="6183"/>
                    </a:moveTo>
                    <a:cubicBezTo>
                      <a:pt x="16699" y="6206"/>
                      <a:pt x="16706" y="6227"/>
                      <a:pt x="16712" y="6244"/>
                    </a:cubicBezTo>
                    <a:cubicBezTo>
                      <a:pt x="16705" y="6224"/>
                      <a:pt x="16698" y="6203"/>
                      <a:pt x="16691" y="6183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26"/>
              <p:cNvSpPr/>
              <p:nvPr/>
            </p:nvSpPr>
            <p:spPr>
              <a:xfrm>
                <a:off x="2875250" y="3608700"/>
                <a:ext cx="364750" cy="548100"/>
              </a:xfrm>
              <a:custGeom>
                <a:avLst/>
                <a:gdLst/>
                <a:ahLst/>
                <a:cxnLst/>
                <a:rect l="l" t="t" r="r" b="b"/>
                <a:pathLst>
                  <a:path w="14590" h="21924" extrusionOk="0">
                    <a:moveTo>
                      <a:pt x="2749" y="1"/>
                    </a:moveTo>
                    <a:cubicBezTo>
                      <a:pt x="2737" y="19"/>
                      <a:pt x="2737" y="44"/>
                      <a:pt x="2731" y="56"/>
                    </a:cubicBezTo>
                    <a:cubicBezTo>
                      <a:pt x="2125" y="2547"/>
                      <a:pt x="2596" y="3588"/>
                      <a:pt x="1158" y="5982"/>
                    </a:cubicBezTo>
                    <a:cubicBezTo>
                      <a:pt x="1048" y="6165"/>
                      <a:pt x="956" y="6300"/>
                      <a:pt x="864" y="6380"/>
                    </a:cubicBezTo>
                    <a:cubicBezTo>
                      <a:pt x="788" y="6453"/>
                      <a:pt x="713" y="6492"/>
                      <a:pt x="633" y="6492"/>
                    </a:cubicBezTo>
                    <a:cubicBezTo>
                      <a:pt x="513" y="6492"/>
                      <a:pt x="381" y="6403"/>
                      <a:pt x="215" y="6208"/>
                    </a:cubicBezTo>
                    <a:lnTo>
                      <a:pt x="215" y="6208"/>
                    </a:lnTo>
                    <a:cubicBezTo>
                      <a:pt x="644" y="9385"/>
                      <a:pt x="760" y="12691"/>
                      <a:pt x="264" y="15771"/>
                    </a:cubicBezTo>
                    <a:lnTo>
                      <a:pt x="240" y="15887"/>
                    </a:lnTo>
                    <a:cubicBezTo>
                      <a:pt x="129" y="16621"/>
                      <a:pt x="1" y="17374"/>
                      <a:pt x="160" y="18127"/>
                    </a:cubicBezTo>
                    <a:cubicBezTo>
                      <a:pt x="203" y="18323"/>
                      <a:pt x="240" y="18538"/>
                      <a:pt x="276" y="18764"/>
                    </a:cubicBezTo>
                    <a:cubicBezTo>
                      <a:pt x="503" y="20044"/>
                      <a:pt x="778" y="21629"/>
                      <a:pt x="1990" y="21715"/>
                    </a:cubicBezTo>
                    <a:cubicBezTo>
                      <a:pt x="2033" y="21715"/>
                      <a:pt x="2180" y="21709"/>
                      <a:pt x="2425" y="21703"/>
                    </a:cubicBezTo>
                    <a:cubicBezTo>
                      <a:pt x="3682" y="21650"/>
                      <a:pt x="4957" y="21623"/>
                      <a:pt x="6248" y="21623"/>
                    </a:cubicBezTo>
                    <a:cubicBezTo>
                      <a:pt x="8693" y="21623"/>
                      <a:pt x="11192" y="21718"/>
                      <a:pt x="13720" y="21911"/>
                    </a:cubicBezTo>
                    <a:cubicBezTo>
                      <a:pt x="13799" y="21917"/>
                      <a:pt x="13879" y="21923"/>
                      <a:pt x="13959" y="21923"/>
                    </a:cubicBezTo>
                    <a:cubicBezTo>
                      <a:pt x="14179" y="21923"/>
                      <a:pt x="14393" y="21899"/>
                      <a:pt x="14589" y="21850"/>
                    </a:cubicBezTo>
                    <a:cubicBezTo>
                      <a:pt x="12453" y="20191"/>
                      <a:pt x="8871" y="21372"/>
                      <a:pt x="6441" y="19940"/>
                    </a:cubicBezTo>
                    <a:cubicBezTo>
                      <a:pt x="3704" y="18342"/>
                      <a:pt x="3704" y="14479"/>
                      <a:pt x="3821" y="11314"/>
                    </a:cubicBezTo>
                    <a:cubicBezTo>
                      <a:pt x="3931" y="8632"/>
                      <a:pt x="3876" y="5933"/>
                      <a:pt x="3429" y="3288"/>
                    </a:cubicBezTo>
                    <a:cubicBezTo>
                      <a:pt x="3251" y="2186"/>
                      <a:pt x="2994" y="1096"/>
                      <a:pt x="2749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6"/>
              <p:cNvSpPr/>
              <p:nvPr/>
            </p:nvSpPr>
            <p:spPr>
              <a:xfrm>
                <a:off x="2799950" y="3352500"/>
                <a:ext cx="146950" cy="418550"/>
              </a:xfrm>
              <a:custGeom>
                <a:avLst/>
                <a:gdLst/>
                <a:ahLst/>
                <a:cxnLst/>
                <a:rect l="l" t="t" r="r" b="b"/>
                <a:pathLst>
                  <a:path w="5878" h="16742" extrusionOk="0">
                    <a:moveTo>
                      <a:pt x="2" y="4940"/>
                    </a:moveTo>
                    <a:lnTo>
                      <a:pt x="1" y="4941"/>
                    </a:lnTo>
                    <a:lnTo>
                      <a:pt x="1" y="4947"/>
                    </a:lnTo>
                    <a:cubicBezTo>
                      <a:pt x="1" y="4945"/>
                      <a:pt x="2" y="4942"/>
                      <a:pt x="2" y="4940"/>
                    </a:cubicBezTo>
                    <a:close/>
                    <a:moveTo>
                      <a:pt x="5541" y="1"/>
                    </a:moveTo>
                    <a:lnTo>
                      <a:pt x="417" y="3998"/>
                    </a:lnTo>
                    <a:cubicBezTo>
                      <a:pt x="337" y="4182"/>
                      <a:pt x="160" y="4304"/>
                      <a:pt x="99" y="4500"/>
                    </a:cubicBezTo>
                    <a:cubicBezTo>
                      <a:pt x="57" y="4645"/>
                      <a:pt x="26" y="4790"/>
                      <a:pt x="2" y="4940"/>
                    </a:cubicBezTo>
                    <a:lnTo>
                      <a:pt x="2" y="4940"/>
                    </a:lnTo>
                    <a:lnTo>
                      <a:pt x="344" y="4678"/>
                    </a:lnTo>
                    <a:cubicBezTo>
                      <a:pt x="374" y="4763"/>
                      <a:pt x="405" y="4861"/>
                      <a:pt x="442" y="4953"/>
                    </a:cubicBezTo>
                    <a:cubicBezTo>
                      <a:pt x="497" y="5112"/>
                      <a:pt x="552" y="5278"/>
                      <a:pt x="601" y="5443"/>
                    </a:cubicBezTo>
                    <a:cubicBezTo>
                      <a:pt x="711" y="5767"/>
                      <a:pt x="821" y="6116"/>
                      <a:pt x="931" y="6459"/>
                    </a:cubicBezTo>
                    <a:cubicBezTo>
                      <a:pt x="1048" y="6839"/>
                      <a:pt x="1170" y="7218"/>
                      <a:pt x="1280" y="7610"/>
                    </a:cubicBezTo>
                    <a:cubicBezTo>
                      <a:pt x="1439" y="8161"/>
                      <a:pt x="1611" y="8730"/>
                      <a:pt x="1764" y="9324"/>
                    </a:cubicBezTo>
                    <a:cubicBezTo>
                      <a:pt x="1770" y="9349"/>
                      <a:pt x="1782" y="9379"/>
                      <a:pt x="1782" y="9404"/>
                    </a:cubicBezTo>
                    <a:cubicBezTo>
                      <a:pt x="1941" y="9985"/>
                      <a:pt x="2094" y="10591"/>
                      <a:pt x="2241" y="11210"/>
                    </a:cubicBezTo>
                    <a:cubicBezTo>
                      <a:pt x="2254" y="11247"/>
                      <a:pt x="2260" y="11283"/>
                      <a:pt x="2266" y="11320"/>
                    </a:cubicBezTo>
                    <a:cubicBezTo>
                      <a:pt x="2321" y="11540"/>
                      <a:pt x="2370" y="11755"/>
                      <a:pt x="2419" y="11981"/>
                    </a:cubicBezTo>
                    <a:cubicBezTo>
                      <a:pt x="2474" y="12202"/>
                      <a:pt x="2523" y="12428"/>
                      <a:pt x="2566" y="12655"/>
                    </a:cubicBezTo>
                    <a:cubicBezTo>
                      <a:pt x="2694" y="13273"/>
                      <a:pt x="2823" y="13903"/>
                      <a:pt x="2933" y="14546"/>
                    </a:cubicBezTo>
                    <a:cubicBezTo>
                      <a:pt x="2952" y="14663"/>
                      <a:pt x="2994" y="14779"/>
                      <a:pt x="3068" y="14877"/>
                    </a:cubicBezTo>
                    <a:cubicBezTo>
                      <a:pt x="3288" y="15134"/>
                      <a:pt x="3496" y="15440"/>
                      <a:pt x="3503" y="15917"/>
                    </a:cubicBezTo>
                    <a:cubicBezTo>
                      <a:pt x="3490" y="16095"/>
                      <a:pt x="3239" y="16456"/>
                      <a:pt x="3227" y="16456"/>
                    </a:cubicBezTo>
                    <a:cubicBezTo>
                      <a:pt x="3394" y="16653"/>
                      <a:pt x="3527" y="16741"/>
                      <a:pt x="3648" y="16741"/>
                    </a:cubicBezTo>
                    <a:cubicBezTo>
                      <a:pt x="3727" y="16741"/>
                      <a:pt x="3801" y="16704"/>
                      <a:pt x="3876" y="16634"/>
                    </a:cubicBezTo>
                    <a:cubicBezTo>
                      <a:pt x="3968" y="16554"/>
                      <a:pt x="4060" y="16413"/>
                      <a:pt x="4170" y="16236"/>
                    </a:cubicBezTo>
                    <a:cubicBezTo>
                      <a:pt x="5608" y="13842"/>
                      <a:pt x="5131" y="12801"/>
                      <a:pt x="5743" y="10304"/>
                    </a:cubicBezTo>
                    <a:cubicBezTo>
                      <a:pt x="5749" y="10292"/>
                      <a:pt x="5749" y="10273"/>
                      <a:pt x="5761" y="10255"/>
                    </a:cubicBezTo>
                    <a:cubicBezTo>
                      <a:pt x="5461" y="8932"/>
                      <a:pt x="5174" y="7610"/>
                      <a:pt x="5021" y="6263"/>
                    </a:cubicBezTo>
                    <a:cubicBezTo>
                      <a:pt x="4898" y="5168"/>
                      <a:pt x="5878" y="1207"/>
                      <a:pt x="5541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26"/>
              <p:cNvSpPr/>
              <p:nvPr/>
            </p:nvSpPr>
            <p:spPr>
              <a:xfrm>
                <a:off x="3678600" y="3435650"/>
                <a:ext cx="253925" cy="266025"/>
              </a:xfrm>
              <a:custGeom>
                <a:avLst/>
                <a:gdLst/>
                <a:ahLst/>
                <a:cxnLst/>
                <a:rect l="l" t="t" r="r" b="b"/>
                <a:pathLst>
                  <a:path w="10157" h="10641" extrusionOk="0">
                    <a:moveTo>
                      <a:pt x="8854" y="1"/>
                    </a:moveTo>
                    <a:cubicBezTo>
                      <a:pt x="8843" y="1"/>
                      <a:pt x="8832" y="2"/>
                      <a:pt x="8822" y="5"/>
                    </a:cubicBezTo>
                    <a:cubicBezTo>
                      <a:pt x="8700" y="23"/>
                      <a:pt x="8412" y="256"/>
                      <a:pt x="8326" y="329"/>
                    </a:cubicBezTo>
                    <a:cubicBezTo>
                      <a:pt x="7451" y="1095"/>
                      <a:pt x="6434" y="1609"/>
                      <a:pt x="5357" y="2166"/>
                    </a:cubicBezTo>
                    <a:cubicBezTo>
                      <a:pt x="4696" y="2503"/>
                      <a:pt x="4016" y="2852"/>
                      <a:pt x="3380" y="3256"/>
                    </a:cubicBezTo>
                    <a:cubicBezTo>
                      <a:pt x="3233" y="3347"/>
                      <a:pt x="3080" y="3452"/>
                      <a:pt x="2939" y="3556"/>
                    </a:cubicBezTo>
                    <a:cubicBezTo>
                      <a:pt x="2578" y="3813"/>
                      <a:pt x="2180" y="4137"/>
                      <a:pt x="1972" y="4578"/>
                    </a:cubicBezTo>
                    <a:cubicBezTo>
                      <a:pt x="1861" y="4804"/>
                      <a:pt x="1819" y="5086"/>
                      <a:pt x="1874" y="5343"/>
                    </a:cubicBezTo>
                    <a:cubicBezTo>
                      <a:pt x="1892" y="5466"/>
                      <a:pt x="1941" y="5582"/>
                      <a:pt x="2014" y="5680"/>
                    </a:cubicBezTo>
                    <a:cubicBezTo>
                      <a:pt x="1984" y="5704"/>
                      <a:pt x="1947" y="5729"/>
                      <a:pt x="1917" y="5759"/>
                    </a:cubicBezTo>
                    <a:lnTo>
                      <a:pt x="1904" y="5772"/>
                    </a:lnTo>
                    <a:cubicBezTo>
                      <a:pt x="1684" y="5943"/>
                      <a:pt x="1519" y="6170"/>
                      <a:pt x="1402" y="6439"/>
                    </a:cubicBezTo>
                    <a:cubicBezTo>
                      <a:pt x="1304" y="6678"/>
                      <a:pt x="1268" y="6917"/>
                      <a:pt x="1286" y="7131"/>
                    </a:cubicBezTo>
                    <a:cubicBezTo>
                      <a:pt x="1292" y="7253"/>
                      <a:pt x="1317" y="7363"/>
                      <a:pt x="1359" y="7467"/>
                    </a:cubicBezTo>
                    <a:cubicBezTo>
                      <a:pt x="1219" y="7572"/>
                      <a:pt x="1096" y="7688"/>
                      <a:pt x="974" y="7810"/>
                    </a:cubicBezTo>
                    <a:lnTo>
                      <a:pt x="937" y="7847"/>
                    </a:lnTo>
                    <a:cubicBezTo>
                      <a:pt x="839" y="7951"/>
                      <a:pt x="741" y="8055"/>
                      <a:pt x="662" y="8172"/>
                    </a:cubicBezTo>
                    <a:cubicBezTo>
                      <a:pt x="588" y="8276"/>
                      <a:pt x="521" y="8380"/>
                      <a:pt x="460" y="8484"/>
                    </a:cubicBezTo>
                    <a:cubicBezTo>
                      <a:pt x="362" y="8643"/>
                      <a:pt x="282" y="8808"/>
                      <a:pt x="215" y="8980"/>
                    </a:cubicBezTo>
                    <a:cubicBezTo>
                      <a:pt x="92" y="9304"/>
                      <a:pt x="13" y="9641"/>
                      <a:pt x="7" y="9971"/>
                    </a:cubicBezTo>
                    <a:cubicBezTo>
                      <a:pt x="0" y="10088"/>
                      <a:pt x="7" y="10253"/>
                      <a:pt x="86" y="10381"/>
                    </a:cubicBezTo>
                    <a:cubicBezTo>
                      <a:pt x="111" y="10424"/>
                      <a:pt x="141" y="10467"/>
                      <a:pt x="178" y="10504"/>
                    </a:cubicBezTo>
                    <a:cubicBezTo>
                      <a:pt x="290" y="10606"/>
                      <a:pt x="429" y="10640"/>
                      <a:pt x="568" y="10640"/>
                    </a:cubicBezTo>
                    <a:cubicBezTo>
                      <a:pt x="779" y="10640"/>
                      <a:pt x="989" y="10561"/>
                      <a:pt x="1096" y="10516"/>
                    </a:cubicBezTo>
                    <a:cubicBezTo>
                      <a:pt x="1586" y="10326"/>
                      <a:pt x="2082" y="10137"/>
                      <a:pt x="2590" y="9965"/>
                    </a:cubicBezTo>
                    <a:cubicBezTo>
                      <a:pt x="4488" y="8220"/>
                      <a:pt x="7157" y="5882"/>
                      <a:pt x="10157" y="3445"/>
                    </a:cubicBezTo>
                    <a:cubicBezTo>
                      <a:pt x="10132" y="3415"/>
                      <a:pt x="10101" y="3378"/>
                      <a:pt x="10077" y="3347"/>
                    </a:cubicBezTo>
                    <a:cubicBezTo>
                      <a:pt x="9269" y="2343"/>
                      <a:pt x="8840" y="1205"/>
                      <a:pt x="8883" y="152"/>
                    </a:cubicBezTo>
                    <a:cubicBezTo>
                      <a:pt x="8883" y="109"/>
                      <a:pt x="8889" y="54"/>
                      <a:pt x="8895" y="11"/>
                    </a:cubicBezTo>
                    <a:cubicBezTo>
                      <a:pt x="8885" y="4"/>
                      <a:pt x="8870" y="1"/>
                      <a:pt x="88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26"/>
              <p:cNvSpPr/>
              <p:nvPr/>
            </p:nvSpPr>
            <p:spPr>
              <a:xfrm>
                <a:off x="3702025" y="3595850"/>
                <a:ext cx="78375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3135" h="1440" extrusionOk="0">
                    <a:moveTo>
                      <a:pt x="3134" y="0"/>
                    </a:moveTo>
                    <a:lnTo>
                      <a:pt x="3134" y="0"/>
                    </a:lnTo>
                    <a:cubicBezTo>
                      <a:pt x="2339" y="7"/>
                      <a:pt x="1573" y="276"/>
                      <a:pt x="814" y="545"/>
                    </a:cubicBezTo>
                    <a:cubicBezTo>
                      <a:pt x="661" y="600"/>
                      <a:pt x="508" y="655"/>
                      <a:pt x="349" y="723"/>
                    </a:cubicBezTo>
                    <a:cubicBezTo>
                      <a:pt x="355" y="845"/>
                      <a:pt x="380" y="955"/>
                      <a:pt x="422" y="1059"/>
                    </a:cubicBezTo>
                    <a:cubicBezTo>
                      <a:pt x="282" y="1164"/>
                      <a:pt x="159" y="1280"/>
                      <a:pt x="37" y="1402"/>
                    </a:cubicBezTo>
                    <a:lnTo>
                      <a:pt x="0" y="1439"/>
                    </a:lnTo>
                    <a:cubicBezTo>
                      <a:pt x="0" y="1439"/>
                      <a:pt x="2271" y="441"/>
                      <a:pt x="3134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26"/>
              <p:cNvSpPr/>
              <p:nvPr/>
            </p:nvSpPr>
            <p:spPr>
              <a:xfrm>
                <a:off x="3725425" y="3545800"/>
                <a:ext cx="62025" cy="33850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1354" extrusionOk="0">
                    <a:moveTo>
                      <a:pt x="2480" y="1"/>
                    </a:moveTo>
                    <a:cubicBezTo>
                      <a:pt x="1641" y="276"/>
                      <a:pt x="790" y="558"/>
                      <a:pt x="1" y="937"/>
                    </a:cubicBezTo>
                    <a:cubicBezTo>
                      <a:pt x="19" y="1060"/>
                      <a:pt x="68" y="1176"/>
                      <a:pt x="141" y="1274"/>
                    </a:cubicBezTo>
                    <a:cubicBezTo>
                      <a:pt x="111" y="1298"/>
                      <a:pt x="74" y="1323"/>
                      <a:pt x="44" y="1353"/>
                    </a:cubicBezTo>
                    <a:cubicBezTo>
                      <a:pt x="295" y="1200"/>
                      <a:pt x="539" y="1047"/>
                      <a:pt x="790" y="894"/>
                    </a:cubicBezTo>
                    <a:cubicBezTo>
                      <a:pt x="1335" y="558"/>
                      <a:pt x="1880" y="221"/>
                      <a:pt x="2480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26"/>
              <p:cNvSpPr/>
              <p:nvPr/>
            </p:nvSpPr>
            <p:spPr>
              <a:xfrm>
                <a:off x="5603475" y="4228225"/>
                <a:ext cx="259725" cy="262050"/>
              </a:xfrm>
              <a:custGeom>
                <a:avLst/>
                <a:gdLst/>
                <a:ahLst/>
                <a:cxnLst/>
                <a:rect l="l" t="t" r="r" b="b"/>
                <a:pathLst>
                  <a:path w="10389" h="10482" extrusionOk="0">
                    <a:moveTo>
                      <a:pt x="10389" y="1"/>
                    </a:moveTo>
                    <a:lnTo>
                      <a:pt x="10389" y="1"/>
                    </a:lnTo>
                    <a:cubicBezTo>
                      <a:pt x="7542" y="1403"/>
                      <a:pt x="5253" y="3907"/>
                      <a:pt x="4108" y="6864"/>
                    </a:cubicBezTo>
                    <a:cubicBezTo>
                      <a:pt x="3655" y="5615"/>
                      <a:pt x="3202" y="4366"/>
                      <a:pt x="2743" y="3117"/>
                    </a:cubicBezTo>
                    <a:cubicBezTo>
                      <a:pt x="1286" y="4286"/>
                      <a:pt x="0" y="8614"/>
                      <a:pt x="37" y="10482"/>
                    </a:cubicBezTo>
                    <a:lnTo>
                      <a:pt x="8626" y="6692"/>
                    </a:lnTo>
                    <a:cubicBezTo>
                      <a:pt x="8277" y="4347"/>
                      <a:pt x="8932" y="1868"/>
                      <a:pt x="10389" y="1"/>
                    </a:cubicBezTo>
                    <a:close/>
                  </a:path>
                </a:pathLst>
              </a:custGeom>
              <a:solidFill>
                <a:srgbClr val="C3CF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26"/>
              <p:cNvSpPr/>
              <p:nvPr/>
            </p:nvSpPr>
            <p:spPr>
              <a:xfrm>
                <a:off x="2675225" y="4028350"/>
                <a:ext cx="356475" cy="382200"/>
              </a:xfrm>
              <a:custGeom>
                <a:avLst/>
                <a:gdLst/>
                <a:ahLst/>
                <a:cxnLst/>
                <a:rect l="l" t="t" r="r" b="b"/>
                <a:pathLst>
                  <a:path w="14259" h="15288" extrusionOk="0">
                    <a:moveTo>
                      <a:pt x="8804" y="1"/>
                    </a:moveTo>
                    <a:lnTo>
                      <a:pt x="8804" y="1"/>
                    </a:lnTo>
                    <a:cubicBezTo>
                      <a:pt x="8749" y="2076"/>
                      <a:pt x="9471" y="8969"/>
                      <a:pt x="9416" y="11051"/>
                    </a:cubicBezTo>
                    <a:cubicBezTo>
                      <a:pt x="9159" y="10047"/>
                      <a:pt x="6073" y="1770"/>
                      <a:pt x="5039" y="1746"/>
                    </a:cubicBezTo>
                    <a:lnTo>
                      <a:pt x="5039" y="1746"/>
                    </a:lnTo>
                    <a:cubicBezTo>
                      <a:pt x="5271" y="3821"/>
                      <a:pt x="607" y="13291"/>
                      <a:pt x="0" y="15287"/>
                    </a:cubicBezTo>
                    <a:lnTo>
                      <a:pt x="14258" y="10200"/>
                    </a:lnTo>
                    <a:cubicBezTo>
                      <a:pt x="13615" y="7678"/>
                      <a:pt x="10555" y="1923"/>
                      <a:pt x="8804" y="1"/>
                    </a:cubicBezTo>
                    <a:close/>
                  </a:path>
                </a:pathLst>
              </a:custGeom>
              <a:solidFill>
                <a:srgbClr val="C3CF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27" name="Google Shape;727;p26"/>
          <p:cNvGrpSpPr/>
          <p:nvPr/>
        </p:nvGrpSpPr>
        <p:grpSpPr>
          <a:xfrm>
            <a:off x="2269926" y="3737411"/>
            <a:ext cx="819477" cy="866587"/>
            <a:chOff x="6813758" y="2211877"/>
            <a:chExt cx="165501" cy="175015"/>
          </a:xfrm>
        </p:grpSpPr>
        <p:sp>
          <p:nvSpPr>
            <p:cNvPr id="728" name="Google Shape;728;p26"/>
            <p:cNvSpPr/>
            <p:nvPr/>
          </p:nvSpPr>
          <p:spPr>
            <a:xfrm>
              <a:off x="6813758" y="2271487"/>
              <a:ext cx="107853" cy="115405"/>
            </a:xfrm>
            <a:custGeom>
              <a:avLst/>
              <a:gdLst/>
              <a:ahLst/>
              <a:cxnLst/>
              <a:rect l="l" t="t" r="r" b="b"/>
              <a:pathLst>
                <a:path w="4999" h="5349" extrusionOk="0">
                  <a:moveTo>
                    <a:pt x="3321" y="1"/>
                  </a:moveTo>
                  <a:cubicBezTo>
                    <a:pt x="3219" y="1"/>
                    <a:pt x="3116" y="8"/>
                    <a:pt x="3015" y="23"/>
                  </a:cubicBezTo>
                  <a:cubicBezTo>
                    <a:pt x="2478" y="97"/>
                    <a:pt x="2028" y="385"/>
                    <a:pt x="1515" y="527"/>
                  </a:cubicBezTo>
                  <a:cubicBezTo>
                    <a:pt x="992" y="668"/>
                    <a:pt x="533" y="815"/>
                    <a:pt x="269" y="1367"/>
                  </a:cubicBezTo>
                  <a:cubicBezTo>
                    <a:pt x="1" y="1934"/>
                    <a:pt x="132" y="2662"/>
                    <a:pt x="572" y="3082"/>
                  </a:cubicBezTo>
                  <a:cubicBezTo>
                    <a:pt x="992" y="3482"/>
                    <a:pt x="1618" y="3595"/>
                    <a:pt x="2048" y="3986"/>
                  </a:cubicBezTo>
                  <a:cubicBezTo>
                    <a:pt x="2517" y="4411"/>
                    <a:pt x="2746" y="5158"/>
                    <a:pt x="3357" y="5319"/>
                  </a:cubicBezTo>
                  <a:cubicBezTo>
                    <a:pt x="3430" y="5339"/>
                    <a:pt x="3503" y="5349"/>
                    <a:pt x="3575" y="5349"/>
                  </a:cubicBezTo>
                  <a:cubicBezTo>
                    <a:pt x="4070" y="5349"/>
                    <a:pt x="4535" y="4911"/>
                    <a:pt x="4740" y="4420"/>
                  </a:cubicBezTo>
                  <a:cubicBezTo>
                    <a:pt x="4998" y="3805"/>
                    <a:pt x="4984" y="3116"/>
                    <a:pt x="4969" y="2452"/>
                  </a:cubicBezTo>
                  <a:cubicBezTo>
                    <a:pt x="4950" y="1660"/>
                    <a:pt x="4876" y="751"/>
                    <a:pt x="4256" y="282"/>
                  </a:cubicBezTo>
                  <a:cubicBezTo>
                    <a:pt x="3987" y="84"/>
                    <a:pt x="3655" y="1"/>
                    <a:pt x="33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885020" y="2211877"/>
              <a:ext cx="42805" cy="47594"/>
            </a:xfrm>
            <a:custGeom>
              <a:avLst/>
              <a:gdLst/>
              <a:ahLst/>
              <a:cxnLst/>
              <a:rect l="l" t="t" r="r" b="b"/>
              <a:pathLst>
                <a:path w="1984" h="2206" extrusionOk="0">
                  <a:moveTo>
                    <a:pt x="1199" y="0"/>
                  </a:moveTo>
                  <a:cubicBezTo>
                    <a:pt x="841" y="0"/>
                    <a:pt x="452" y="302"/>
                    <a:pt x="249" y="774"/>
                  </a:cubicBezTo>
                  <a:cubicBezTo>
                    <a:pt x="0" y="1355"/>
                    <a:pt x="132" y="1975"/>
                    <a:pt x="542" y="2156"/>
                  </a:cubicBezTo>
                  <a:cubicBezTo>
                    <a:pt x="619" y="2190"/>
                    <a:pt x="700" y="2206"/>
                    <a:pt x="782" y="2206"/>
                  </a:cubicBezTo>
                  <a:cubicBezTo>
                    <a:pt x="1142" y="2206"/>
                    <a:pt x="1532" y="1901"/>
                    <a:pt x="1735" y="1428"/>
                  </a:cubicBezTo>
                  <a:cubicBezTo>
                    <a:pt x="1984" y="847"/>
                    <a:pt x="1852" y="226"/>
                    <a:pt x="1441" y="51"/>
                  </a:cubicBezTo>
                  <a:cubicBezTo>
                    <a:pt x="1364" y="17"/>
                    <a:pt x="1283" y="0"/>
                    <a:pt x="1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6826833" y="2220636"/>
              <a:ext cx="36181" cy="49385"/>
            </a:xfrm>
            <a:custGeom>
              <a:avLst/>
              <a:gdLst/>
              <a:ahLst/>
              <a:cxnLst/>
              <a:rect l="l" t="t" r="r" b="b"/>
              <a:pathLst>
                <a:path w="1677" h="2289" extrusionOk="0">
                  <a:moveTo>
                    <a:pt x="864" y="1"/>
                  </a:moveTo>
                  <a:cubicBezTo>
                    <a:pt x="430" y="1"/>
                    <a:pt x="58" y="487"/>
                    <a:pt x="30" y="1110"/>
                  </a:cubicBezTo>
                  <a:cubicBezTo>
                    <a:pt x="0" y="1740"/>
                    <a:pt x="337" y="2268"/>
                    <a:pt x="782" y="2288"/>
                  </a:cubicBezTo>
                  <a:cubicBezTo>
                    <a:pt x="793" y="2288"/>
                    <a:pt x="803" y="2288"/>
                    <a:pt x="814" y="2288"/>
                  </a:cubicBezTo>
                  <a:cubicBezTo>
                    <a:pt x="1250" y="2288"/>
                    <a:pt x="1618" y="1799"/>
                    <a:pt x="1647" y="1183"/>
                  </a:cubicBezTo>
                  <a:cubicBezTo>
                    <a:pt x="1676" y="553"/>
                    <a:pt x="1339" y="26"/>
                    <a:pt x="890" y="1"/>
                  </a:cubicBezTo>
                  <a:cubicBezTo>
                    <a:pt x="881" y="1"/>
                    <a:pt x="873" y="1"/>
                    <a:pt x="8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6925386" y="2245016"/>
              <a:ext cx="48501" cy="42783"/>
            </a:xfrm>
            <a:custGeom>
              <a:avLst/>
              <a:gdLst/>
              <a:ahLst/>
              <a:cxnLst/>
              <a:rect l="l" t="t" r="r" b="b"/>
              <a:pathLst>
                <a:path w="2248" h="1983" extrusionOk="0">
                  <a:moveTo>
                    <a:pt x="1438" y="0"/>
                  </a:moveTo>
                  <a:cubicBezTo>
                    <a:pt x="1159" y="0"/>
                    <a:pt x="841" y="131"/>
                    <a:pt x="577" y="381"/>
                  </a:cubicBezTo>
                  <a:cubicBezTo>
                    <a:pt x="122" y="816"/>
                    <a:pt x="0" y="1436"/>
                    <a:pt x="303" y="1773"/>
                  </a:cubicBezTo>
                  <a:cubicBezTo>
                    <a:pt x="430" y="1914"/>
                    <a:pt x="610" y="1982"/>
                    <a:pt x="811" y="1982"/>
                  </a:cubicBezTo>
                  <a:cubicBezTo>
                    <a:pt x="1090" y="1982"/>
                    <a:pt x="1407" y="1850"/>
                    <a:pt x="1671" y="1597"/>
                  </a:cubicBezTo>
                  <a:cubicBezTo>
                    <a:pt x="2126" y="1167"/>
                    <a:pt x="2248" y="542"/>
                    <a:pt x="1945" y="210"/>
                  </a:cubicBezTo>
                  <a:cubicBezTo>
                    <a:pt x="1820" y="68"/>
                    <a:pt x="1639" y="0"/>
                    <a:pt x="1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6927501" y="2309264"/>
              <a:ext cx="51758" cy="38123"/>
            </a:xfrm>
            <a:custGeom>
              <a:avLst/>
              <a:gdLst/>
              <a:ahLst/>
              <a:cxnLst/>
              <a:rect l="l" t="t" r="r" b="b"/>
              <a:pathLst>
                <a:path w="2399" h="1767" extrusionOk="0">
                  <a:moveTo>
                    <a:pt x="1445" y="0"/>
                  </a:moveTo>
                  <a:cubicBezTo>
                    <a:pt x="1274" y="0"/>
                    <a:pt x="1090" y="36"/>
                    <a:pt x="909" y="109"/>
                  </a:cubicBezTo>
                  <a:cubicBezTo>
                    <a:pt x="337" y="344"/>
                    <a:pt x="0" y="881"/>
                    <a:pt x="161" y="1306"/>
                  </a:cubicBezTo>
                  <a:cubicBezTo>
                    <a:pt x="272" y="1601"/>
                    <a:pt x="584" y="1767"/>
                    <a:pt x="955" y="1767"/>
                  </a:cubicBezTo>
                  <a:cubicBezTo>
                    <a:pt x="1126" y="1767"/>
                    <a:pt x="1309" y="1732"/>
                    <a:pt x="1490" y="1658"/>
                  </a:cubicBezTo>
                  <a:cubicBezTo>
                    <a:pt x="2062" y="1424"/>
                    <a:pt x="2399" y="886"/>
                    <a:pt x="2238" y="461"/>
                  </a:cubicBezTo>
                  <a:cubicBezTo>
                    <a:pt x="2131" y="167"/>
                    <a:pt x="1817" y="0"/>
                    <a:pt x="14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642;p26">
            <a:extLst>
              <a:ext uri="{FF2B5EF4-FFF2-40B4-BE49-F238E27FC236}">
                <a16:creationId xmlns:a16="http://schemas.microsoft.com/office/drawing/2014/main" id="{2CC1C7B0-A489-6325-CAEB-D32377BDEDB2}"/>
              </a:ext>
            </a:extLst>
          </p:cNvPr>
          <p:cNvSpPr txBox="1">
            <a:spLocks/>
          </p:cNvSpPr>
          <p:nvPr/>
        </p:nvSpPr>
        <p:spPr>
          <a:xfrm>
            <a:off x="782834" y="2168562"/>
            <a:ext cx="5070946" cy="137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</a:pPr>
            <a:r>
              <a:rPr lang="en-US" dirty="0">
                <a:latin typeface="MuktaMahee Regular" panose="020B0000000000000000" pitchFamily="34" charset="77"/>
                <a:cs typeface="MuktaMahee Regular" panose="020B0000000000000000" pitchFamily="34" charset="77"/>
              </a:rPr>
              <a:t>The digital home for your local dog park community</a:t>
            </a:r>
            <a:endParaRPr lang="he-IL" b="1" dirty="0">
              <a:latin typeface="MuktaMahee Regular" panose="020B0000000000000000" pitchFamily="34" charset="77"/>
              <a:ea typeface="Dotum" panose="020B0600000101010101" pitchFamily="34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1"/>
          <p:cNvSpPr txBox="1">
            <a:spLocks noGrp="1"/>
          </p:cNvSpPr>
          <p:nvPr>
            <p:ph type="title"/>
          </p:nvPr>
        </p:nvSpPr>
        <p:spPr>
          <a:xfrm>
            <a:off x="719811" y="219219"/>
            <a:ext cx="7704000" cy="13104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”THE EMPTY PARK GAMBLE"</a:t>
            </a:r>
            <a:endParaRPr dirty="0"/>
          </a:p>
        </p:txBody>
      </p:sp>
      <p:sp>
        <p:nvSpPr>
          <p:cNvPr id="890" name="Google Shape;890;p31"/>
          <p:cNvSpPr txBox="1">
            <a:spLocks noGrp="1"/>
          </p:cNvSpPr>
          <p:nvPr>
            <p:ph type="subTitle" idx="2"/>
          </p:nvPr>
        </p:nvSpPr>
        <p:spPr>
          <a:xfrm>
            <a:off x="1056700" y="1267885"/>
            <a:ext cx="3401712" cy="7962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MuktaMahee Regular" panose="020B0000000000000000" pitchFamily="34" charset="77"/>
                <a:ea typeface="Grantha Sangam MN" pitchFamily="2" charset="0"/>
                <a:cs typeface="MuktaMahee Regular" panose="020B0000000000000000" pitchFamily="34" charset="77"/>
              </a:rPr>
              <a:t>You return home after a long, exhausting workday to a high energy dog that's desperate for play with him.</a:t>
            </a:r>
            <a:endParaRPr dirty="0">
              <a:latin typeface="MuktaMahee Regular" panose="020B0000000000000000" pitchFamily="34" charset="77"/>
              <a:ea typeface="Grantha Sangam MN" pitchFamily="2" charset="0"/>
              <a:cs typeface="MuktaMahee Regular" panose="020B0000000000000000" pitchFamily="34" charset="77"/>
            </a:endParaRPr>
          </a:p>
        </p:txBody>
      </p:sp>
      <p:grpSp>
        <p:nvGrpSpPr>
          <p:cNvPr id="892" name="Google Shape;892;p31"/>
          <p:cNvGrpSpPr/>
          <p:nvPr/>
        </p:nvGrpSpPr>
        <p:grpSpPr>
          <a:xfrm>
            <a:off x="5027730" y="2368111"/>
            <a:ext cx="5829014" cy="3319935"/>
            <a:chOff x="1657497" y="2314329"/>
            <a:chExt cx="5829014" cy="3319935"/>
          </a:xfrm>
        </p:grpSpPr>
        <p:sp>
          <p:nvSpPr>
            <p:cNvPr id="893" name="Google Shape;893;p31"/>
            <p:cNvSpPr/>
            <p:nvPr/>
          </p:nvSpPr>
          <p:spPr>
            <a:xfrm>
              <a:off x="1657497" y="4349372"/>
              <a:ext cx="5829014" cy="1284892"/>
            </a:xfrm>
            <a:custGeom>
              <a:avLst/>
              <a:gdLst/>
              <a:ahLst/>
              <a:cxnLst/>
              <a:rect l="l" t="t" r="r" b="b"/>
              <a:pathLst>
                <a:path w="285561" h="43063" extrusionOk="0">
                  <a:moveTo>
                    <a:pt x="240583" y="1"/>
                  </a:moveTo>
                  <a:cubicBezTo>
                    <a:pt x="238195" y="4354"/>
                    <a:pt x="236371" y="9018"/>
                    <a:pt x="235177" y="13836"/>
                  </a:cubicBezTo>
                  <a:cubicBezTo>
                    <a:pt x="210274" y="10831"/>
                    <a:pt x="178024" y="9018"/>
                    <a:pt x="142780" y="9018"/>
                  </a:cubicBezTo>
                  <a:cubicBezTo>
                    <a:pt x="107537" y="9018"/>
                    <a:pt x="76829" y="10745"/>
                    <a:pt x="52183" y="13622"/>
                  </a:cubicBezTo>
                  <a:cubicBezTo>
                    <a:pt x="52140" y="12490"/>
                    <a:pt x="52134" y="11351"/>
                    <a:pt x="52183" y="10224"/>
                  </a:cubicBezTo>
                  <a:lnTo>
                    <a:pt x="52183" y="10224"/>
                  </a:lnTo>
                  <a:cubicBezTo>
                    <a:pt x="51411" y="11412"/>
                    <a:pt x="50628" y="12624"/>
                    <a:pt x="49979" y="13885"/>
                  </a:cubicBezTo>
                  <a:cubicBezTo>
                    <a:pt x="49391" y="13953"/>
                    <a:pt x="48816" y="14026"/>
                    <a:pt x="48234" y="14100"/>
                  </a:cubicBezTo>
                  <a:cubicBezTo>
                    <a:pt x="48179" y="10898"/>
                    <a:pt x="48467" y="7690"/>
                    <a:pt x="49116" y="4550"/>
                  </a:cubicBezTo>
                  <a:cubicBezTo>
                    <a:pt x="49078" y="4534"/>
                    <a:pt x="49041" y="4527"/>
                    <a:pt x="49005" y="4527"/>
                  </a:cubicBezTo>
                  <a:cubicBezTo>
                    <a:pt x="48767" y="4527"/>
                    <a:pt x="48576" y="4834"/>
                    <a:pt x="48485" y="5094"/>
                  </a:cubicBezTo>
                  <a:cubicBezTo>
                    <a:pt x="47885" y="6882"/>
                    <a:pt x="47322" y="8682"/>
                    <a:pt x="46783" y="10494"/>
                  </a:cubicBezTo>
                  <a:cubicBezTo>
                    <a:pt x="46410" y="11749"/>
                    <a:pt x="46061" y="13077"/>
                    <a:pt x="46177" y="14363"/>
                  </a:cubicBezTo>
                  <a:cubicBezTo>
                    <a:pt x="46036" y="14381"/>
                    <a:pt x="45896" y="14400"/>
                    <a:pt x="45755" y="14418"/>
                  </a:cubicBezTo>
                  <a:cubicBezTo>
                    <a:pt x="45541" y="13665"/>
                    <a:pt x="45320" y="12912"/>
                    <a:pt x="45106" y="12159"/>
                  </a:cubicBezTo>
                  <a:cubicBezTo>
                    <a:pt x="44757" y="12961"/>
                    <a:pt x="44463" y="13781"/>
                    <a:pt x="44218" y="14620"/>
                  </a:cubicBezTo>
                  <a:cubicBezTo>
                    <a:pt x="16976" y="18311"/>
                    <a:pt x="0" y="23515"/>
                    <a:pt x="0" y="29288"/>
                  </a:cubicBezTo>
                  <a:cubicBezTo>
                    <a:pt x="0" y="40479"/>
                    <a:pt x="63276" y="30396"/>
                    <a:pt x="141531" y="40118"/>
                  </a:cubicBezTo>
                  <a:cubicBezTo>
                    <a:pt x="158406" y="42216"/>
                    <a:pt x="173512" y="43063"/>
                    <a:pt x="187079" y="43063"/>
                  </a:cubicBezTo>
                  <a:cubicBezTo>
                    <a:pt x="217091" y="43063"/>
                    <a:pt x="239569" y="38918"/>
                    <a:pt x="256990" y="35006"/>
                  </a:cubicBezTo>
                  <a:cubicBezTo>
                    <a:pt x="270923" y="31877"/>
                    <a:pt x="285560" y="33261"/>
                    <a:pt x="285560" y="29288"/>
                  </a:cubicBezTo>
                  <a:cubicBezTo>
                    <a:pt x="285560" y="23846"/>
                    <a:pt x="270445" y="18899"/>
                    <a:pt x="245848" y="15263"/>
                  </a:cubicBezTo>
                  <a:cubicBezTo>
                    <a:pt x="246295" y="12624"/>
                    <a:pt x="246123" y="9882"/>
                    <a:pt x="245327" y="7329"/>
                  </a:cubicBezTo>
                  <a:cubicBezTo>
                    <a:pt x="245217" y="8682"/>
                    <a:pt x="245101" y="10059"/>
                    <a:pt x="244599" y="11320"/>
                  </a:cubicBezTo>
                  <a:cubicBezTo>
                    <a:pt x="244097" y="12581"/>
                    <a:pt x="243136" y="13732"/>
                    <a:pt x="241838" y="14124"/>
                  </a:cubicBezTo>
                  <a:cubicBezTo>
                    <a:pt x="242095" y="12183"/>
                    <a:pt x="241826" y="10169"/>
                    <a:pt x="241054" y="8370"/>
                  </a:cubicBezTo>
                  <a:cubicBezTo>
                    <a:pt x="240295" y="10341"/>
                    <a:pt x="239530" y="12312"/>
                    <a:pt x="238765" y="14283"/>
                  </a:cubicBezTo>
                  <a:cubicBezTo>
                    <a:pt x="238691" y="14271"/>
                    <a:pt x="238618" y="14259"/>
                    <a:pt x="238538" y="14253"/>
                  </a:cubicBezTo>
                  <a:cubicBezTo>
                    <a:pt x="237785" y="9441"/>
                    <a:pt x="238502" y="4409"/>
                    <a:pt x="2405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3225595" y="4741116"/>
              <a:ext cx="2383033" cy="284580"/>
            </a:xfrm>
            <a:custGeom>
              <a:avLst/>
              <a:gdLst/>
              <a:ahLst/>
              <a:cxnLst/>
              <a:rect l="l" t="t" r="r" b="b"/>
              <a:pathLst>
                <a:path w="90739" h="10836" extrusionOk="0">
                  <a:moveTo>
                    <a:pt x="81183" y="0"/>
                  </a:moveTo>
                  <a:cubicBezTo>
                    <a:pt x="78830" y="0"/>
                    <a:pt x="76463" y="224"/>
                    <a:pt x="74112" y="377"/>
                  </a:cubicBezTo>
                  <a:cubicBezTo>
                    <a:pt x="70286" y="626"/>
                    <a:pt x="65877" y="715"/>
                    <a:pt x="61205" y="715"/>
                  </a:cubicBezTo>
                  <a:cubicBezTo>
                    <a:pt x="49445" y="715"/>
                    <a:pt x="36017" y="150"/>
                    <a:pt x="26035" y="150"/>
                  </a:cubicBezTo>
                  <a:cubicBezTo>
                    <a:pt x="19927" y="150"/>
                    <a:pt x="15109" y="362"/>
                    <a:pt x="12752" y="1044"/>
                  </a:cubicBezTo>
                  <a:cubicBezTo>
                    <a:pt x="0" y="4729"/>
                    <a:pt x="20539" y="8568"/>
                    <a:pt x="22419" y="8782"/>
                  </a:cubicBezTo>
                  <a:cubicBezTo>
                    <a:pt x="25608" y="9149"/>
                    <a:pt x="28820" y="9333"/>
                    <a:pt x="32031" y="9333"/>
                  </a:cubicBezTo>
                  <a:cubicBezTo>
                    <a:pt x="36259" y="9333"/>
                    <a:pt x="40487" y="9015"/>
                    <a:pt x="44665" y="8378"/>
                  </a:cubicBezTo>
                  <a:cubicBezTo>
                    <a:pt x="46398" y="8115"/>
                    <a:pt x="48130" y="7790"/>
                    <a:pt x="49881" y="7760"/>
                  </a:cubicBezTo>
                  <a:cubicBezTo>
                    <a:pt x="49981" y="7758"/>
                    <a:pt x="50080" y="7757"/>
                    <a:pt x="50180" y="7757"/>
                  </a:cubicBezTo>
                  <a:cubicBezTo>
                    <a:pt x="56049" y="7757"/>
                    <a:pt x="61929" y="10836"/>
                    <a:pt x="67593" y="10836"/>
                  </a:cubicBezTo>
                  <a:cubicBezTo>
                    <a:pt x="69024" y="10836"/>
                    <a:pt x="70441" y="10639"/>
                    <a:pt x="71840" y="10147"/>
                  </a:cubicBezTo>
                  <a:cubicBezTo>
                    <a:pt x="73163" y="9682"/>
                    <a:pt x="74412" y="8960"/>
                    <a:pt x="75795" y="8721"/>
                  </a:cubicBezTo>
                  <a:cubicBezTo>
                    <a:pt x="76192" y="8651"/>
                    <a:pt x="76592" y="8621"/>
                    <a:pt x="76993" y="8621"/>
                  </a:cubicBezTo>
                  <a:cubicBezTo>
                    <a:pt x="78967" y="8621"/>
                    <a:pt x="80977" y="9327"/>
                    <a:pt x="82934" y="9327"/>
                  </a:cubicBezTo>
                  <a:cubicBezTo>
                    <a:pt x="83496" y="9327"/>
                    <a:pt x="84053" y="9269"/>
                    <a:pt x="84604" y="9119"/>
                  </a:cubicBezTo>
                  <a:lnTo>
                    <a:pt x="90739" y="6958"/>
                  </a:lnTo>
                  <a:cubicBezTo>
                    <a:pt x="89735" y="6290"/>
                    <a:pt x="90237" y="4748"/>
                    <a:pt x="90047" y="3554"/>
                  </a:cubicBezTo>
                  <a:cubicBezTo>
                    <a:pt x="89741" y="1650"/>
                    <a:pt x="87574" y="695"/>
                    <a:pt x="85676" y="352"/>
                  </a:cubicBezTo>
                  <a:cubicBezTo>
                    <a:pt x="84189" y="92"/>
                    <a:pt x="82689" y="0"/>
                    <a:pt x="81183" y="0"/>
                  </a:cubicBezTo>
                  <a:close/>
                </a:path>
              </a:pathLst>
            </a:custGeom>
            <a:solidFill>
              <a:srgbClr val="1E1A19">
                <a:alpha val="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95" name="Google Shape;895;p31"/>
            <p:cNvGrpSpPr/>
            <p:nvPr/>
          </p:nvGrpSpPr>
          <p:grpSpPr>
            <a:xfrm>
              <a:off x="3790332" y="2314329"/>
              <a:ext cx="1563327" cy="2571857"/>
              <a:chOff x="6528629" y="959689"/>
              <a:chExt cx="2075304" cy="3414120"/>
            </a:xfrm>
          </p:grpSpPr>
          <p:sp>
            <p:nvSpPr>
              <p:cNvPr id="896" name="Google Shape;896;p31"/>
              <p:cNvSpPr/>
              <p:nvPr/>
            </p:nvSpPr>
            <p:spPr>
              <a:xfrm>
                <a:off x="8127817" y="4167313"/>
                <a:ext cx="352216" cy="205884"/>
              </a:xfrm>
              <a:custGeom>
                <a:avLst/>
                <a:gdLst/>
                <a:ahLst/>
                <a:cxnLst/>
                <a:rect l="l" t="t" r="r" b="b"/>
                <a:pathLst>
                  <a:path w="2874" h="1680" extrusionOk="0">
                    <a:moveTo>
                      <a:pt x="1639" y="0"/>
                    </a:moveTo>
                    <a:cubicBezTo>
                      <a:pt x="1181" y="0"/>
                      <a:pt x="722" y="135"/>
                      <a:pt x="343" y="390"/>
                    </a:cubicBezTo>
                    <a:cubicBezTo>
                      <a:pt x="245" y="453"/>
                      <a:pt x="152" y="526"/>
                      <a:pt x="69" y="605"/>
                    </a:cubicBezTo>
                    <a:cubicBezTo>
                      <a:pt x="64" y="610"/>
                      <a:pt x="30" y="678"/>
                      <a:pt x="1" y="737"/>
                    </a:cubicBezTo>
                    <a:lnTo>
                      <a:pt x="25" y="1679"/>
                    </a:lnTo>
                    <a:lnTo>
                      <a:pt x="172" y="1679"/>
                    </a:lnTo>
                    <a:cubicBezTo>
                      <a:pt x="397" y="1679"/>
                      <a:pt x="626" y="1679"/>
                      <a:pt x="871" y="1675"/>
                    </a:cubicBezTo>
                    <a:cubicBezTo>
                      <a:pt x="973" y="1323"/>
                      <a:pt x="934" y="932"/>
                      <a:pt x="753" y="610"/>
                    </a:cubicBezTo>
                    <a:cubicBezTo>
                      <a:pt x="739" y="585"/>
                      <a:pt x="748" y="556"/>
                      <a:pt x="773" y="541"/>
                    </a:cubicBezTo>
                    <a:cubicBezTo>
                      <a:pt x="781" y="536"/>
                      <a:pt x="789" y="534"/>
                      <a:pt x="797" y="534"/>
                    </a:cubicBezTo>
                    <a:cubicBezTo>
                      <a:pt x="815" y="534"/>
                      <a:pt x="831" y="544"/>
                      <a:pt x="841" y="561"/>
                    </a:cubicBezTo>
                    <a:cubicBezTo>
                      <a:pt x="1027" y="893"/>
                      <a:pt x="1076" y="1303"/>
                      <a:pt x="978" y="1675"/>
                    </a:cubicBezTo>
                    <a:cubicBezTo>
                      <a:pt x="1232" y="1675"/>
                      <a:pt x="1501" y="1670"/>
                      <a:pt x="1789" y="1665"/>
                    </a:cubicBezTo>
                    <a:cubicBezTo>
                      <a:pt x="1862" y="1435"/>
                      <a:pt x="1887" y="1191"/>
                      <a:pt x="1862" y="952"/>
                    </a:cubicBezTo>
                    <a:cubicBezTo>
                      <a:pt x="1853" y="839"/>
                      <a:pt x="1804" y="570"/>
                      <a:pt x="1608" y="502"/>
                    </a:cubicBezTo>
                    <a:cubicBezTo>
                      <a:pt x="1584" y="492"/>
                      <a:pt x="1569" y="463"/>
                      <a:pt x="1579" y="439"/>
                    </a:cubicBezTo>
                    <a:cubicBezTo>
                      <a:pt x="1587" y="419"/>
                      <a:pt x="1606" y="406"/>
                      <a:pt x="1626" y="406"/>
                    </a:cubicBezTo>
                    <a:cubicBezTo>
                      <a:pt x="1632" y="406"/>
                      <a:pt x="1637" y="407"/>
                      <a:pt x="1643" y="409"/>
                    </a:cubicBezTo>
                    <a:cubicBezTo>
                      <a:pt x="1818" y="473"/>
                      <a:pt x="1936" y="663"/>
                      <a:pt x="1960" y="942"/>
                    </a:cubicBezTo>
                    <a:cubicBezTo>
                      <a:pt x="1989" y="1181"/>
                      <a:pt x="1965" y="1430"/>
                      <a:pt x="1897" y="1660"/>
                    </a:cubicBezTo>
                    <a:cubicBezTo>
                      <a:pt x="2087" y="1660"/>
                      <a:pt x="2292" y="1655"/>
                      <a:pt x="2502" y="1650"/>
                    </a:cubicBezTo>
                    <a:cubicBezTo>
                      <a:pt x="2874" y="1210"/>
                      <a:pt x="2766" y="497"/>
                      <a:pt x="2278" y="165"/>
                    </a:cubicBezTo>
                    <a:cubicBezTo>
                      <a:pt x="2287" y="141"/>
                      <a:pt x="2297" y="121"/>
                      <a:pt x="2307" y="101"/>
                    </a:cubicBezTo>
                    <a:cubicBezTo>
                      <a:pt x="2092" y="33"/>
                      <a:pt x="1865" y="0"/>
                      <a:pt x="1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1"/>
              <p:cNvSpPr/>
              <p:nvPr/>
            </p:nvSpPr>
            <p:spPr>
              <a:xfrm>
                <a:off x="8320102" y="4217068"/>
                <a:ext cx="51595" cy="15429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259" extrusionOk="0">
                    <a:moveTo>
                      <a:pt x="57" y="0"/>
                    </a:moveTo>
                    <a:cubicBezTo>
                      <a:pt x="37" y="0"/>
                      <a:pt x="18" y="13"/>
                      <a:pt x="10" y="33"/>
                    </a:cubicBezTo>
                    <a:cubicBezTo>
                      <a:pt x="0" y="62"/>
                      <a:pt x="15" y="91"/>
                      <a:pt x="39" y="101"/>
                    </a:cubicBezTo>
                    <a:cubicBezTo>
                      <a:pt x="235" y="169"/>
                      <a:pt x="284" y="433"/>
                      <a:pt x="293" y="546"/>
                    </a:cubicBezTo>
                    <a:cubicBezTo>
                      <a:pt x="318" y="785"/>
                      <a:pt x="293" y="1029"/>
                      <a:pt x="220" y="1259"/>
                    </a:cubicBezTo>
                    <a:lnTo>
                      <a:pt x="328" y="1259"/>
                    </a:lnTo>
                    <a:cubicBezTo>
                      <a:pt x="396" y="1024"/>
                      <a:pt x="420" y="775"/>
                      <a:pt x="391" y="536"/>
                    </a:cubicBezTo>
                    <a:cubicBezTo>
                      <a:pt x="367" y="257"/>
                      <a:pt x="249" y="67"/>
                      <a:pt x="74" y="3"/>
                    </a:cubicBezTo>
                    <a:cubicBezTo>
                      <a:pt x="68" y="1"/>
                      <a:pt x="63" y="0"/>
                      <a:pt x="57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1"/>
              <p:cNvSpPr/>
              <p:nvPr/>
            </p:nvSpPr>
            <p:spPr>
              <a:xfrm>
                <a:off x="8218261" y="4232754"/>
                <a:ext cx="41423" cy="13983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141" extrusionOk="0">
                    <a:moveTo>
                      <a:pt x="59" y="0"/>
                    </a:moveTo>
                    <a:cubicBezTo>
                      <a:pt x="51" y="0"/>
                      <a:pt x="43" y="2"/>
                      <a:pt x="35" y="7"/>
                    </a:cubicBezTo>
                    <a:cubicBezTo>
                      <a:pt x="10" y="17"/>
                      <a:pt x="1" y="51"/>
                      <a:pt x="15" y="76"/>
                    </a:cubicBezTo>
                    <a:cubicBezTo>
                      <a:pt x="196" y="398"/>
                      <a:pt x="235" y="789"/>
                      <a:pt x="133" y="1141"/>
                    </a:cubicBezTo>
                    <a:lnTo>
                      <a:pt x="240" y="1141"/>
                    </a:lnTo>
                    <a:cubicBezTo>
                      <a:pt x="338" y="769"/>
                      <a:pt x="289" y="359"/>
                      <a:pt x="103" y="27"/>
                    </a:cubicBezTo>
                    <a:cubicBezTo>
                      <a:pt x="93" y="10"/>
                      <a:pt x="77" y="0"/>
                      <a:pt x="59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31"/>
              <p:cNvSpPr/>
              <p:nvPr/>
            </p:nvSpPr>
            <p:spPr>
              <a:xfrm>
                <a:off x="7732708" y="4150769"/>
                <a:ext cx="368393" cy="223041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1820" extrusionOk="0">
                    <a:moveTo>
                      <a:pt x="1500" y="0"/>
                    </a:moveTo>
                    <a:cubicBezTo>
                      <a:pt x="1335" y="0"/>
                      <a:pt x="1170" y="15"/>
                      <a:pt x="1007" y="36"/>
                    </a:cubicBezTo>
                    <a:cubicBezTo>
                      <a:pt x="680" y="80"/>
                      <a:pt x="318" y="173"/>
                      <a:pt x="157" y="456"/>
                    </a:cubicBezTo>
                    <a:cubicBezTo>
                      <a:pt x="45" y="652"/>
                      <a:pt x="1" y="1131"/>
                      <a:pt x="79" y="1341"/>
                    </a:cubicBezTo>
                    <a:lnTo>
                      <a:pt x="84" y="1341"/>
                    </a:lnTo>
                    <a:cubicBezTo>
                      <a:pt x="128" y="1463"/>
                      <a:pt x="255" y="1639"/>
                      <a:pt x="382" y="1800"/>
                    </a:cubicBezTo>
                    <a:cubicBezTo>
                      <a:pt x="592" y="1805"/>
                      <a:pt x="802" y="1805"/>
                      <a:pt x="1002" y="1810"/>
                    </a:cubicBezTo>
                    <a:cubicBezTo>
                      <a:pt x="855" y="1370"/>
                      <a:pt x="831" y="891"/>
                      <a:pt x="939" y="437"/>
                    </a:cubicBezTo>
                    <a:cubicBezTo>
                      <a:pt x="947" y="417"/>
                      <a:pt x="964" y="400"/>
                      <a:pt x="987" y="400"/>
                    </a:cubicBezTo>
                    <a:cubicBezTo>
                      <a:pt x="992" y="400"/>
                      <a:pt x="997" y="401"/>
                      <a:pt x="1002" y="403"/>
                    </a:cubicBezTo>
                    <a:cubicBezTo>
                      <a:pt x="1031" y="407"/>
                      <a:pt x="1046" y="437"/>
                      <a:pt x="1041" y="461"/>
                    </a:cubicBezTo>
                    <a:cubicBezTo>
                      <a:pt x="934" y="906"/>
                      <a:pt x="958" y="1380"/>
                      <a:pt x="1110" y="1810"/>
                    </a:cubicBezTo>
                    <a:cubicBezTo>
                      <a:pt x="1408" y="1814"/>
                      <a:pt x="1691" y="1814"/>
                      <a:pt x="1984" y="1814"/>
                    </a:cubicBezTo>
                    <a:cubicBezTo>
                      <a:pt x="2062" y="1619"/>
                      <a:pt x="2136" y="1419"/>
                      <a:pt x="2170" y="1209"/>
                    </a:cubicBezTo>
                    <a:cubicBezTo>
                      <a:pt x="2214" y="911"/>
                      <a:pt x="2165" y="637"/>
                      <a:pt x="2028" y="442"/>
                    </a:cubicBezTo>
                    <a:cubicBezTo>
                      <a:pt x="2013" y="417"/>
                      <a:pt x="2018" y="388"/>
                      <a:pt x="2038" y="368"/>
                    </a:cubicBezTo>
                    <a:cubicBezTo>
                      <a:pt x="2047" y="363"/>
                      <a:pt x="2057" y="360"/>
                      <a:pt x="2068" y="360"/>
                    </a:cubicBezTo>
                    <a:cubicBezTo>
                      <a:pt x="2085" y="360"/>
                      <a:pt x="2102" y="368"/>
                      <a:pt x="2111" y="383"/>
                    </a:cubicBezTo>
                    <a:cubicBezTo>
                      <a:pt x="2263" y="603"/>
                      <a:pt x="2316" y="901"/>
                      <a:pt x="2267" y="1223"/>
                    </a:cubicBezTo>
                    <a:cubicBezTo>
                      <a:pt x="2238" y="1429"/>
                      <a:pt x="2170" y="1629"/>
                      <a:pt x="2092" y="1819"/>
                    </a:cubicBezTo>
                    <a:lnTo>
                      <a:pt x="2648" y="1819"/>
                    </a:lnTo>
                    <a:lnTo>
                      <a:pt x="2434" y="1771"/>
                    </a:lnTo>
                    <a:cubicBezTo>
                      <a:pt x="2800" y="1678"/>
                      <a:pt x="3005" y="1233"/>
                      <a:pt x="2912" y="862"/>
                    </a:cubicBezTo>
                    <a:cubicBezTo>
                      <a:pt x="2819" y="495"/>
                      <a:pt x="2492" y="217"/>
                      <a:pt x="2136" y="95"/>
                    </a:cubicBezTo>
                    <a:cubicBezTo>
                      <a:pt x="1931" y="26"/>
                      <a:pt x="1716" y="0"/>
                      <a:pt x="15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1"/>
              <p:cNvSpPr/>
              <p:nvPr/>
            </p:nvSpPr>
            <p:spPr>
              <a:xfrm>
                <a:off x="7975852" y="4194887"/>
                <a:ext cx="41423" cy="17831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455" extrusionOk="0">
                    <a:moveTo>
                      <a:pt x="85" y="0"/>
                    </a:moveTo>
                    <a:cubicBezTo>
                      <a:pt x="75" y="0"/>
                      <a:pt x="66" y="3"/>
                      <a:pt x="59" y="8"/>
                    </a:cubicBezTo>
                    <a:cubicBezTo>
                      <a:pt x="34" y="23"/>
                      <a:pt x="29" y="57"/>
                      <a:pt x="44" y="77"/>
                    </a:cubicBezTo>
                    <a:cubicBezTo>
                      <a:pt x="181" y="277"/>
                      <a:pt x="230" y="551"/>
                      <a:pt x="186" y="849"/>
                    </a:cubicBezTo>
                    <a:cubicBezTo>
                      <a:pt x="152" y="1059"/>
                      <a:pt x="78" y="1259"/>
                      <a:pt x="0" y="1454"/>
                    </a:cubicBezTo>
                    <a:lnTo>
                      <a:pt x="108" y="1454"/>
                    </a:lnTo>
                    <a:cubicBezTo>
                      <a:pt x="186" y="1269"/>
                      <a:pt x="254" y="1069"/>
                      <a:pt x="283" y="863"/>
                    </a:cubicBezTo>
                    <a:cubicBezTo>
                      <a:pt x="337" y="541"/>
                      <a:pt x="279" y="243"/>
                      <a:pt x="127" y="23"/>
                    </a:cubicBezTo>
                    <a:cubicBezTo>
                      <a:pt x="118" y="8"/>
                      <a:pt x="101" y="0"/>
                      <a:pt x="85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1"/>
              <p:cNvSpPr/>
              <p:nvPr/>
            </p:nvSpPr>
            <p:spPr>
              <a:xfrm>
                <a:off x="7834549" y="4199298"/>
                <a:ext cx="34192" cy="173286"/>
              </a:xfrm>
              <a:custGeom>
                <a:avLst/>
                <a:gdLst/>
                <a:ahLst/>
                <a:cxnLst/>
                <a:rect l="l" t="t" r="r" b="b"/>
                <a:pathLst>
                  <a:path w="279" h="1414" extrusionOk="0">
                    <a:moveTo>
                      <a:pt x="162" y="1"/>
                    </a:moveTo>
                    <a:cubicBezTo>
                      <a:pt x="137" y="1"/>
                      <a:pt x="116" y="19"/>
                      <a:pt x="108" y="41"/>
                    </a:cubicBezTo>
                    <a:cubicBezTo>
                      <a:pt x="0" y="495"/>
                      <a:pt x="24" y="974"/>
                      <a:pt x="171" y="1409"/>
                    </a:cubicBezTo>
                    <a:cubicBezTo>
                      <a:pt x="205" y="1414"/>
                      <a:pt x="239" y="1414"/>
                      <a:pt x="279" y="1414"/>
                    </a:cubicBezTo>
                    <a:cubicBezTo>
                      <a:pt x="127" y="979"/>
                      <a:pt x="103" y="510"/>
                      <a:pt x="210" y="65"/>
                    </a:cubicBezTo>
                    <a:cubicBezTo>
                      <a:pt x="215" y="36"/>
                      <a:pt x="195" y="11"/>
                      <a:pt x="171" y="2"/>
                    </a:cubicBezTo>
                    <a:cubicBezTo>
                      <a:pt x="168" y="1"/>
                      <a:pt x="165" y="1"/>
                      <a:pt x="162" y="1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1"/>
              <p:cNvSpPr/>
              <p:nvPr/>
            </p:nvSpPr>
            <p:spPr>
              <a:xfrm>
                <a:off x="7056095" y="4159470"/>
                <a:ext cx="322313" cy="210786"/>
              </a:xfrm>
              <a:custGeom>
                <a:avLst/>
                <a:gdLst/>
                <a:ahLst/>
                <a:cxnLst/>
                <a:rect l="l" t="t" r="r" b="b"/>
                <a:pathLst>
                  <a:path w="2630" h="1720" extrusionOk="0">
                    <a:moveTo>
                      <a:pt x="1189" y="0"/>
                    </a:moveTo>
                    <a:cubicBezTo>
                      <a:pt x="1128" y="0"/>
                      <a:pt x="1068" y="2"/>
                      <a:pt x="1007" y="4"/>
                    </a:cubicBezTo>
                    <a:cubicBezTo>
                      <a:pt x="783" y="19"/>
                      <a:pt x="553" y="43"/>
                      <a:pt x="367" y="170"/>
                    </a:cubicBezTo>
                    <a:cubicBezTo>
                      <a:pt x="103" y="351"/>
                      <a:pt x="1" y="698"/>
                      <a:pt x="30" y="1016"/>
                    </a:cubicBezTo>
                    <a:cubicBezTo>
                      <a:pt x="50" y="1260"/>
                      <a:pt x="138" y="1489"/>
                      <a:pt x="235" y="1719"/>
                    </a:cubicBezTo>
                    <a:lnTo>
                      <a:pt x="714" y="1719"/>
                    </a:lnTo>
                    <a:cubicBezTo>
                      <a:pt x="660" y="1309"/>
                      <a:pt x="704" y="889"/>
                      <a:pt x="841" y="503"/>
                    </a:cubicBezTo>
                    <a:cubicBezTo>
                      <a:pt x="845" y="479"/>
                      <a:pt x="864" y="465"/>
                      <a:pt x="887" y="465"/>
                    </a:cubicBezTo>
                    <a:cubicBezTo>
                      <a:pt x="892" y="465"/>
                      <a:pt x="899" y="466"/>
                      <a:pt x="905" y="468"/>
                    </a:cubicBezTo>
                    <a:cubicBezTo>
                      <a:pt x="929" y="478"/>
                      <a:pt x="944" y="507"/>
                      <a:pt x="934" y="532"/>
                    </a:cubicBezTo>
                    <a:cubicBezTo>
                      <a:pt x="802" y="908"/>
                      <a:pt x="763" y="1318"/>
                      <a:pt x="817" y="1709"/>
                    </a:cubicBezTo>
                    <a:cubicBezTo>
                      <a:pt x="817" y="1714"/>
                      <a:pt x="817" y="1714"/>
                      <a:pt x="817" y="1714"/>
                    </a:cubicBezTo>
                    <a:lnTo>
                      <a:pt x="1740" y="1714"/>
                    </a:lnTo>
                    <a:cubicBezTo>
                      <a:pt x="1911" y="1260"/>
                      <a:pt x="1887" y="742"/>
                      <a:pt x="1667" y="307"/>
                    </a:cubicBezTo>
                    <a:cubicBezTo>
                      <a:pt x="1652" y="278"/>
                      <a:pt x="1667" y="249"/>
                      <a:pt x="1691" y="239"/>
                    </a:cubicBezTo>
                    <a:cubicBezTo>
                      <a:pt x="1699" y="234"/>
                      <a:pt x="1707" y="232"/>
                      <a:pt x="1716" y="232"/>
                    </a:cubicBezTo>
                    <a:cubicBezTo>
                      <a:pt x="1733" y="232"/>
                      <a:pt x="1750" y="242"/>
                      <a:pt x="1760" y="258"/>
                    </a:cubicBezTo>
                    <a:cubicBezTo>
                      <a:pt x="1984" y="708"/>
                      <a:pt x="2014" y="1245"/>
                      <a:pt x="1848" y="1714"/>
                    </a:cubicBezTo>
                    <a:lnTo>
                      <a:pt x="2194" y="1714"/>
                    </a:lnTo>
                    <a:cubicBezTo>
                      <a:pt x="2209" y="1709"/>
                      <a:pt x="2224" y="1704"/>
                      <a:pt x="2238" y="1695"/>
                    </a:cubicBezTo>
                    <a:cubicBezTo>
                      <a:pt x="2497" y="1563"/>
                      <a:pt x="2629" y="1270"/>
                      <a:pt x="2580" y="981"/>
                    </a:cubicBezTo>
                    <a:cubicBezTo>
                      <a:pt x="2566" y="903"/>
                      <a:pt x="2551" y="815"/>
                      <a:pt x="2541" y="742"/>
                    </a:cubicBezTo>
                    <a:cubicBezTo>
                      <a:pt x="2517" y="576"/>
                      <a:pt x="2434" y="420"/>
                      <a:pt x="2302" y="317"/>
                    </a:cubicBezTo>
                    <a:cubicBezTo>
                      <a:pt x="2219" y="249"/>
                      <a:pt x="2121" y="190"/>
                      <a:pt x="2019" y="146"/>
                    </a:cubicBezTo>
                    <a:cubicBezTo>
                      <a:pt x="1757" y="33"/>
                      <a:pt x="1472" y="0"/>
                      <a:pt x="1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1"/>
              <p:cNvSpPr/>
              <p:nvPr/>
            </p:nvSpPr>
            <p:spPr>
              <a:xfrm>
                <a:off x="7259165" y="4187779"/>
                <a:ext cx="44364" cy="182477"/>
              </a:xfrm>
              <a:custGeom>
                <a:avLst/>
                <a:gdLst/>
                <a:ahLst/>
                <a:cxnLst/>
                <a:rect l="l" t="t" r="r" b="b"/>
                <a:pathLst>
                  <a:path w="362" h="1489" extrusionOk="0">
                    <a:moveTo>
                      <a:pt x="59" y="1"/>
                    </a:moveTo>
                    <a:cubicBezTo>
                      <a:pt x="50" y="1"/>
                      <a:pt x="42" y="3"/>
                      <a:pt x="34" y="8"/>
                    </a:cubicBezTo>
                    <a:cubicBezTo>
                      <a:pt x="10" y="18"/>
                      <a:pt x="0" y="52"/>
                      <a:pt x="10" y="76"/>
                    </a:cubicBezTo>
                    <a:cubicBezTo>
                      <a:pt x="235" y="511"/>
                      <a:pt x="254" y="1034"/>
                      <a:pt x="83" y="1488"/>
                    </a:cubicBezTo>
                    <a:lnTo>
                      <a:pt x="191" y="1488"/>
                    </a:lnTo>
                    <a:cubicBezTo>
                      <a:pt x="362" y="1014"/>
                      <a:pt x="327" y="477"/>
                      <a:pt x="103" y="27"/>
                    </a:cubicBezTo>
                    <a:cubicBezTo>
                      <a:pt x="93" y="11"/>
                      <a:pt x="76" y="1"/>
                      <a:pt x="59" y="1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1"/>
              <p:cNvSpPr/>
              <p:nvPr/>
            </p:nvSpPr>
            <p:spPr>
              <a:xfrm>
                <a:off x="7136980" y="4216455"/>
                <a:ext cx="34805" cy="153800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55" extrusionOk="0">
                    <a:moveTo>
                      <a:pt x="227" y="0"/>
                    </a:moveTo>
                    <a:cubicBezTo>
                      <a:pt x="206" y="0"/>
                      <a:pt x="189" y="14"/>
                      <a:pt x="181" y="38"/>
                    </a:cubicBezTo>
                    <a:cubicBezTo>
                      <a:pt x="44" y="424"/>
                      <a:pt x="0" y="844"/>
                      <a:pt x="54" y="1254"/>
                    </a:cubicBezTo>
                    <a:lnTo>
                      <a:pt x="157" y="1254"/>
                    </a:lnTo>
                    <a:cubicBezTo>
                      <a:pt x="157" y="1254"/>
                      <a:pt x="157" y="1249"/>
                      <a:pt x="157" y="1249"/>
                    </a:cubicBezTo>
                    <a:cubicBezTo>
                      <a:pt x="103" y="853"/>
                      <a:pt x="147" y="443"/>
                      <a:pt x="274" y="72"/>
                    </a:cubicBezTo>
                    <a:cubicBezTo>
                      <a:pt x="284" y="42"/>
                      <a:pt x="269" y="13"/>
                      <a:pt x="245" y="3"/>
                    </a:cubicBezTo>
                    <a:cubicBezTo>
                      <a:pt x="239" y="1"/>
                      <a:pt x="233" y="0"/>
                      <a:pt x="227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31"/>
              <p:cNvSpPr/>
              <p:nvPr/>
            </p:nvSpPr>
            <p:spPr>
              <a:xfrm>
                <a:off x="6653755" y="4167926"/>
                <a:ext cx="352216" cy="202330"/>
              </a:xfrm>
              <a:custGeom>
                <a:avLst/>
                <a:gdLst/>
                <a:ahLst/>
                <a:cxnLst/>
                <a:rect l="l" t="t" r="r" b="b"/>
                <a:pathLst>
                  <a:path w="2874" h="1651" extrusionOk="0">
                    <a:moveTo>
                      <a:pt x="1234" y="0"/>
                    </a:moveTo>
                    <a:cubicBezTo>
                      <a:pt x="1004" y="0"/>
                      <a:pt x="775" y="33"/>
                      <a:pt x="558" y="101"/>
                    </a:cubicBezTo>
                    <a:cubicBezTo>
                      <a:pt x="568" y="121"/>
                      <a:pt x="577" y="140"/>
                      <a:pt x="587" y="160"/>
                    </a:cubicBezTo>
                    <a:cubicBezTo>
                      <a:pt x="572" y="170"/>
                      <a:pt x="563" y="175"/>
                      <a:pt x="553" y="184"/>
                    </a:cubicBezTo>
                    <a:lnTo>
                      <a:pt x="548" y="184"/>
                    </a:lnTo>
                    <a:cubicBezTo>
                      <a:pt x="94" y="531"/>
                      <a:pt x="1" y="1220"/>
                      <a:pt x="362" y="1650"/>
                    </a:cubicBezTo>
                    <a:lnTo>
                      <a:pt x="978" y="1650"/>
                    </a:lnTo>
                    <a:cubicBezTo>
                      <a:pt x="914" y="1416"/>
                      <a:pt x="890" y="1176"/>
                      <a:pt x="914" y="937"/>
                    </a:cubicBezTo>
                    <a:cubicBezTo>
                      <a:pt x="944" y="658"/>
                      <a:pt x="1061" y="468"/>
                      <a:pt x="1232" y="404"/>
                    </a:cubicBezTo>
                    <a:cubicBezTo>
                      <a:pt x="1238" y="402"/>
                      <a:pt x="1244" y="401"/>
                      <a:pt x="1251" y="401"/>
                    </a:cubicBezTo>
                    <a:cubicBezTo>
                      <a:pt x="1273" y="401"/>
                      <a:pt x="1293" y="414"/>
                      <a:pt x="1300" y="434"/>
                    </a:cubicBezTo>
                    <a:cubicBezTo>
                      <a:pt x="1310" y="463"/>
                      <a:pt x="1295" y="492"/>
                      <a:pt x="1266" y="497"/>
                    </a:cubicBezTo>
                    <a:cubicBezTo>
                      <a:pt x="1076" y="570"/>
                      <a:pt x="1027" y="834"/>
                      <a:pt x="1012" y="947"/>
                    </a:cubicBezTo>
                    <a:cubicBezTo>
                      <a:pt x="988" y="1181"/>
                      <a:pt x="1012" y="1420"/>
                      <a:pt x="1085" y="1645"/>
                    </a:cubicBezTo>
                    <a:lnTo>
                      <a:pt x="1896" y="1645"/>
                    </a:lnTo>
                    <a:cubicBezTo>
                      <a:pt x="1804" y="1284"/>
                      <a:pt x="1852" y="883"/>
                      <a:pt x="2033" y="556"/>
                    </a:cubicBezTo>
                    <a:cubicBezTo>
                      <a:pt x="2043" y="539"/>
                      <a:pt x="2060" y="529"/>
                      <a:pt x="2077" y="529"/>
                    </a:cubicBezTo>
                    <a:cubicBezTo>
                      <a:pt x="2085" y="529"/>
                      <a:pt x="2094" y="531"/>
                      <a:pt x="2102" y="536"/>
                    </a:cubicBezTo>
                    <a:cubicBezTo>
                      <a:pt x="2126" y="546"/>
                      <a:pt x="2136" y="580"/>
                      <a:pt x="2121" y="605"/>
                    </a:cubicBezTo>
                    <a:cubicBezTo>
                      <a:pt x="1950" y="917"/>
                      <a:pt x="1906" y="1303"/>
                      <a:pt x="1999" y="1650"/>
                    </a:cubicBezTo>
                    <a:lnTo>
                      <a:pt x="2849" y="1650"/>
                    </a:lnTo>
                    <a:lnTo>
                      <a:pt x="2873" y="732"/>
                    </a:lnTo>
                    <a:cubicBezTo>
                      <a:pt x="2844" y="673"/>
                      <a:pt x="2815" y="605"/>
                      <a:pt x="2810" y="600"/>
                    </a:cubicBezTo>
                    <a:cubicBezTo>
                      <a:pt x="2722" y="521"/>
                      <a:pt x="2629" y="448"/>
                      <a:pt x="2536" y="385"/>
                    </a:cubicBezTo>
                    <a:cubicBezTo>
                      <a:pt x="2158" y="134"/>
                      <a:pt x="1695" y="0"/>
                      <a:pt x="1234" y="0"/>
                    </a:cubicBezTo>
                    <a:close/>
                  </a:path>
                </a:pathLst>
              </a:custGeom>
              <a:solidFill>
                <a:srgbClr val="CEBB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1"/>
              <p:cNvSpPr/>
              <p:nvPr/>
            </p:nvSpPr>
            <p:spPr>
              <a:xfrm>
                <a:off x="6874718" y="4232754"/>
                <a:ext cx="40810" cy="137501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122" extrusionOk="0">
                    <a:moveTo>
                      <a:pt x="274" y="0"/>
                    </a:moveTo>
                    <a:cubicBezTo>
                      <a:pt x="257" y="0"/>
                      <a:pt x="240" y="10"/>
                      <a:pt x="230" y="27"/>
                    </a:cubicBezTo>
                    <a:cubicBezTo>
                      <a:pt x="49" y="354"/>
                      <a:pt x="1" y="755"/>
                      <a:pt x="93" y="1121"/>
                    </a:cubicBezTo>
                    <a:lnTo>
                      <a:pt x="196" y="1121"/>
                    </a:lnTo>
                    <a:cubicBezTo>
                      <a:pt x="103" y="774"/>
                      <a:pt x="147" y="388"/>
                      <a:pt x="318" y="76"/>
                    </a:cubicBezTo>
                    <a:cubicBezTo>
                      <a:pt x="333" y="51"/>
                      <a:pt x="323" y="22"/>
                      <a:pt x="299" y="7"/>
                    </a:cubicBezTo>
                    <a:cubicBezTo>
                      <a:pt x="291" y="2"/>
                      <a:pt x="282" y="0"/>
                      <a:pt x="274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31"/>
              <p:cNvSpPr/>
              <p:nvPr/>
            </p:nvSpPr>
            <p:spPr>
              <a:xfrm>
                <a:off x="6762705" y="4217068"/>
                <a:ext cx="51104" cy="153188"/>
              </a:xfrm>
              <a:custGeom>
                <a:avLst/>
                <a:gdLst/>
                <a:ahLst/>
                <a:cxnLst/>
                <a:rect l="l" t="t" r="r" b="b"/>
                <a:pathLst>
                  <a:path w="417" h="1250" extrusionOk="0">
                    <a:moveTo>
                      <a:pt x="361" y="0"/>
                    </a:moveTo>
                    <a:cubicBezTo>
                      <a:pt x="355" y="0"/>
                      <a:pt x="349" y="1"/>
                      <a:pt x="343" y="3"/>
                    </a:cubicBezTo>
                    <a:cubicBezTo>
                      <a:pt x="167" y="67"/>
                      <a:pt x="55" y="257"/>
                      <a:pt x="25" y="536"/>
                    </a:cubicBezTo>
                    <a:cubicBezTo>
                      <a:pt x="1" y="775"/>
                      <a:pt x="25" y="1015"/>
                      <a:pt x="89" y="1249"/>
                    </a:cubicBezTo>
                    <a:lnTo>
                      <a:pt x="196" y="1249"/>
                    </a:lnTo>
                    <a:cubicBezTo>
                      <a:pt x="123" y="1019"/>
                      <a:pt x="99" y="780"/>
                      <a:pt x="123" y="546"/>
                    </a:cubicBezTo>
                    <a:cubicBezTo>
                      <a:pt x="138" y="433"/>
                      <a:pt x="182" y="169"/>
                      <a:pt x="377" y="101"/>
                    </a:cubicBezTo>
                    <a:cubicBezTo>
                      <a:pt x="406" y="86"/>
                      <a:pt x="416" y="62"/>
                      <a:pt x="411" y="33"/>
                    </a:cubicBezTo>
                    <a:cubicBezTo>
                      <a:pt x="400" y="13"/>
                      <a:pt x="382" y="0"/>
                      <a:pt x="361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31"/>
              <p:cNvSpPr/>
              <p:nvPr/>
            </p:nvSpPr>
            <p:spPr>
              <a:xfrm>
                <a:off x="6528629" y="1821338"/>
                <a:ext cx="2075304" cy="2552471"/>
              </a:xfrm>
              <a:custGeom>
                <a:avLst/>
                <a:gdLst/>
                <a:ahLst/>
                <a:cxnLst/>
                <a:rect l="l" t="t" r="r" b="b"/>
                <a:pathLst>
                  <a:path w="16934" h="20828" extrusionOk="0">
                    <a:moveTo>
                      <a:pt x="4583" y="0"/>
                    </a:moveTo>
                    <a:cubicBezTo>
                      <a:pt x="4276" y="279"/>
                      <a:pt x="4031" y="616"/>
                      <a:pt x="3821" y="978"/>
                    </a:cubicBezTo>
                    <a:cubicBezTo>
                      <a:pt x="3802" y="1012"/>
                      <a:pt x="3777" y="1046"/>
                      <a:pt x="3758" y="1080"/>
                    </a:cubicBezTo>
                    <a:cubicBezTo>
                      <a:pt x="3469" y="1603"/>
                      <a:pt x="3245" y="2174"/>
                      <a:pt x="3005" y="2702"/>
                    </a:cubicBezTo>
                    <a:cubicBezTo>
                      <a:pt x="2991" y="2741"/>
                      <a:pt x="2971" y="2780"/>
                      <a:pt x="2952" y="2819"/>
                    </a:cubicBezTo>
                    <a:cubicBezTo>
                      <a:pt x="2986" y="2810"/>
                      <a:pt x="3015" y="2800"/>
                      <a:pt x="3044" y="2795"/>
                    </a:cubicBezTo>
                    <a:cubicBezTo>
                      <a:pt x="3059" y="2790"/>
                      <a:pt x="3079" y="2790"/>
                      <a:pt x="3093" y="2790"/>
                    </a:cubicBezTo>
                    <a:cubicBezTo>
                      <a:pt x="3099" y="2790"/>
                      <a:pt x="3105" y="2790"/>
                      <a:pt x="3111" y="2790"/>
                    </a:cubicBezTo>
                    <a:cubicBezTo>
                      <a:pt x="3232" y="2790"/>
                      <a:pt x="3352" y="2838"/>
                      <a:pt x="3445" y="2922"/>
                    </a:cubicBezTo>
                    <a:cubicBezTo>
                      <a:pt x="3582" y="3039"/>
                      <a:pt x="3675" y="3220"/>
                      <a:pt x="3670" y="3391"/>
                    </a:cubicBezTo>
                    <a:cubicBezTo>
                      <a:pt x="3655" y="3738"/>
                      <a:pt x="3411" y="4031"/>
                      <a:pt x="3201" y="4324"/>
                    </a:cubicBezTo>
                    <a:cubicBezTo>
                      <a:pt x="2996" y="4612"/>
                      <a:pt x="2815" y="4969"/>
                      <a:pt x="2947" y="5296"/>
                    </a:cubicBezTo>
                    <a:cubicBezTo>
                      <a:pt x="3127" y="5360"/>
                      <a:pt x="3308" y="5428"/>
                      <a:pt x="3489" y="5492"/>
                    </a:cubicBezTo>
                    <a:cubicBezTo>
                      <a:pt x="2976" y="6620"/>
                      <a:pt x="2766" y="7861"/>
                      <a:pt x="2878" y="9078"/>
                    </a:cubicBezTo>
                    <a:cubicBezTo>
                      <a:pt x="2888" y="9185"/>
                      <a:pt x="2883" y="9288"/>
                      <a:pt x="2869" y="9385"/>
                    </a:cubicBezTo>
                    <a:cubicBezTo>
                      <a:pt x="2864" y="9410"/>
                      <a:pt x="2859" y="9434"/>
                      <a:pt x="2849" y="9459"/>
                    </a:cubicBezTo>
                    <a:cubicBezTo>
                      <a:pt x="2766" y="9820"/>
                      <a:pt x="2507" y="10143"/>
                      <a:pt x="2189" y="10446"/>
                    </a:cubicBezTo>
                    <a:cubicBezTo>
                      <a:pt x="2141" y="10494"/>
                      <a:pt x="2092" y="10538"/>
                      <a:pt x="2043" y="10582"/>
                    </a:cubicBezTo>
                    <a:cubicBezTo>
                      <a:pt x="1408" y="11154"/>
                      <a:pt x="597" y="11687"/>
                      <a:pt x="294" y="12380"/>
                    </a:cubicBezTo>
                    <a:cubicBezTo>
                      <a:pt x="1" y="13050"/>
                      <a:pt x="98" y="13851"/>
                      <a:pt x="543" y="14442"/>
                    </a:cubicBezTo>
                    <a:lnTo>
                      <a:pt x="548" y="14442"/>
                    </a:lnTo>
                    <a:cubicBezTo>
                      <a:pt x="323" y="15321"/>
                      <a:pt x="348" y="16250"/>
                      <a:pt x="611" y="17114"/>
                    </a:cubicBezTo>
                    <a:cubicBezTo>
                      <a:pt x="919" y="17798"/>
                      <a:pt x="1232" y="18477"/>
                      <a:pt x="1540" y="19157"/>
                    </a:cubicBezTo>
                    <a:cubicBezTo>
                      <a:pt x="1554" y="19191"/>
                      <a:pt x="1569" y="19220"/>
                      <a:pt x="1584" y="19249"/>
                    </a:cubicBezTo>
                    <a:cubicBezTo>
                      <a:pt x="1800" y="19181"/>
                      <a:pt x="2028" y="19148"/>
                      <a:pt x="2256" y="19148"/>
                    </a:cubicBezTo>
                    <a:cubicBezTo>
                      <a:pt x="2716" y="19148"/>
                      <a:pt x="3179" y="19282"/>
                      <a:pt x="3557" y="19533"/>
                    </a:cubicBezTo>
                    <a:cubicBezTo>
                      <a:pt x="3655" y="19596"/>
                      <a:pt x="3743" y="19669"/>
                      <a:pt x="3831" y="19748"/>
                    </a:cubicBezTo>
                    <a:cubicBezTo>
                      <a:pt x="3836" y="19753"/>
                      <a:pt x="3865" y="19821"/>
                      <a:pt x="3894" y="19880"/>
                    </a:cubicBezTo>
                    <a:lnTo>
                      <a:pt x="3870" y="20798"/>
                    </a:lnTo>
                    <a:lnTo>
                      <a:pt x="4544" y="20798"/>
                    </a:lnTo>
                    <a:cubicBezTo>
                      <a:pt x="4442" y="20568"/>
                      <a:pt x="4354" y="20339"/>
                      <a:pt x="4334" y="20095"/>
                    </a:cubicBezTo>
                    <a:cubicBezTo>
                      <a:pt x="4305" y="19777"/>
                      <a:pt x="4412" y="19430"/>
                      <a:pt x="4671" y="19249"/>
                    </a:cubicBezTo>
                    <a:cubicBezTo>
                      <a:pt x="4857" y="19122"/>
                      <a:pt x="5091" y="19098"/>
                      <a:pt x="5311" y="19088"/>
                    </a:cubicBezTo>
                    <a:cubicBezTo>
                      <a:pt x="5382" y="19084"/>
                      <a:pt x="5454" y="19082"/>
                      <a:pt x="5525" y="19082"/>
                    </a:cubicBezTo>
                    <a:cubicBezTo>
                      <a:pt x="5799" y="19082"/>
                      <a:pt x="6075" y="19116"/>
                      <a:pt x="6323" y="19225"/>
                    </a:cubicBezTo>
                    <a:cubicBezTo>
                      <a:pt x="6425" y="19269"/>
                      <a:pt x="6523" y="19328"/>
                      <a:pt x="6611" y="19396"/>
                    </a:cubicBezTo>
                    <a:cubicBezTo>
                      <a:pt x="6738" y="19503"/>
                      <a:pt x="6821" y="19655"/>
                      <a:pt x="6845" y="19821"/>
                    </a:cubicBezTo>
                    <a:cubicBezTo>
                      <a:pt x="6860" y="19894"/>
                      <a:pt x="6875" y="19982"/>
                      <a:pt x="6884" y="20060"/>
                    </a:cubicBezTo>
                    <a:cubicBezTo>
                      <a:pt x="6933" y="20349"/>
                      <a:pt x="6801" y="20642"/>
                      <a:pt x="6542" y="20779"/>
                    </a:cubicBezTo>
                    <a:cubicBezTo>
                      <a:pt x="6528" y="20783"/>
                      <a:pt x="6513" y="20788"/>
                      <a:pt x="6503" y="20798"/>
                    </a:cubicBezTo>
                    <a:lnTo>
                      <a:pt x="8956" y="20798"/>
                    </a:lnTo>
                    <a:cubicBezTo>
                      <a:pt x="9117" y="20798"/>
                      <a:pt x="9278" y="20803"/>
                      <a:pt x="9430" y="20803"/>
                    </a:cubicBezTo>
                    <a:cubicBezTo>
                      <a:pt x="9606" y="20803"/>
                      <a:pt x="9777" y="20803"/>
                      <a:pt x="9943" y="20808"/>
                    </a:cubicBezTo>
                    <a:lnTo>
                      <a:pt x="10207" y="20808"/>
                    </a:lnTo>
                    <a:cubicBezTo>
                      <a:pt x="10080" y="20647"/>
                      <a:pt x="9953" y="20471"/>
                      <a:pt x="9909" y="20349"/>
                    </a:cubicBezTo>
                    <a:cubicBezTo>
                      <a:pt x="9830" y="20134"/>
                      <a:pt x="9870" y="19660"/>
                      <a:pt x="9982" y="19459"/>
                    </a:cubicBezTo>
                    <a:cubicBezTo>
                      <a:pt x="10143" y="19176"/>
                      <a:pt x="10505" y="19083"/>
                      <a:pt x="10832" y="19044"/>
                    </a:cubicBezTo>
                    <a:cubicBezTo>
                      <a:pt x="10995" y="19023"/>
                      <a:pt x="11160" y="19008"/>
                      <a:pt x="11325" y="19008"/>
                    </a:cubicBezTo>
                    <a:cubicBezTo>
                      <a:pt x="11541" y="19008"/>
                      <a:pt x="11756" y="19034"/>
                      <a:pt x="11961" y="19103"/>
                    </a:cubicBezTo>
                    <a:cubicBezTo>
                      <a:pt x="12322" y="19225"/>
                      <a:pt x="12644" y="19503"/>
                      <a:pt x="12737" y="19870"/>
                    </a:cubicBezTo>
                    <a:cubicBezTo>
                      <a:pt x="12830" y="20241"/>
                      <a:pt x="12625" y="20681"/>
                      <a:pt x="12259" y="20779"/>
                    </a:cubicBezTo>
                    <a:lnTo>
                      <a:pt x="12473" y="20827"/>
                    </a:lnTo>
                    <a:lnTo>
                      <a:pt x="12762" y="20827"/>
                    </a:lnTo>
                    <a:cubicBezTo>
                      <a:pt x="12864" y="20827"/>
                      <a:pt x="12967" y="20827"/>
                      <a:pt x="13074" y="20822"/>
                    </a:cubicBezTo>
                    <a:lnTo>
                      <a:pt x="13050" y="19880"/>
                    </a:lnTo>
                    <a:cubicBezTo>
                      <a:pt x="13079" y="19821"/>
                      <a:pt x="13113" y="19753"/>
                      <a:pt x="13118" y="19748"/>
                    </a:cubicBezTo>
                    <a:cubicBezTo>
                      <a:pt x="13201" y="19669"/>
                      <a:pt x="13294" y="19596"/>
                      <a:pt x="13392" y="19533"/>
                    </a:cubicBezTo>
                    <a:cubicBezTo>
                      <a:pt x="13772" y="19280"/>
                      <a:pt x="14234" y="19144"/>
                      <a:pt x="14693" y="19144"/>
                    </a:cubicBezTo>
                    <a:cubicBezTo>
                      <a:pt x="14918" y="19144"/>
                      <a:pt x="15142" y="19177"/>
                      <a:pt x="15356" y="19244"/>
                    </a:cubicBezTo>
                    <a:cubicBezTo>
                      <a:pt x="15371" y="19215"/>
                      <a:pt x="15385" y="19181"/>
                      <a:pt x="15400" y="19152"/>
                    </a:cubicBezTo>
                    <a:cubicBezTo>
                      <a:pt x="15708" y="18473"/>
                      <a:pt x="16016" y="17793"/>
                      <a:pt x="16323" y="17114"/>
                    </a:cubicBezTo>
                    <a:cubicBezTo>
                      <a:pt x="16587" y="16250"/>
                      <a:pt x="16612" y="15321"/>
                      <a:pt x="16392" y="14442"/>
                    </a:cubicBezTo>
                    <a:cubicBezTo>
                      <a:pt x="16836" y="13851"/>
                      <a:pt x="16934" y="13050"/>
                      <a:pt x="16641" y="12380"/>
                    </a:cubicBezTo>
                    <a:cubicBezTo>
                      <a:pt x="16323" y="11643"/>
                      <a:pt x="15424" y="11086"/>
                      <a:pt x="14775" y="10475"/>
                    </a:cubicBezTo>
                    <a:cubicBezTo>
                      <a:pt x="14413" y="10133"/>
                      <a:pt x="14125" y="9771"/>
                      <a:pt x="14061" y="9356"/>
                    </a:cubicBezTo>
                    <a:cubicBezTo>
                      <a:pt x="14047" y="9263"/>
                      <a:pt x="14047" y="9171"/>
                      <a:pt x="14056" y="9078"/>
                    </a:cubicBezTo>
                    <a:cubicBezTo>
                      <a:pt x="14169" y="7861"/>
                      <a:pt x="13959" y="6620"/>
                      <a:pt x="13446" y="5492"/>
                    </a:cubicBezTo>
                    <a:cubicBezTo>
                      <a:pt x="13626" y="5428"/>
                      <a:pt x="13807" y="5360"/>
                      <a:pt x="13988" y="5291"/>
                    </a:cubicBezTo>
                    <a:cubicBezTo>
                      <a:pt x="14120" y="4969"/>
                      <a:pt x="13939" y="4612"/>
                      <a:pt x="13734" y="4324"/>
                    </a:cubicBezTo>
                    <a:cubicBezTo>
                      <a:pt x="13529" y="4036"/>
                      <a:pt x="13284" y="3748"/>
                      <a:pt x="13265" y="3411"/>
                    </a:cubicBezTo>
                    <a:cubicBezTo>
                      <a:pt x="13265" y="3401"/>
                      <a:pt x="13265" y="3396"/>
                      <a:pt x="13265" y="3391"/>
                    </a:cubicBezTo>
                    <a:cubicBezTo>
                      <a:pt x="13260" y="3152"/>
                      <a:pt x="13436" y="2907"/>
                      <a:pt x="13656" y="2819"/>
                    </a:cubicBezTo>
                    <a:cubicBezTo>
                      <a:pt x="13709" y="2799"/>
                      <a:pt x="13764" y="2788"/>
                      <a:pt x="13821" y="2788"/>
                    </a:cubicBezTo>
                    <a:cubicBezTo>
                      <a:pt x="13874" y="2788"/>
                      <a:pt x="13929" y="2798"/>
                      <a:pt x="13983" y="2819"/>
                    </a:cubicBezTo>
                    <a:cubicBezTo>
                      <a:pt x="13710" y="2223"/>
                      <a:pt x="13260" y="1569"/>
                      <a:pt x="12762" y="978"/>
                    </a:cubicBezTo>
                    <a:cubicBezTo>
                      <a:pt x="12747" y="963"/>
                      <a:pt x="12732" y="943"/>
                      <a:pt x="12718" y="929"/>
                    </a:cubicBezTo>
                    <a:cubicBezTo>
                      <a:pt x="12425" y="582"/>
                      <a:pt x="12122" y="264"/>
                      <a:pt x="118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31"/>
              <p:cNvSpPr/>
              <p:nvPr/>
            </p:nvSpPr>
            <p:spPr>
              <a:xfrm>
                <a:off x="8113478" y="4155058"/>
                <a:ext cx="302460" cy="115810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945" extrusionOk="0">
                    <a:moveTo>
                      <a:pt x="1764" y="1"/>
                    </a:moveTo>
                    <a:cubicBezTo>
                      <a:pt x="1312" y="1"/>
                      <a:pt x="858" y="126"/>
                      <a:pt x="475" y="363"/>
                    </a:cubicBezTo>
                    <a:cubicBezTo>
                      <a:pt x="460" y="372"/>
                      <a:pt x="450" y="377"/>
                      <a:pt x="436" y="387"/>
                    </a:cubicBezTo>
                    <a:cubicBezTo>
                      <a:pt x="323" y="460"/>
                      <a:pt x="216" y="539"/>
                      <a:pt x="118" y="631"/>
                    </a:cubicBezTo>
                    <a:cubicBezTo>
                      <a:pt x="98" y="651"/>
                      <a:pt x="1" y="768"/>
                      <a:pt x="20" y="788"/>
                    </a:cubicBezTo>
                    <a:cubicBezTo>
                      <a:pt x="30" y="797"/>
                      <a:pt x="45" y="944"/>
                      <a:pt x="59" y="944"/>
                    </a:cubicBezTo>
                    <a:cubicBezTo>
                      <a:pt x="64" y="944"/>
                      <a:pt x="89" y="895"/>
                      <a:pt x="118" y="837"/>
                    </a:cubicBezTo>
                    <a:cubicBezTo>
                      <a:pt x="152" y="778"/>
                      <a:pt x="181" y="710"/>
                      <a:pt x="186" y="705"/>
                    </a:cubicBezTo>
                    <a:cubicBezTo>
                      <a:pt x="274" y="626"/>
                      <a:pt x="362" y="553"/>
                      <a:pt x="460" y="490"/>
                    </a:cubicBezTo>
                    <a:cubicBezTo>
                      <a:pt x="840" y="237"/>
                      <a:pt x="1302" y="101"/>
                      <a:pt x="1761" y="101"/>
                    </a:cubicBezTo>
                    <a:cubicBezTo>
                      <a:pt x="1986" y="101"/>
                      <a:pt x="2210" y="134"/>
                      <a:pt x="2424" y="201"/>
                    </a:cubicBezTo>
                    <a:cubicBezTo>
                      <a:pt x="2439" y="172"/>
                      <a:pt x="2453" y="138"/>
                      <a:pt x="2468" y="109"/>
                    </a:cubicBezTo>
                    <a:cubicBezTo>
                      <a:pt x="2241" y="36"/>
                      <a:pt x="2003" y="1"/>
                      <a:pt x="1764" y="1"/>
                    </a:cubicBezTo>
                    <a:close/>
                  </a:path>
                </a:pathLst>
              </a:custGeom>
              <a:solidFill>
                <a:srgbClr val="7143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31"/>
              <p:cNvSpPr/>
              <p:nvPr/>
            </p:nvSpPr>
            <p:spPr>
              <a:xfrm>
                <a:off x="8320102" y="4217068"/>
                <a:ext cx="51595" cy="15429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259" extrusionOk="0">
                    <a:moveTo>
                      <a:pt x="57" y="0"/>
                    </a:moveTo>
                    <a:cubicBezTo>
                      <a:pt x="37" y="0"/>
                      <a:pt x="18" y="13"/>
                      <a:pt x="10" y="33"/>
                    </a:cubicBezTo>
                    <a:cubicBezTo>
                      <a:pt x="0" y="62"/>
                      <a:pt x="15" y="91"/>
                      <a:pt x="39" y="101"/>
                    </a:cubicBezTo>
                    <a:cubicBezTo>
                      <a:pt x="235" y="169"/>
                      <a:pt x="284" y="433"/>
                      <a:pt x="293" y="546"/>
                    </a:cubicBezTo>
                    <a:cubicBezTo>
                      <a:pt x="318" y="785"/>
                      <a:pt x="293" y="1029"/>
                      <a:pt x="220" y="1259"/>
                    </a:cubicBezTo>
                    <a:lnTo>
                      <a:pt x="328" y="1259"/>
                    </a:lnTo>
                    <a:cubicBezTo>
                      <a:pt x="396" y="1024"/>
                      <a:pt x="420" y="775"/>
                      <a:pt x="391" y="536"/>
                    </a:cubicBezTo>
                    <a:cubicBezTo>
                      <a:pt x="367" y="257"/>
                      <a:pt x="249" y="67"/>
                      <a:pt x="74" y="3"/>
                    </a:cubicBezTo>
                    <a:cubicBezTo>
                      <a:pt x="68" y="1"/>
                      <a:pt x="63" y="0"/>
                      <a:pt x="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31"/>
              <p:cNvSpPr/>
              <p:nvPr/>
            </p:nvSpPr>
            <p:spPr>
              <a:xfrm>
                <a:off x="8218261" y="4232754"/>
                <a:ext cx="41423" cy="13983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141" extrusionOk="0">
                    <a:moveTo>
                      <a:pt x="59" y="0"/>
                    </a:moveTo>
                    <a:cubicBezTo>
                      <a:pt x="51" y="0"/>
                      <a:pt x="43" y="2"/>
                      <a:pt x="35" y="7"/>
                    </a:cubicBezTo>
                    <a:cubicBezTo>
                      <a:pt x="10" y="17"/>
                      <a:pt x="1" y="51"/>
                      <a:pt x="15" y="76"/>
                    </a:cubicBezTo>
                    <a:cubicBezTo>
                      <a:pt x="196" y="398"/>
                      <a:pt x="235" y="789"/>
                      <a:pt x="133" y="1141"/>
                    </a:cubicBezTo>
                    <a:lnTo>
                      <a:pt x="240" y="1141"/>
                    </a:lnTo>
                    <a:cubicBezTo>
                      <a:pt x="338" y="769"/>
                      <a:pt x="289" y="359"/>
                      <a:pt x="103" y="27"/>
                    </a:cubicBezTo>
                    <a:cubicBezTo>
                      <a:pt x="93" y="10"/>
                      <a:pt x="77" y="0"/>
                      <a:pt x="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31"/>
              <p:cNvSpPr/>
              <p:nvPr/>
            </p:nvSpPr>
            <p:spPr>
              <a:xfrm>
                <a:off x="6717238" y="4155548"/>
                <a:ext cx="303072" cy="115320"/>
              </a:xfrm>
              <a:custGeom>
                <a:avLst/>
                <a:gdLst/>
                <a:ahLst/>
                <a:cxnLst/>
                <a:rect l="l" t="t" r="r" b="b"/>
                <a:pathLst>
                  <a:path w="2473" h="941" extrusionOk="0">
                    <a:moveTo>
                      <a:pt x="715" y="0"/>
                    </a:moveTo>
                    <a:cubicBezTo>
                      <a:pt x="472" y="0"/>
                      <a:pt x="230" y="36"/>
                      <a:pt x="1" y="110"/>
                    </a:cubicBezTo>
                    <a:cubicBezTo>
                      <a:pt x="15" y="144"/>
                      <a:pt x="30" y="173"/>
                      <a:pt x="40" y="202"/>
                    </a:cubicBezTo>
                    <a:cubicBezTo>
                      <a:pt x="257" y="134"/>
                      <a:pt x="486" y="101"/>
                      <a:pt x="716" y="101"/>
                    </a:cubicBezTo>
                    <a:cubicBezTo>
                      <a:pt x="1177" y="101"/>
                      <a:pt x="1640" y="235"/>
                      <a:pt x="2018" y="486"/>
                    </a:cubicBezTo>
                    <a:cubicBezTo>
                      <a:pt x="2111" y="549"/>
                      <a:pt x="2204" y="622"/>
                      <a:pt x="2292" y="701"/>
                    </a:cubicBezTo>
                    <a:cubicBezTo>
                      <a:pt x="2297" y="706"/>
                      <a:pt x="2326" y="774"/>
                      <a:pt x="2355" y="833"/>
                    </a:cubicBezTo>
                    <a:cubicBezTo>
                      <a:pt x="2385" y="891"/>
                      <a:pt x="2414" y="940"/>
                      <a:pt x="2419" y="940"/>
                    </a:cubicBezTo>
                    <a:cubicBezTo>
                      <a:pt x="2434" y="940"/>
                      <a:pt x="2443" y="793"/>
                      <a:pt x="2453" y="784"/>
                    </a:cubicBezTo>
                    <a:cubicBezTo>
                      <a:pt x="2473" y="764"/>
                      <a:pt x="2380" y="647"/>
                      <a:pt x="2360" y="627"/>
                    </a:cubicBezTo>
                    <a:cubicBezTo>
                      <a:pt x="2263" y="535"/>
                      <a:pt x="2155" y="452"/>
                      <a:pt x="2038" y="383"/>
                    </a:cubicBezTo>
                    <a:cubicBezTo>
                      <a:pt x="2028" y="373"/>
                      <a:pt x="2014" y="364"/>
                      <a:pt x="2004" y="359"/>
                    </a:cubicBezTo>
                    <a:cubicBezTo>
                      <a:pt x="1623" y="124"/>
                      <a:pt x="1167" y="0"/>
                      <a:pt x="715" y="0"/>
                    </a:cubicBezTo>
                    <a:close/>
                  </a:path>
                </a:pathLst>
              </a:custGeom>
              <a:solidFill>
                <a:srgbClr val="7143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31"/>
              <p:cNvSpPr/>
              <p:nvPr/>
            </p:nvSpPr>
            <p:spPr>
              <a:xfrm>
                <a:off x="6762705" y="4217068"/>
                <a:ext cx="51104" cy="154290"/>
              </a:xfrm>
              <a:custGeom>
                <a:avLst/>
                <a:gdLst/>
                <a:ahLst/>
                <a:cxnLst/>
                <a:rect l="l" t="t" r="r" b="b"/>
                <a:pathLst>
                  <a:path w="417" h="1259" extrusionOk="0">
                    <a:moveTo>
                      <a:pt x="361" y="0"/>
                    </a:moveTo>
                    <a:cubicBezTo>
                      <a:pt x="355" y="0"/>
                      <a:pt x="349" y="1"/>
                      <a:pt x="343" y="3"/>
                    </a:cubicBezTo>
                    <a:cubicBezTo>
                      <a:pt x="167" y="67"/>
                      <a:pt x="55" y="257"/>
                      <a:pt x="25" y="536"/>
                    </a:cubicBezTo>
                    <a:cubicBezTo>
                      <a:pt x="1" y="775"/>
                      <a:pt x="25" y="1015"/>
                      <a:pt x="89" y="1249"/>
                    </a:cubicBezTo>
                    <a:cubicBezTo>
                      <a:pt x="89" y="1249"/>
                      <a:pt x="94" y="1254"/>
                      <a:pt x="94" y="1259"/>
                    </a:cubicBezTo>
                    <a:lnTo>
                      <a:pt x="201" y="1259"/>
                    </a:lnTo>
                    <a:cubicBezTo>
                      <a:pt x="201" y="1254"/>
                      <a:pt x="196" y="1249"/>
                      <a:pt x="196" y="1249"/>
                    </a:cubicBezTo>
                    <a:cubicBezTo>
                      <a:pt x="123" y="1019"/>
                      <a:pt x="99" y="780"/>
                      <a:pt x="123" y="546"/>
                    </a:cubicBezTo>
                    <a:cubicBezTo>
                      <a:pt x="138" y="433"/>
                      <a:pt x="182" y="169"/>
                      <a:pt x="377" y="101"/>
                    </a:cubicBezTo>
                    <a:cubicBezTo>
                      <a:pt x="406" y="86"/>
                      <a:pt x="416" y="62"/>
                      <a:pt x="411" y="33"/>
                    </a:cubicBezTo>
                    <a:cubicBezTo>
                      <a:pt x="400" y="13"/>
                      <a:pt x="382" y="0"/>
                      <a:pt x="361" y="0"/>
                    </a:cubicBezTo>
                    <a:close/>
                  </a:path>
                </a:pathLst>
              </a:custGeom>
              <a:solidFill>
                <a:srgbClr val="7143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31"/>
              <p:cNvSpPr/>
              <p:nvPr/>
            </p:nvSpPr>
            <p:spPr>
              <a:xfrm>
                <a:off x="6874718" y="4232754"/>
                <a:ext cx="40810" cy="139830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141" extrusionOk="0">
                    <a:moveTo>
                      <a:pt x="274" y="0"/>
                    </a:moveTo>
                    <a:cubicBezTo>
                      <a:pt x="257" y="0"/>
                      <a:pt x="240" y="10"/>
                      <a:pt x="230" y="27"/>
                    </a:cubicBezTo>
                    <a:cubicBezTo>
                      <a:pt x="49" y="354"/>
                      <a:pt x="1" y="755"/>
                      <a:pt x="93" y="1116"/>
                    </a:cubicBezTo>
                    <a:lnTo>
                      <a:pt x="93" y="1121"/>
                    </a:lnTo>
                    <a:cubicBezTo>
                      <a:pt x="93" y="1126"/>
                      <a:pt x="93" y="1136"/>
                      <a:pt x="98" y="1141"/>
                    </a:cubicBezTo>
                    <a:lnTo>
                      <a:pt x="201" y="1141"/>
                    </a:lnTo>
                    <a:cubicBezTo>
                      <a:pt x="201" y="1136"/>
                      <a:pt x="196" y="1126"/>
                      <a:pt x="196" y="1121"/>
                    </a:cubicBezTo>
                    <a:cubicBezTo>
                      <a:pt x="103" y="774"/>
                      <a:pt x="147" y="388"/>
                      <a:pt x="318" y="76"/>
                    </a:cubicBezTo>
                    <a:cubicBezTo>
                      <a:pt x="333" y="51"/>
                      <a:pt x="323" y="22"/>
                      <a:pt x="299" y="7"/>
                    </a:cubicBezTo>
                    <a:cubicBezTo>
                      <a:pt x="291" y="2"/>
                      <a:pt x="282" y="0"/>
                      <a:pt x="274" y="0"/>
                    </a:cubicBezTo>
                    <a:close/>
                  </a:path>
                </a:pathLst>
              </a:custGeom>
              <a:solidFill>
                <a:srgbClr val="7143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31"/>
              <p:cNvSpPr/>
              <p:nvPr/>
            </p:nvSpPr>
            <p:spPr>
              <a:xfrm>
                <a:off x="6760989" y="2967916"/>
                <a:ext cx="1611933" cy="1405894"/>
              </a:xfrm>
              <a:custGeom>
                <a:avLst/>
                <a:gdLst/>
                <a:ahLst/>
                <a:cxnLst/>
                <a:rect l="l" t="t" r="r" b="b"/>
                <a:pathLst>
                  <a:path w="13153" h="11472" extrusionOk="0">
                    <a:moveTo>
                      <a:pt x="987" y="0"/>
                    </a:moveTo>
                    <a:lnTo>
                      <a:pt x="968" y="29"/>
                    </a:lnTo>
                    <a:cubicBezTo>
                      <a:pt x="963" y="54"/>
                      <a:pt x="958" y="78"/>
                      <a:pt x="953" y="103"/>
                    </a:cubicBezTo>
                    <a:cubicBezTo>
                      <a:pt x="870" y="469"/>
                      <a:pt x="611" y="787"/>
                      <a:pt x="289" y="1095"/>
                    </a:cubicBezTo>
                    <a:lnTo>
                      <a:pt x="274" y="1119"/>
                    </a:lnTo>
                    <a:cubicBezTo>
                      <a:pt x="499" y="2077"/>
                      <a:pt x="469" y="3093"/>
                      <a:pt x="186" y="4031"/>
                    </a:cubicBezTo>
                    <a:cubicBezTo>
                      <a:pt x="98" y="4314"/>
                      <a:pt x="0" y="4646"/>
                      <a:pt x="181" y="4876"/>
                    </a:cubicBezTo>
                    <a:lnTo>
                      <a:pt x="186" y="4876"/>
                    </a:lnTo>
                    <a:cubicBezTo>
                      <a:pt x="301" y="5021"/>
                      <a:pt x="480" y="5065"/>
                      <a:pt x="670" y="5065"/>
                    </a:cubicBezTo>
                    <a:cubicBezTo>
                      <a:pt x="788" y="5065"/>
                      <a:pt x="909" y="5048"/>
                      <a:pt x="1021" y="5027"/>
                    </a:cubicBezTo>
                    <a:lnTo>
                      <a:pt x="1021" y="5027"/>
                    </a:lnTo>
                    <a:cubicBezTo>
                      <a:pt x="816" y="5697"/>
                      <a:pt x="968" y="6469"/>
                      <a:pt x="1412" y="7006"/>
                    </a:cubicBezTo>
                    <a:cubicBezTo>
                      <a:pt x="1779" y="7446"/>
                      <a:pt x="2350" y="7807"/>
                      <a:pt x="2384" y="8379"/>
                    </a:cubicBezTo>
                    <a:cubicBezTo>
                      <a:pt x="2409" y="8862"/>
                      <a:pt x="2028" y="9258"/>
                      <a:pt x="1818" y="9693"/>
                    </a:cubicBezTo>
                    <a:cubicBezTo>
                      <a:pt x="1720" y="9893"/>
                      <a:pt x="1661" y="9991"/>
                      <a:pt x="1647" y="10050"/>
                    </a:cubicBezTo>
                    <a:cubicBezTo>
                      <a:pt x="1622" y="10152"/>
                      <a:pt x="1730" y="10143"/>
                      <a:pt x="2003" y="10392"/>
                    </a:cubicBezTo>
                    <a:lnTo>
                      <a:pt x="1998" y="10524"/>
                    </a:lnTo>
                    <a:lnTo>
                      <a:pt x="1974" y="11437"/>
                    </a:lnTo>
                    <a:lnTo>
                      <a:pt x="2643" y="11437"/>
                    </a:lnTo>
                    <a:cubicBezTo>
                      <a:pt x="2546" y="11212"/>
                      <a:pt x="2458" y="10983"/>
                      <a:pt x="2438" y="10739"/>
                    </a:cubicBezTo>
                    <a:cubicBezTo>
                      <a:pt x="2409" y="10421"/>
                      <a:pt x="2516" y="10074"/>
                      <a:pt x="2775" y="9893"/>
                    </a:cubicBezTo>
                    <a:cubicBezTo>
                      <a:pt x="2961" y="9766"/>
                      <a:pt x="3191" y="9742"/>
                      <a:pt x="3415" y="9732"/>
                    </a:cubicBezTo>
                    <a:cubicBezTo>
                      <a:pt x="3486" y="9728"/>
                      <a:pt x="3557" y="9726"/>
                      <a:pt x="3629" y="9726"/>
                    </a:cubicBezTo>
                    <a:cubicBezTo>
                      <a:pt x="3902" y="9726"/>
                      <a:pt x="4175" y="9760"/>
                      <a:pt x="4427" y="9869"/>
                    </a:cubicBezTo>
                    <a:cubicBezTo>
                      <a:pt x="4529" y="9913"/>
                      <a:pt x="4627" y="9972"/>
                      <a:pt x="4715" y="10040"/>
                    </a:cubicBezTo>
                    <a:cubicBezTo>
                      <a:pt x="4842" y="10147"/>
                      <a:pt x="4925" y="10299"/>
                      <a:pt x="4949" y="10465"/>
                    </a:cubicBezTo>
                    <a:cubicBezTo>
                      <a:pt x="4964" y="10538"/>
                      <a:pt x="4979" y="10626"/>
                      <a:pt x="4988" y="10704"/>
                    </a:cubicBezTo>
                    <a:cubicBezTo>
                      <a:pt x="5037" y="10993"/>
                      <a:pt x="4905" y="11286"/>
                      <a:pt x="4646" y="11418"/>
                    </a:cubicBezTo>
                    <a:cubicBezTo>
                      <a:pt x="4632" y="11427"/>
                      <a:pt x="4617" y="11432"/>
                      <a:pt x="4602" y="11442"/>
                    </a:cubicBezTo>
                    <a:lnTo>
                      <a:pt x="7060" y="11442"/>
                    </a:lnTo>
                    <a:cubicBezTo>
                      <a:pt x="7221" y="11442"/>
                      <a:pt x="7382" y="11447"/>
                      <a:pt x="7534" y="11447"/>
                    </a:cubicBezTo>
                    <a:cubicBezTo>
                      <a:pt x="7710" y="11447"/>
                      <a:pt x="7881" y="11447"/>
                      <a:pt x="8047" y="11452"/>
                    </a:cubicBezTo>
                    <a:lnTo>
                      <a:pt x="8311" y="11452"/>
                    </a:lnTo>
                    <a:cubicBezTo>
                      <a:pt x="8184" y="11291"/>
                      <a:pt x="8057" y="11115"/>
                      <a:pt x="8008" y="10993"/>
                    </a:cubicBezTo>
                    <a:cubicBezTo>
                      <a:pt x="7930" y="10778"/>
                      <a:pt x="7969" y="10304"/>
                      <a:pt x="8086" y="10103"/>
                    </a:cubicBezTo>
                    <a:cubicBezTo>
                      <a:pt x="8247" y="9820"/>
                      <a:pt x="8609" y="9727"/>
                      <a:pt x="8936" y="9688"/>
                    </a:cubicBezTo>
                    <a:cubicBezTo>
                      <a:pt x="9099" y="9667"/>
                      <a:pt x="9264" y="9652"/>
                      <a:pt x="9429" y="9652"/>
                    </a:cubicBezTo>
                    <a:cubicBezTo>
                      <a:pt x="9645" y="9652"/>
                      <a:pt x="9860" y="9678"/>
                      <a:pt x="10065" y="9747"/>
                    </a:cubicBezTo>
                    <a:cubicBezTo>
                      <a:pt x="10421" y="9864"/>
                      <a:pt x="10748" y="10143"/>
                      <a:pt x="10841" y="10514"/>
                    </a:cubicBezTo>
                    <a:cubicBezTo>
                      <a:pt x="10934" y="10880"/>
                      <a:pt x="10729" y="11325"/>
                      <a:pt x="10358" y="11423"/>
                    </a:cubicBezTo>
                    <a:lnTo>
                      <a:pt x="10577" y="11471"/>
                    </a:lnTo>
                    <a:lnTo>
                      <a:pt x="10866" y="11471"/>
                    </a:lnTo>
                    <a:cubicBezTo>
                      <a:pt x="10968" y="11471"/>
                      <a:pt x="11071" y="11471"/>
                      <a:pt x="11178" y="11466"/>
                    </a:cubicBezTo>
                    <a:lnTo>
                      <a:pt x="11154" y="10524"/>
                    </a:lnTo>
                    <a:lnTo>
                      <a:pt x="11149" y="10392"/>
                    </a:lnTo>
                    <a:cubicBezTo>
                      <a:pt x="11423" y="10143"/>
                      <a:pt x="11535" y="10152"/>
                      <a:pt x="11506" y="10050"/>
                    </a:cubicBezTo>
                    <a:cubicBezTo>
                      <a:pt x="11491" y="9991"/>
                      <a:pt x="11432" y="9893"/>
                      <a:pt x="11335" y="9698"/>
                    </a:cubicBezTo>
                    <a:cubicBezTo>
                      <a:pt x="11125" y="9258"/>
                      <a:pt x="10744" y="8862"/>
                      <a:pt x="10768" y="8379"/>
                    </a:cubicBezTo>
                    <a:cubicBezTo>
                      <a:pt x="10802" y="7807"/>
                      <a:pt x="11374" y="7451"/>
                      <a:pt x="11740" y="7006"/>
                    </a:cubicBezTo>
                    <a:cubicBezTo>
                      <a:pt x="12185" y="6469"/>
                      <a:pt x="12336" y="5697"/>
                      <a:pt x="12131" y="5027"/>
                    </a:cubicBezTo>
                    <a:lnTo>
                      <a:pt x="12131" y="5027"/>
                    </a:lnTo>
                    <a:cubicBezTo>
                      <a:pt x="12243" y="5048"/>
                      <a:pt x="12365" y="5065"/>
                      <a:pt x="12482" y="5065"/>
                    </a:cubicBezTo>
                    <a:cubicBezTo>
                      <a:pt x="12672" y="5065"/>
                      <a:pt x="12852" y="5021"/>
                      <a:pt x="12967" y="4876"/>
                    </a:cubicBezTo>
                    <a:cubicBezTo>
                      <a:pt x="13152" y="4646"/>
                      <a:pt x="13054" y="4309"/>
                      <a:pt x="12967" y="4031"/>
                    </a:cubicBezTo>
                    <a:cubicBezTo>
                      <a:pt x="12678" y="3088"/>
                      <a:pt x="12649" y="2077"/>
                      <a:pt x="12879" y="1119"/>
                    </a:cubicBezTo>
                    <a:lnTo>
                      <a:pt x="12165" y="0"/>
                    </a:lnTo>
                    <a:cubicBezTo>
                      <a:pt x="11985" y="132"/>
                      <a:pt x="11838" y="318"/>
                      <a:pt x="11770" y="474"/>
                    </a:cubicBezTo>
                    <a:cubicBezTo>
                      <a:pt x="11545" y="1011"/>
                      <a:pt x="11486" y="1749"/>
                      <a:pt x="11340" y="2316"/>
                    </a:cubicBezTo>
                    <a:cubicBezTo>
                      <a:pt x="10885" y="4094"/>
                      <a:pt x="10568" y="5902"/>
                      <a:pt x="10406" y="7729"/>
                    </a:cubicBezTo>
                    <a:cubicBezTo>
                      <a:pt x="10353" y="8364"/>
                      <a:pt x="10734" y="9400"/>
                      <a:pt x="10895" y="10201"/>
                    </a:cubicBezTo>
                    <a:cubicBezTo>
                      <a:pt x="10890" y="10196"/>
                      <a:pt x="10890" y="10196"/>
                      <a:pt x="10890" y="10196"/>
                    </a:cubicBezTo>
                    <a:cubicBezTo>
                      <a:pt x="10631" y="9776"/>
                      <a:pt x="9957" y="9488"/>
                      <a:pt x="9468" y="9463"/>
                    </a:cubicBezTo>
                    <a:cubicBezTo>
                      <a:pt x="9432" y="9462"/>
                      <a:pt x="9396" y="9461"/>
                      <a:pt x="9360" y="9461"/>
                    </a:cubicBezTo>
                    <a:cubicBezTo>
                      <a:pt x="8913" y="9461"/>
                      <a:pt x="8495" y="9600"/>
                      <a:pt x="8110" y="9840"/>
                    </a:cubicBezTo>
                    <a:cubicBezTo>
                      <a:pt x="7993" y="9913"/>
                      <a:pt x="7920" y="10015"/>
                      <a:pt x="7861" y="10133"/>
                    </a:cubicBezTo>
                    <a:cubicBezTo>
                      <a:pt x="7920" y="8320"/>
                      <a:pt x="8521" y="6430"/>
                      <a:pt x="8604" y="4632"/>
                    </a:cubicBezTo>
                    <a:cubicBezTo>
                      <a:pt x="8643" y="3752"/>
                      <a:pt x="8657" y="2873"/>
                      <a:pt x="8653" y="1993"/>
                    </a:cubicBezTo>
                    <a:cubicBezTo>
                      <a:pt x="8653" y="1877"/>
                      <a:pt x="8559" y="1811"/>
                      <a:pt x="8466" y="1811"/>
                    </a:cubicBezTo>
                    <a:cubicBezTo>
                      <a:pt x="8392" y="1811"/>
                      <a:pt x="8317" y="1853"/>
                      <a:pt x="8291" y="1945"/>
                    </a:cubicBezTo>
                    <a:lnTo>
                      <a:pt x="7915" y="3210"/>
                    </a:lnTo>
                    <a:cubicBezTo>
                      <a:pt x="7563" y="4402"/>
                      <a:pt x="7632" y="5448"/>
                      <a:pt x="7045" y="6473"/>
                    </a:cubicBezTo>
                    <a:cubicBezTo>
                      <a:pt x="7004" y="6546"/>
                      <a:pt x="6931" y="6582"/>
                      <a:pt x="6858" y="6582"/>
                    </a:cubicBezTo>
                    <a:cubicBezTo>
                      <a:pt x="6793" y="6582"/>
                      <a:pt x="6728" y="6553"/>
                      <a:pt x="6684" y="6493"/>
                    </a:cubicBezTo>
                    <a:lnTo>
                      <a:pt x="6430" y="6146"/>
                    </a:lnTo>
                    <a:cubicBezTo>
                      <a:pt x="6359" y="6051"/>
                      <a:pt x="6255" y="6005"/>
                      <a:pt x="6152" y="6005"/>
                    </a:cubicBezTo>
                    <a:cubicBezTo>
                      <a:pt x="6028" y="6005"/>
                      <a:pt x="5905" y="6072"/>
                      <a:pt x="5843" y="6200"/>
                    </a:cubicBezTo>
                    <a:cubicBezTo>
                      <a:pt x="5741" y="6410"/>
                      <a:pt x="5643" y="6635"/>
                      <a:pt x="5394" y="6649"/>
                    </a:cubicBezTo>
                    <a:cubicBezTo>
                      <a:pt x="5386" y="6650"/>
                      <a:pt x="5378" y="6650"/>
                      <a:pt x="5370" y="6650"/>
                    </a:cubicBezTo>
                    <a:cubicBezTo>
                      <a:pt x="5238" y="6650"/>
                      <a:pt x="5116" y="6574"/>
                      <a:pt x="5037" y="6464"/>
                    </a:cubicBezTo>
                    <a:cubicBezTo>
                      <a:pt x="4861" y="6219"/>
                      <a:pt x="4896" y="5921"/>
                      <a:pt x="4920" y="5638"/>
                    </a:cubicBezTo>
                    <a:cubicBezTo>
                      <a:pt x="5032" y="4378"/>
                      <a:pt x="4925" y="3102"/>
                      <a:pt x="4598" y="1881"/>
                    </a:cubicBezTo>
                    <a:cubicBezTo>
                      <a:pt x="4573" y="1790"/>
                      <a:pt x="4498" y="1747"/>
                      <a:pt x="4423" y="1747"/>
                    </a:cubicBezTo>
                    <a:cubicBezTo>
                      <a:pt x="4332" y="1747"/>
                      <a:pt x="4241" y="1808"/>
                      <a:pt x="4236" y="1920"/>
                    </a:cubicBezTo>
                    <a:cubicBezTo>
                      <a:pt x="4104" y="4549"/>
                      <a:pt x="4461" y="7187"/>
                      <a:pt x="4847" y="9805"/>
                    </a:cubicBezTo>
                    <a:cubicBezTo>
                      <a:pt x="4754" y="9752"/>
                      <a:pt x="4656" y="9703"/>
                      <a:pt x="4559" y="9669"/>
                    </a:cubicBezTo>
                    <a:cubicBezTo>
                      <a:pt x="4308" y="9577"/>
                      <a:pt x="4042" y="9534"/>
                      <a:pt x="3775" y="9534"/>
                    </a:cubicBezTo>
                    <a:cubicBezTo>
                      <a:pt x="3559" y="9534"/>
                      <a:pt x="3342" y="9562"/>
                      <a:pt x="3132" y="9615"/>
                    </a:cubicBezTo>
                    <a:cubicBezTo>
                      <a:pt x="2853" y="9683"/>
                      <a:pt x="2570" y="9801"/>
                      <a:pt x="2404" y="10040"/>
                    </a:cubicBezTo>
                    <a:cubicBezTo>
                      <a:pt x="2380" y="10074"/>
                      <a:pt x="2360" y="10128"/>
                      <a:pt x="2340" y="10191"/>
                    </a:cubicBezTo>
                    <a:cubicBezTo>
                      <a:pt x="2340" y="9395"/>
                      <a:pt x="2814" y="8525"/>
                      <a:pt x="2741" y="7729"/>
                    </a:cubicBezTo>
                    <a:cubicBezTo>
                      <a:pt x="2585" y="5902"/>
                      <a:pt x="2267" y="4094"/>
                      <a:pt x="1808" y="2321"/>
                    </a:cubicBezTo>
                    <a:cubicBezTo>
                      <a:pt x="1666" y="1749"/>
                      <a:pt x="1603" y="1011"/>
                      <a:pt x="1378" y="474"/>
                    </a:cubicBezTo>
                    <a:cubicBezTo>
                      <a:pt x="1315" y="318"/>
                      <a:pt x="1163" y="132"/>
                      <a:pt x="987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31"/>
              <p:cNvSpPr/>
              <p:nvPr/>
            </p:nvSpPr>
            <p:spPr>
              <a:xfrm>
                <a:off x="7975852" y="4194887"/>
                <a:ext cx="41423" cy="17831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455" extrusionOk="0">
                    <a:moveTo>
                      <a:pt x="85" y="0"/>
                    </a:moveTo>
                    <a:cubicBezTo>
                      <a:pt x="75" y="0"/>
                      <a:pt x="66" y="3"/>
                      <a:pt x="59" y="8"/>
                    </a:cubicBezTo>
                    <a:cubicBezTo>
                      <a:pt x="34" y="23"/>
                      <a:pt x="29" y="57"/>
                      <a:pt x="44" y="77"/>
                    </a:cubicBezTo>
                    <a:cubicBezTo>
                      <a:pt x="181" y="277"/>
                      <a:pt x="230" y="551"/>
                      <a:pt x="186" y="849"/>
                    </a:cubicBezTo>
                    <a:cubicBezTo>
                      <a:pt x="152" y="1059"/>
                      <a:pt x="83" y="1259"/>
                      <a:pt x="0" y="1454"/>
                    </a:cubicBezTo>
                    <a:lnTo>
                      <a:pt x="108" y="1454"/>
                    </a:lnTo>
                    <a:cubicBezTo>
                      <a:pt x="186" y="1269"/>
                      <a:pt x="254" y="1069"/>
                      <a:pt x="283" y="863"/>
                    </a:cubicBezTo>
                    <a:cubicBezTo>
                      <a:pt x="337" y="541"/>
                      <a:pt x="279" y="243"/>
                      <a:pt x="127" y="23"/>
                    </a:cubicBezTo>
                    <a:cubicBezTo>
                      <a:pt x="118" y="8"/>
                      <a:pt x="101" y="0"/>
                      <a:pt x="8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31"/>
              <p:cNvSpPr/>
              <p:nvPr/>
            </p:nvSpPr>
            <p:spPr>
              <a:xfrm>
                <a:off x="7834549" y="4199666"/>
                <a:ext cx="34192" cy="172918"/>
              </a:xfrm>
              <a:custGeom>
                <a:avLst/>
                <a:gdLst/>
                <a:ahLst/>
                <a:cxnLst/>
                <a:rect l="l" t="t" r="r" b="b"/>
                <a:pathLst>
                  <a:path w="279" h="1411" extrusionOk="0">
                    <a:moveTo>
                      <a:pt x="156" y="1"/>
                    </a:moveTo>
                    <a:cubicBezTo>
                      <a:pt x="133" y="1"/>
                      <a:pt x="116" y="18"/>
                      <a:pt x="108" y="38"/>
                    </a:cubicBezTo>
                    <a:cubicBezTo>
                      <a:pt x="0" y="492"/>
                      <a:pt x="24" y="971"/>
                      <a:pt x="171" y="1406"/>
                    </a:cubicBezTo>
                    <a:lnTo>
                      <a:pt x="171" y="1411"/>
                    </a:lnTo>
                    <a:lnTo>
                      <a:pt x="279" y="1411"/>
                    </a:lnTo>
                    <a:cubicBezTo>
                      <a:pt x="127" y="981"/>
                      <a:pt x="103" y="507"/>
                      <a:pt x="205" y="62"/>
                    </a:cubicBezTo>
                    <a:cubicBezTo>
                      <a:pt x="215" y="33"/>
                      <a:pt x="195" y="8"/>
                      <a:pt x="171" y="4"/>
                    </a:cubicBezTo>
                    <a:cubicBezTo>
                      <a:pt x="166" y="2"/>
                      <a:pt x="161" y="1"/>
                      <a:pt x="1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31"/>
              <p:cNvSpPr/>
              <p:nvPr/>
            </p:nvSpPr>
            <p:spPr>
              <a:xfrm>
                <a:off x="7259165" y="4187779"/>
                <a:ext cx="44364" cy="182477"/>
              </a:xfrm>
              <a:custGeom>
                <a:avLst/>
                <a:gdLst/>
                <a:ahLst/>
                <a:cxnLst/>
                <a:rect l="l" t="t" r="r" b="b"/>
                <a:pathLst>
                  <a:path w="362" h="1489" extrusionOk="0">
                    <a:moveTo>
                      <a:pt x="59" y="1"/>
                    </a:moveTo>
                    <a:cubicBezTo>
                      <a:pt x="50" y="1"/>
                      <a:pt x="42" y="3"/>
                      <a:pt x="34" y="8"/>
                    </a:cubicBezTo>
                    <a:cubicBezTo>
                      <a:pt x="10" y="18"/>
                      <a:pt x="0" y="52"/>
                      <a:pt x="10" y="76"/>
                    </a:cubicBezTo>
                    <a:cubicBezTo>
                      <a:pt x="235" y="511"/>
                      <a:pt x="254" y="1034"/>
                      <a:pt x="83" y="1488"/>
                    </a:cubicBezTo>
                    <a:lnTo>
                      <a:pt x="191" y="1488"/>
                    </a:lnTo>
                    <a:cubicBezTo>
                      <a:pt x="362" y="1014"/>
                      <a:pt x="327" y="477"/>
                      <a:pt x="103" y="27"/>
                    </a:cubicBezTo>
                    <a:cubicBezTo>
                      <a:pt x="93" y="11"/>
                      <a:pt x="76" y="1"/>
                      <a:pt x="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31"/>
              <p:cNvSpPr/>
              <p:nvPr/>
            </p:nvSpPr>
            <p:spPr>
              <a:xfrm>
                <a:off x="7137593" y="4216455"/>
                <a:ext cx="34192" cy="153800"/>
              </a:xfrm>
              <a:custGeom>
                <a:avLst/>
                <a:gdLst/>
                <a:ahLst/>
                <a:cxnLst/>
                <a:rect l="l" t="t" r="r" b="b"/>
                <a:pathLst>
                  <a:path w="279" h="1255" extrusionOk="0">
                    <a:moveTo>
                      <a:pt x="222" y="0"/>
                    </a:moveTo>
                    <a:cubicBezTo>
                      <a:pt x="201" y="0"/>
                      <a:pt x="184" y="14"/>
                      <a:pt x="176" y="38"/>
                    </a:cubicBezTo>
                    <a:cubicBezTo>
                      <a:pt x="39" y="424"/>
                      <a:pt x="0" y="844"/>
                      <a:pt x="49" y="1254"/>
                    </a:cubicBezTo>
                    <a:lnTo>
                      <a:pt x="152" y="1254"/>
                    </a:lnTo>
                    <a:cubicBezTo>
                      <a:pt x="152" y="1254"/>
                      <a:pt x="152" y="1249"/>
                      <a:pt x="152" y="1249"/>
                    </a:cubicBezTo>
                    <a:cubicBezTo>
                      <a:pt x="98" y="853"/>
                      <a:pt x="142" y="443"/>
                      <a:pt x="269" y="72"/>
                    </a:cubicBezTo>
                    <a:cubicBezTo>
                      <a:pt x="279" y="42"/>
                      <a:pt x="264" y="13"/>
                      <a:pt x="240" y="3"/>
                    </a:cubicBezTo>
                    <a:cubicBezTo>
                      <a:pt x="234" y="1"/>
                      <a:pt x="228" y="0"/>
                      <a:pt x="222" y="0"/>
                    </a:cubicBezTo>
                    <a:close/>
                  </a:path>
                </a:pathLst>
              </a:custGeom>
              <a:solidFill>
                <a:srgbClr val="7143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31"/>
              <p:cNvSpPr/>
              <p:nvPr/>
            </p:nvSpPr>
            <p:spPr>
              <a:xfrm>
                <a:off x="6890282" y="1821338"/>
                <a:ext cx="1351509" cy="1041062"/>
              </a:xfrm>
              <a:custGeom>
                <a:avLst/>
                <a:gdLst/>
                <a:ahLst/>
                <a:cxnLst/>
                <a:rect l="l" t="t" r="r" b="b"/>
                <a:pathLst>
                  <a:path w="11028" h="8495" extrusionOk="0">
                    <a:moveTo>
                      <a:pt x="3" y="2819"/>
                    </a:moveTo>
                    <a:cubicBezTo>
                      <a:pt x="2" y="2819"/>
                      <a:pt x="2" y="2819"/>
                      <a:pt x="1" y="2819"/>
                    </a:cubicBezTo>
                    <a:lnTo>
                      <a:pt x="1" y="2824"/>
                    </a:lnTo>
                    <a:cubicBezTo>
                      <a:pt x="2" y="2822"/>
                      <a:pt x="2" y="2820"/>
                      <a:pt x="3" y="2819"/>
                    </a:cubicBezTo>
                    <a:close/>
                    <a:moveTo>
                      <a:pt x="1632" y="0"/>
                    </a:moveTo>
                    <a:cubicBezTo>
                      <a:pt x="1325" y="284"/>
                      <a:pt x="1080" y="616"/>
                      <a:pt x="870" y="978"/>
                    </a:cubicBezTo>
                    <a:cubicBezTo>
                      <a:pt x="846" y="1012"/>
                      <a:pt x="826" y="1046"/>
                      <a:pt x="807" y="1080"/>
                    </a:cubicBezTo>
                    <a:cubicBezTo>
                      <a:pt x="518" y="1608"/>
                      <a:pt x="289" y="2174"/>
                      <a:pt x="54" y="2707"/>
                    </a:cubicBezTo>
                    <a:cubicBezTo>
                      <a:pt x="40" y="2744"/>
                      <a:pt x="22" y="2781"/>
                      <a:pt x="3" y="2819"/>
                    </a:cubicBezTo>
                    <a:lnTo>
                      <a:pt x="3" y="2819"/>
                    </a:lnTo>
                    <a:cubicBezTo>
                      <a:pt x="36" y="2809"/>
                      <a:pt x="65" y="2800"/>
                      <a:pt x="93" y="2795"/>
                    </a:cubicBezTo>
                    <a:cubicBezTo>
                      <a:pt x="104" y="2787"/>
                      <a:pt x="113" y="2783"/>
                      <a:pt x="122" y="2783"/>
                    </a:cubicBezTo>
                    <a:cubicBezTo>
                      <a:pt x="129" y="2783"/>
                      <a:pt x="136" y="2786"/>
                      <a:pt x="142" y="2790"/>
                    </a:cubicBezTo>
                    <a:cubicBezTo>
                      <a:pt x="148" y="2790"/>
                      <a:pt x="153" y="2790"/>
                      <a:pt x="158" y="2790"/>
                    </a:cubicBezTo>
                    <a:cubicBezTo>
                      <a:pt x="280" y="2790"/>
                      <a:pt x="400" y="2842"/>
                      <a:pt x="494" y="2922"/>
                    </a:cubicBezTo>
                    <a:cubicBezTo>
                      <a:pt x="504" y="2912"/>
                      <a:pt x="518" y="2898"/>
                      <a:pt x="528" y="2888"/>
                    </a:cubicBezTo>
                    <a:cubicBezTo>
                      <a:pt x="821" y="3117"/>
                      <a:pt x="890" y="3523"/>
                      <a:pt x="953" y="3889"/>
                    </a:cubicBezTo>
                    <a:cubicBezTo>
                      <a:pt x="1017" y="4256"/>
                      <a:pt x="1124" y="4666"/>
                      <a:pt x="1452" y="4847"/>
                    </a:cubicBezTo>
                    <a:cubicBezTo>
                      <a:pt x="1514" y="4880"/>
                      <a:pt x="1583" y="4895"/>
                      <a:pt x="1653" y="4895"/>
                    </a:cubicBezTo>
                    <a:cubicBezTo>
                      <a:pt x="1926" y="4895"/>
                      <a:pt x="2214" y="4672"/>
                      <a:pt x="2160" y="4432"/>
                    </a:cubicBezTo>
                    <a:lnTo>
                      <a:pt x="2160" y="4432"/>
                    </a:lnTo>
                    <a:cubicBezTo>
                      <a:pt x="2375" y="5037"/>
                      <a:pt x="2585" y="5648"/>
                      <a:pt x="2800" y="6254"/>
                    </a:cubicBezTo>
                    <a:cubicBezTo>
                      <a:pt x="2864" y="6430"/>
                      <a:pt x="2932" y="6620"/>
                      <a:pt x="3083" y="6728"/>
                    </a:cubicBezTo>
                    <a:cubicBezTo>
                      <a:pt x="3168" y="6789"/>
                      <a:pt x="3267" y="6817"/>
                      <a:pt x="3369" y="6817"/>
                    </a:cubicBezTo>
                    <a:cubicBezTo>
                      <a:pt x="3549" y="6817"/>
                      <a:pt x="3739" y="6730"/>
                      <a:pt x="3870" y="6596"/>
                    </a:cubicBezTo>
                    <a:cubicBezTo>
                      <a:pt x="4075" y="6391"/>
                      <a:pt x="4168" y="6102"/>
                      <a:pt x="4256" y="5829"/>
                    </a:cubicBezTo>
                    <a:cubicBezTo>
                      <a:pt x="4500" y="6640"/>
                      <a:pt x="4749" y="7451"/>
                      <a:pt x="4994" y="8262"/>
                    </a:cubicBezTo>
                    <a:cubicBezTo>
                      <a:pt x="5039" y="8412"/>
                      <a:pt x="5173" y="8495"/>
                      <a:pt x="5309" y="8495"/>
                    </a:cubicBezTo>
                    <a:cubicBezTo>
                      <a:pt x="5406" y="8495"/>
                      <a:pt x="5505" y="8452"/>
                      <a:pt x="5570" y="8360"/>
                    </a:cubicBezTo>
                    <a:cubicBezTo>
                      <a:pt x="6024" y="7720"/>
                      <a:pt x="6381" y="7011"/>
                      <a:pt x="6620" y="6269"/>
                    </a:cubicBezTo>
                    <a:cubicBezTo>
                      <a:pt x="6757" y="6659"/>
                      <a:pt x="6894" y="7055"/>
                      <a:pt x="7031" y="7446"/>
                    </a:cubicBezTo>
                    <a:cubicBezTo>
                      <a:pt x="7074" y="7568"/>
                      <a:pt x="7186" y="7636"/>
                      <a:pt x="7300" y="7636"/>
                    </a:cubicBezTo>
                    <a:cubicBezTo>
                      <a:pt x="7378" y="7636"/>
                      <a:pt x="7457" y="7604"/>
                      <a:pt x="7515" y="7534"/>
                    </a:cubicBezTo>
                    <a:cubicBezTo>
                      <a:pt x="7940" y="7031"/>
                      <a:pt x="8189" y="6376"/>
                      <a:pt x="8189" y="5712"/>
                    </a:cubicBezTo>
                    <a:cubicBezTo>
                      <a:pt x="8189" y="5716"/>
                      <a:pt x="8189" y="5716"/>
                      <a:pt x="8194" y="5716"/>
                    </a:cubicBezTo>
                    <a:cubicBezTo>
                      <a:pt x="8295" y="5822"/>
                      <a:pt x="8427" y="5872"/>
                      <a:pt x="8558" y="5872"/>
                    </a:cubicBezTo>
                    <a:cubicBezTo>
                      <a:pt x="8738" y="5872"/>
                      <a:pt x="8916" y="5777"/>
                      <a:pt x="9010" y="5599"/>
                    </a:cubicBezTo>
                    <a:cubicBezTo>
                      <a:pt x="9400" y="4842"/>
                      <a:pt x="9952" y="3972"/>
                      <a:pt x="10314" y="3411"/>
                    </a:cubicBezTo>
                    <a:cubicBezTo>
                      <a:pt x="10314" y="3406"/>
                      <a:pt x="10314" y="3396"/>
                      <a:pt x="10314" y="3391"/>
                    </a:cubicBezTo>
                    <a:cubicBezTo>
                      <a:pt x="10304" y="3156"/>
                      <a:pt x="10485" y="2907"/>
                      <a:pt x="10705" y="2824"/>
                    </a:cubicBezTo>
                    <a:cubicBezTo>
                      <a:pt x="10757" y="2802"/>
                      <a:pt x="10813" y="2789"/>
                      <a:pt x="10868" y="2789"/>
                    </a:cubicBezTo>
                    <a:cubicBezTo>
                      <a:pt x="10921" y="2789"/>
                      <a:pt x="10975" y="2800"/>
                      <a:pt x="11027" y="2824"/>
                    </a:cubicBezTo>
                    <a:cubicBezTo>
                      <a:pt x="10759" y="2228"/>
                      <a:pt x="10304" y="1569"/>
                      <a:pt x="9811" y="978"/>
                    </a:cubicBezTo>
                    <a:cubicBezTo>
                      <a:pt x="9796" y="963"/>
                      <a:pt x="9781" y="948"/>
                      <a:pt x="9767" y="929"/>
                    </a:cubicBezTo>
                    <a:cubicBezTo>
                      <a:pt x="9474" y="587"/>
                      <a:pt x="9171" y="269"/>
                      <a:pt x="887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31"/>
              <p:cNvSpPr/>
              <p:nvPr/>
            </p:nvSpPr>
            <p:spPr>
              <a:xfrm>
                <a:off x="6996290" y="1821338"/>
                <a:ext cx="1090962" cy="375738"/>
              </a:xfrm>
              <a:custGeom>
                <a:avLst/>
                <a:gdLst/>
                <a:ahLst/>
                <a:cxnLst/>
                <a:rect l="l" t="t" r="r" b="b"/>
                <a:pathLst>
                  <a:path w="8902" h="3066" extrusionOk="0">
                    <a:moveTo>
                      <a:pt x="767" y="0"/>
                    </a:moveTo>
                    <a:cubicBezTo>
                      <a:pt x="460" y="279"/>
                      <a:pt x="210" y="616"/>
                      <a:pt x="0" y="978"/>
                    </a:cubicBezTo>
                    <a:lnTo>
                      <a:pt x="5" y="978"/>
                    </a:lnTo>
                    <a:cubicBezTo>
                      <a:pt x="108" y="1197"/>
                      <a:pt x="264" y="1393"/>
                      <a:pt x="469" y="1530"/>
                    </a:cubicBezTo>
                    <a:cubicBezTo>
                      <a:pt x="618" y="1632"/>
                      <a:pt x="779" y="1667"/>
                      <a:pt x="948" y="1667"/>
                    </a:cubicBezTo>
                    <a:cubicBezTo>
                      <a:pt x="1329" y="1667"/>
                      <a:pt x="1747" y="1486"/>
                      <a:pt x="2136" y="1486"/>
                    </a:cubicBezTo>
                    <a:cubicBezTo>
                      <a:pt x="2290" y="1486"/>
                      <a:pt x="2439" y="1514"/>
                      <a:pt x="2580" y="1593"/>
                    </a:cubicBezTo>
                    <a:cubicBezTo>
                      <a:pt x="2893" y="1769"/>
                      <a:pt x="3156" y="2658"/>
                      <a:pt x="3459" y="2858"/>
                    </a:cubicBezTo>
                    <a:cubicBezTo>
                      <a:pt x="3681" y="3003"/>
                      <a:pt x="3913" y="3066"/>
                      <a:pt x="4145" y="3066"/>
                    </a:cubicBezTo>
                    <a:cubicBezTo>
                      <a:pt x="4769" y="3066"/>
                      <a:pt x="5400" y="2614"/>
                      <a:pt x="5863" y="2077"/>
                    </a:cubicBezTo>
                    <a:cubicBezTo>
                      <a:pt x="6039" y="1867"/>
                      <a:pt x="6557" y="1373"/>
                      <a:pt x="6772" y="1202"/>
                    </a:cubicBezTo>
                    <a:cubicBezTo>
                      <a:pt x="6910" y="1093"/>
                      <a:pt x="7097" y="1059"/>
                      <a:pt x="7303" y="1059"/>
                    </a:cubicBezTo>
                    <a:cubicBezTo>
                      <a:pt x="7663" y="1059"/>
                      <a:pt x="8083" y="1164"/>
                      <a:pt x="8407" y="1164"/>
                    </a:cubicBezTo>
                    <a:cubicBezTo>
                      <a:pt x="8638" y="1164"/>
                      <a:pt x="8821" y="1111"/>
                      <a:pt x="8902" y="929"/>
                    </a:cubicBezTo>
                    <a:cubicBezTo>
                      <a:pt x="8609" y="587"/>
                      <a:pt x="8301" y="269"/>
                      <a:pt x="8008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31"/>
              <p:cNvSpPr/>
              <p:nvPr/>
            </p:nvSpPr>
            <p:spPr>
              <a:xfrm>
                <a:off x="6917856" y="976356"/>
                <a:ext cx="1235942" cy="1031013"/>
              </a:xfrm>
              <a:custGeom>
                <a:avLst/>
                <a:gdLst/>
                <a:ahLst/>
                <a:cxnLst/>
                <a:rect l="l" t="t" r="r" b="b"/>
                <a:pathLst>
                  <a:path w="10085" h="8413" extrusionOk="0">
                    <a:moveTo>
                      <a:pt x="5726" y="0"/>
                    </a:moveTo>
                    <a:cubicBezTo>
                      <a:pt x="5501" y="0"/>
                      <a:pt x="5272" y="28"/>
                      <a:pt x="5042" y="85"/>
                    </a:cubicBezTo>
                    <a:cubicBezTo>
                      <a:pt x="4822" y="140"/>
                      <a:pt x="4613" y="159"/>
                      <a:pt x="4411" y="159"/>
                    </a:cubicBezTo>
                    <a:cubicBezTo>
                      <a:pt x="4344" y="159"/>
                      <a:pt x="4278" y="157"/>
                      <a:pt x="4212" y="153"/>
                    </a:cubicBezTo>
                    <a:cubicBezTo>
                      <a:pt x="3906" y="138"/>
                      <a:pt x="3621" y="94"/>
                      <a:pt x="3354" y="94"/>
                    </a:cubicBezTo>
                    <a:cubicBezTo>
                      <a:pt x="2684" y="94"/>
                      <a:pt x="2128" y="373"/>
                      <a:pt x="1642" y="2093"/>
                    </a:cubicBezTo>
                    <a:cubicBezTo>
                      <a:pt x="1481" y="2200"/>
                      <a:pt x="1290" y="2283"/>
                      <a:pt x="1183" y="2445"/>
                    </a:cubicBezTo>
                    <a:cubicBezTo>
                      <a:pt x="1002" y="2713"/>
                      <a:pt x="1114" y="3065"/>
                      <a:pt x="1109" y="3393"/>
                    </a:cubicBezTo>
                    <a:cubicBezTo>
                      <a:pt x="1104" y="3583"/>
                      <a:pt x="1046" y="3774"/>
                      <a:pt x="948" y="3940"/>
                    </a:cubicBezTo>
                    <a:cubicBezTo>
                      <a:pt x="753" y="4277"/>
                      <a:pt x="396" y="4531"/>
                      <a:pt x="0" y="4565"/>
                    </a:cubicBezTo>
                    <a:cubicBezTo>
                      <a:pt x="213" y="4649"/>
                      <a:pt x="491" y="4717"/>
                      <a:pt x="735" y="4717"/>
                    </a:cubicBezTo>
                    <a:cubicBezTo>
                      <a:pt x="789" y="4717"/>
                      <a:pt x="840" y="4714"/>
                      <a:pt x="889" y="4707"/>
                    </a:cubicBezTo>
                    <a:lnTo>
                      <a:pt x="889" y="4707"/>
                    </a:lnTo>
                    <a:cubicBezTo>
                      <a:pt x="504" y="4887"/>
                      <a:pt x="201" y="5234"/>
                      <a:pt x="64" y="5640"/>
                    </a:cubicBezTo>
                    <a:cubicBezTo>
                      <a:pt x="271" y="5490"/>
                      <a:pt x="527" y="5413"/>
                      <a:pt x="782" y="5413"/>
                    </a:cubicBezTo>
                    <a:cubicBezTo>
                      <a:pt x="851" y="5413"/>
                      <a:pt x="919" y="5418"/>
                      <a:pt x="987" y="5430"/>
                    </a:cubicBezTo>
                    <a:cubicBezTo>
                      <a:pt x="846" y="5650"/>
                      <a:pt x="802" y="5865"/>
                      <a:pt x="606" y="6040"/>
                    </a:cubicBezTo>
                    <a:cubicBezTo>
                      <a:pt x="377" y="6246"/>
                      <a:pt x="230" y="6539"/>
                      <a:pt x="201" y="6847"/>
                    </a:cubicBezTo>
                    <a:cubicBezTo>
                      <a:pt x="360" y="6794"/>
                      <a:pt x="529" y="6766"/>
                      <a:pt x="698" y="6766"/>
                    </a:cubicBezTo>
                    <a:cubicBezTo>
                      <a:pt x="762" y="6766"/>
                      <a:pt x="826" y="6770"/>
                      <a:pt x="889" y="6778"/>
                    </a:cubicBezTo>
                    <a:cubicBezTo>
                      <a:pt x="888" y="6772"/>
                      <a:pt x="889" y="6770"/>
                      <a:pt x="891" y="6770"/>
                    </a:cubicBezTo>
                    <a:cubicBezTo>
                      <a:pt x="895" y="6770"/>
                      <a:pt x="903" y="6775"/>
                      <a:pt x="909" y="6778"/>
                    </a:cubicBezTo>
                    <a:cubicBezTo>
                      <a:pt x="758" y="6944"/>
                      <a:pt x="689" y="7184"/>
                      <a:pt x="738" y="7404"/>
                    </a:cubicBezTo>
                    <a:cubicBezTo>
                      <a:pt x="1051" y="7149"/>
                      <a:pt x="1613" y="7066"/>
                      <a:pt x="2018" y="7066"/>
                    </a:cubicBezTo>
                    <a:cubicBezTo>
                      <a:pt x="2463" y="7066"/>
                      <a:pt x="2902" y="7262"/>
                      <a:pt x="3195" y="7594"/>
                    </a:cubicBezTo>
                    <a:cubicBezTo>
                      <a:pt x="3332" y="7745"/>
                      <a:pt x="3347" y="7833"/>
                      <a:pt x="3503" y="7960"/>
                    </a:cubicBezTo>
                    <a:cubicBezTo>
                      <a:pt x="3629" y="8060"/>
                      <a:pt x="3788" y="8129"/>
                      <a:pt x="3945" y="8129"/>
                    </a:cubicBezTo>
                    <a:cubicBezTo>
                      <a:pt x="3988" y="8129"/>
                      <a:pt x="4032" y="8124"/>
                      <a:pt x="4075" y="8112"/>
                    </a:cubicBezTo>
                    <a:cubicBezTo>
                      <a:pt x="4138" y="8097"/>
                      <a:pt x="4197" y="8063"/>
                      <a:pt x="4261" y="8063"/>
                    </a:cubicBezTo>
                    <a:cubicBezTo>
                      <a:pt x="4263" y="8063"/>
                      <a:pt x="4266" y="8063"/>
                      <a:pt x="4269" y="8063"/>
                    </a:cubicBezTo>
                    <a:cubicBezTo>
                      <a:pt x="4406" y="8063"/>
                      <a:pt x="4512" y="8182"/>
                      <a:pt x="4627" y="8268"/>
                    </a:cubicBezTo>
                    <a:cubicBezTo>
                      <a:pt x="4757" y="8366"/>
                      <a:pt x="4916" y="8413"/>
                      <a:pt x="5079" y="8413"/>
                    </a:cubicBezTo>
                    <a:cubicBezTo>
                      <a:pt x="5137" y="8413"/>
                      <a:pt x="5195" y="8407"/>
                      <a:pt x="5252" y="8395"/>
                    </a:cubicBezTo>
                    <a:cubicBezTo>
                      <a:pt x="5370" y="8376"/>
                      <a:pt x="5477" y="8312"/>
                      <a:pt x="5570" y="8234"/>
                    </a:cubicBezTo>
                    <a:cubicBezTo>
                      <a:pt x="5648" y="8166"/>
                      <a:pt x="5726" y="8107"/>
                      <a:pt x="5824" y="8107"/>
                    </a:cubicBezTo>
                    <a:cubicBezTo>
                      <a:pt x="5892" y="8112"/>
                      <a:pt x="5951" y="8141"/>
                      <a:pt x="6010" y="8156"/>
                    </a:cubicBezTo>
                    <a:cubicBezTo>
                      <a:pt x="6053" y="8168"/>
                      <a:pt x="6098" y="8173"/>
                      <a:pt x="6142" y="8173"/>
                    </a:cubicBezTo>
                    <a:cubicBezTo>
                      <a:pt x="6299" y="8173"/>
                      <a:pt x="6455" y="8104"/>
                      <a:pt x="6581" y="8004"/>
                    </a:cubicBezTo>
                    <a:cubicBezTo>
                      <a:pt x="6737" y="7877"/>
                      <a:pt x="6752" y="7789"/>
                      <a:pt x="6889" y="7638"/>
                    </a:cubicBezTo>
                    <a:cubicBezTo>
                      <a:pt x="7187" y="7311"/>
                      <a:pt x="7627" y="7110"/>
                      <a:pt x="8066" y="7110"/>
                    </a:cubicBezTo>
                    <a:cubicBezTo>
                      <a:pt x="8472" y="7110"/>
                      <a:pt x="9034" y="7193"/>
                      <a:pt x="9351" y="7447"/>
                    </a:cubicBezTo>
                    <a:cubicBezTo>
                      <a:pt x="9395" y="7228"/>
                      <a:pt x="9327" y="6988"/>
                      <a:pt x="9175" y="6822"/>
                    </a:cubicBezTo>
                    <a:cubicBezTo>
                      <a:pt x="9182" y="6822"/>
                      <a:pt x="9191" y="6816"/>
                      <a:pt x="9194" y="6816"/>
                    </a:cubicBezTo>
                    <a:cubicBezTo>
                      <a:pt x="9196" y="6816"/>
                      <a:pt x="9197" y="6817"/>
                      <a:pt x="9195" y="6822"/>
                    </a:cubicBezTo>
                    <a:cubicBezTo>
                      <a:pt x="9258" y="6814"/>
                      <a:pt x="9321" y="6810"/>
                      <a:pt x="9384" y="6810"/>
                    </a:cubicBezTo>
                    <a:cubicBezTo>
                      <a:pt x="9554" y="6810"/>
                      <a:pt x="9725" y="6839"/>
                      <a:pt x="9889" y="6895"/>
                    </a:cubicBezTo>
                    <a:cubicBezTo>
                      <a:pt x="9859" y="6588"/>
                      <a:pt x="9708" y="6295"/>
                      <a:pt x="9478" y="6084"/>
                    </a:cubicBezTo>
                    <a:cubicBezTo>
                      <a:pt x="9283" y="5909"/>
                      <a:pt x="9244" y="5698"/>
                      <a:pt x="9097" y="5479"/>
                    </a:cubicBezTo>
                    <a:cubicBezTo>
                      <a:pt x="9168" y="5466"/>
                      <a:pt x="9239" y="5459"/>
                      <a:pt x="9311" y="5459"/>
                    </a:cubicBezTo>
                    <a:cubicBezTo>
                      <a:pt x="9564" y="5459"/>
                      <a:pt x="9815" y="5539"/>
                      <a:pt x="10021" y="5684"/>
                    </a:cubicBezTo>
                    <a:cubicBezTo>
                      <a:pt x="9889" y="5278"/>
                      <a:pt x="9581" y="4931"/>
                      <a:pt x="9195" y="4751"/>
                    </a:cubicBezTo>
                    <a:lnTo>
                      <a:pt x="9195" y="4751"/>
                    </a:lnTo>
                    <a:cubicBezTo>
                      <a:pt x="9244" y="4758"/>
                      <a:pt x="9296" y="4761"/>
                      <a:pt x="9349" y="4761"/>
                    </a:cubicBezTo>
                    <a:cubicBezTo>
                      <a:pt x="9593" y="4761"/>
                      <a:pt x="9872" y="4693"/>
                      <a:pt x="10084" y="4609"/>
                    </a:cubicBezTo>
                    <a:cubicBezTo>
                      <a:pt x="9498" y="4560"/>
                      <a:pt x="8995" y="4023"/>
                      <a:pt x="8980" y="3436"/>
                    </a:cubicBezTo>
                    <a:cubicBezTo>
                      <a:pt x="8970" y="3114"/>
                      <a:pt x="9083" y="2757"/>
                      <a:pt x="8902" y="2489"/>
                    </a:cubicBezTo>
                    <a:cubicBezTo>
                      <a:pt x="8794" y="2327"/>
                      <a:pt x="8609" y="2244"/>
                      <a:pt x="8447" y="2137"/>
                    </a:cubicBezTo>
                    <a:cubicBezTo>
                      <a:pt x="8443" y="2127"/>
                      <a:pt x="8443" y="2117"/>
                      <a:pt x="8438" y="2108"/>
                    </a:cubicBezTo>
                    <a:cubicBezTo>
                      <a:pt x="8120" y="999"/>
                      <a:pt x="7211" y="202"/>
                      <a:pt x="6137" y="31"/>
                    </a:cubicBezTo>
                    <a:cubicBezTo>
                      <a:pt x="6002" y="11"/>
                      <a:pt x="5865" y="0"/>
                      <a:pt x="5726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31"/>
              <p:cNvSpPr/>
              <p:nvPr/>
            </p:nvSpPr>
            <p:spPr>
              <a:xfrm>
                <a:off x="7175829" y="1423418"/>
                <a:ext cx="717422" cy="151349"/>
              </a:xfrm>
              <a:custGeom>
                <a:avLst/>
                <a:gdLst/>
                <a:ahLst/>
                <a:cxnLst/>
                <a:rect l="l" t="t" r="r" b="b"/>
                <a:pathLst>
                  <a:path w="5854" h="1235" extrusionOk="0">
                    <a:moveTo>
                      <a:pt x="2929" y="1"/>
                    </a:moveTo>
                    <a:cubicBezTo>
                      <a:pt x="2313" y="1"/>
                      <a:pt x="1702" y="107"/>
                      <a:pt x="1134" y="355"/>
                    </a:cubicBezTo>
                    <a:cubicBezTo>
                      <a:pt x="1" y="854"/>
                      <a:pt x="949" y="1171"/>
                      <a:pt x="1174" y="1176"/>
                    </a:cubicBezTo>
                    <a:cubicBezTo>
                      <a:pt x="1181" y="1176"/>
                      <a:pt x="1189" y="1176"/>
                      <a:pt x="1196" y="1176"/>
                    </a:cubicBezTo>
                    <a:cubicBezTo>
                      <a:pt x="1413" y="1176"/>
                      <a:pt x="1626" y="1111"/>
                      <a:pt x="1838" y="1059"/>
                    </a:cubicBezTo>
                    <a:cubicBezTo>
                      <a:pt x="2267" y="948"/>
                      <a:pt x="2697" y="896"/>
                      <a:pt x="3126" y="896"/>
                    </a:cubicBezTo>
                    <a:cubicBezTo>
                      <a:pt x="3660" y="896"/>
                      <a:pt x="4192" y="976"/>
                      <a:pt x="4720" y="1122"/>
                    </a:cubicBezTo>
                    <a:cubicBezTo>
                      <a:pt x="4886" y="1169"/>
                      <a:pt x="5049" y="1234"/>
                      <a:pt x="5205" y="1234"/>
                    </a:cubicBezTo>
                    <a:cubicBezTo>
                      <a:pt x="5310" y="1234"/>
                      <a:pt x="5413" y="1204"/>
                      <a:pt x="5512" y="1117"/>
                    </a:cubicBezTo>
                    <a:cubicBezTo>
                      <a:pt x="5854" y="824"/>
                      <a:pt x="4852" y="311"/>
                      <a:pt x="4598" y="238"/>
                    </a:cubicBezTo>
                    <a:cubicBezTo>
                      <a:pt x="4056" y="89"/>
                      <a:pt x="3490" y="1"/>
                      <a:pt x="2929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31"/>
              <p:cNvSpPr/>
              <p:nvPr/>
            </p:nvSpPr>
            <p:spPr>
              <a:xfrm>
                <a:off x="7716531" y="1282486"/>
                <a:ext cx="58825" cy="185173"/>
              </a:xfrm>
              <a:custGeom>
                <a:avLst/>
                <a:gdLst/>
                <a:ahLst/>
                <a:cxnLst/>
                <a:rect l="l" t="t" r="r" b="b"/>
                <a:pathLst>
                  <a:path w="480" h="1511" extrusionOk="0">
                    <a:moveTo>
                      <a:pt x="240" y="0"/>
                    </a:moveTo>
                    <a:cubicBezTo>
                      <a:pt x="108" y="0"/>
                      <a:pt x="1" y="338"/>
                      <a:pt x="1" y="758"/>
                    </a:cubicBezTo>
                    <a:cubicBezTo>
                      <a:pt x="1" y="1173"/>
                      <a:pt x="108" y="1510"/>
                      <a:pt x="240" y="1510"/>
                    </a:cubicBezTo>
                    <a:cubicBezTo>
                      <a:pt x="372" y="1510"/>
                      <a:pt x="479" y="1173"/>
                      <a:pt x="479" y="758"/>
                    </a:cubicBezTo>
                    <a:cubicBezTo>
                      <a:pt x="479" y="338"/>
                      <a:pt x="372" y="0"/>
                      <a:pt x="2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31"/>
              <p:cNvSpPr/>
              <p:nvPr/>
            </p:nvSpPr>
            <p:spPr>
              <a:xfrm>
                <a:off x="7312353" y="1282486"/>
                <a:ext cx="58212" cy="185173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511" extrusionOk="0">
                    <a:moveTo>
                      <a:pt x="235" y="0"/>
                    </a:moveTo>
                    <a:cubicBezTo>
                      <a:pt x="108" y="0"/>
                      <a:pt x="1" y="338"/>
                      <a:pt x="1" y="758"/>
                    </a:cubicBezTo>
                    <a:cubicBezTo>
                      <a:pt x="1" y="1173"/>
                      <a:pt x="108" y="1510"/>
                      <a:pt x="235" y="1510"/>
                    </a:cubicBezTo>
                    <a:cubicBezTo>
                      <a:pt x="367" y="1510"/>
                      <a:pt x="475" y="1173"/>
                      <a:pt x="475" y="758"/>
                    </a:cubicBezTo>
                    <a:cubicBezTo>
                      <a:pt x="475" y="338"/>
                      <a:pt x="367" y="0"/>
                      <a:pt x="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31"/>
              <p:cNvSpPr/>
              <p:nvPr/>
            </p:nvSpPr>
            <p:spPr>
              <a:xfrm>
                <a:off x="7034036" y="987753"/>
                <a:ext cx="415576" cy="471450"/>
              </a:xfrm>
              <a:custGeom>
                <a:avLst/>
                <a:gdLst/>
                <a:ahLst/>
                <a:cxnLst/>
                <a:rect l="l" t="t" r="r" b="b"/>
                <a:pathLst>
                  <a:path w="3391" h="3847" extrusionOk="0">
                    <a:moveTo>
                      <a:pt x="2406" y="1"/>
                    </a:moveTo>
                    <a:cubicBezTo>
                      <a:pt x="1735" y="1"/>
                      <a:pt x="1178" y="280"/>
                      <a:pt x="689" y="2000"/>
                    </a:cubicBezTo>
                    <a:cubicBezTo>
                      <a:pt x="528" y="2107"/>
                      <a:pt x="342" y="2190"/>
                      <a:pt x="235" y="2352"/>
                    </a:cubicBezTo>
                    <a:cubicBezTo>
                      <a:pt x="54" y="2620"/>
                      <a:pt x="166" y="2977"/>
                      <a:pt x="156" y="3300"/>
                    </a:cubicBezTo>
                    <a:cubicBezTo>
                      <a:pt x="156" y="3490"/>
                      <a:pt x="98" y="3681"/>
                      <a:pt x="0" y="3847"/>
                    </a:cubicBezTo>
                    <a:cubicBezTo>
                      <a:pt x="283" y="3705"/>
                      <a:pt x="538" y="3485"/>
                      <a:pt x="743" y="3246"/>
                    </a:cubicBezTo>
                    <a:cubicBezTo>
                      <a:pt x="1212" y="2679"/>
                      <a:pt x="1534" y="2015"/>
                      <a:pt x="2145" y="1575"/>
                    </a:cubicBezTo>
                    <a:cubicBezTo>
                      <a:pt x="2624" y="1228"/>
                      <a:pt x="3391" y="925"/>
                      <a:pt x="3288" y="197"/>
                    </a:cubicBezTo>
                    <a:cubicBezTo>
                      <a:pt x="3283" y="148"/>
                      <a:pt x="3273" y="104"/>
                      <a:pt x="3264" y="60"/>
                    </a:cubicBezTo>
                    <a:cubicBezTo>
                      <a:pt x="2958" y="45"/>
                      <a:pt x="2673" y="1"/>
                      <a:pt x="2406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31"/>
              <p:cNvSpPr/>
              <p:nvPr/>
            </p:nvSpPr>
            <p:spPr>
              <a:xfrm>
                <a:off x="7644715" y="980768"/>
                <a:ext cx="431140" cy="528803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4315" extrusionOk="0">
                    <a:moveTo>
                      <a:pt x="206" y="0"/>
                    </a:moveTo>
                    <a:cubicBezTo>
                      <a:pt x="206" y="0"/>
                      <a:pt x="206" y="0"/>
                      <a:pt x="206" y="5"/>
                    </a:cubicBezTo>
                    <a:cubicBezTo>
                      <a:pt x="0" y="713"/>
                      <a:pt x="714" y="1119"/>
                      <a:pt x="1144" y="1534"/>
                    </a:cubicBezTo>
                    <a:cubicBezTo>
                      <a:pt x="1686" y="2057"/>
                      <a:pt x="2052" y="2687"/>
                      <a:pt x="2292" y="3386"/>
                    </a:cubicBezTo>
                    <a:cubicBezTo>
                      <a:pt x="2585" y="4231"/>
                      <a:pt x="3264" y="4133"/>
                      <a:pt x="3518" y="4314"/>
                    </a:cubicBezTo>
                    <a:cubicBezTo>
                      <a:pt x="3450" y="4133"/>
                      <a:pt x="2839" y="3713"/>
                      <a:pt x="2858" y="3523"/>
                    </a:cubicBezTo>
                    <a:cubicBezTo>
                      <a:pt x="2897" y="3200"/>
                      <a:pt x="3059" y="2868"/>
                      <a:pt x="2922" y="2575"/>
                    </a:cubicBezTo>
                    <a:cubicBezTo>
                      <a:pt x="2839" y="2399"/>
                      <a:pt x="2663" y="2291"/>
                      <a:pt x="2516" y="2164"/>
                    </a:cubicBezTo>
                    <a:cubicBezTo>
                      <a:pt x="2516" y="2135"/>
                      <a:pt x="2512" y="2106"/>
                      <a:pt x="2507" y="2077"/>
                    </a:cubicBezTo>
                    <a:cubicBezTo>
                      <a:pt x="2189" y="963"/>
                      <a:pt x="1280" y="166"/>
                      <a:pt x="206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31"/>
              <p:cNvSpPr/>
              <p:nvPr/>
            </p:nvSpPr>
            <p:spPr>
              <a:xfrm>
                <a:off x="6804127" y="965817"/>
                <a:ext cx="570604" cy="543264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4433" extrusionOk="0">
                    <a:moveTo>
                      <a:pt x="3371" y="3"/>
                    </a:moveTo>
                    <a:cubicBezTo>
                      <a:pt x="2753" y="3"/>
                      <a:pt x="2137" y="98"/>
                      <a:pt x="1554" y="288"/>
                    </a:cubicBezTo>
                    <a:cubicBezTo>
                      <a:pt x="1173" y="415"/>
                      <a:pt x="777" y="606"/>
                      <a:pt x="611" y="962"/>
                    </a:cubicBezTo>
                    <a:cubicBezTo>
                      <a:pt x="391" y="1441"/>
                      <a:pt x="655" y="2013"/>
                      <a:pt x="533" y="2526"/>
                    </a:cubicBezTo>
                    <a:cubicBezTo>
                      <a:pt x="469" y="2790"/>
                      <a:pt x="308" y="3014"/>
                      <a:pt x="191" y="3259"/>
                    </a:cubicBezTo>
                    <a:cubicBezTo>
                      <a:pt x="73" y="3503"/>
                      <a:pt x="0" y="3801"/>
                      <a:pt x="127" y="4040"/>
                    </a:cubicBezTo>
                    <a:cubicBezTo>
                      <a:pt x="254" y="4294"/>
                      <a:pt x="557" y="4407"/>
                      <a:pt x="840" y="4426"/>
                    </a:cubicBezTo>
                    <a:cubicBezTo>
                      <a:pt x="888" y="4430"/>
                      <a:pt x="936" y="4432"/>
                      <a:pt x="984" y="4432"/>
                    </a:cubicBezTo>
                    <a:cubicBezTo>
                      <a:pt x="1727" y="4432"/>
                      <a:pt x="2455" y="3942"/>
                      <a:pt x="2721" y="3244"/>
                    </a:cubicBezTo>
                    <a:cubicBezTo>
                      <a:pt x="2936" y="2672"/>
                      <a:pt x="2873" y="1984"/>
                      <a:pt x="3259" y="1505"/>
                    </a:cubicBezTo>
                    <a:cubicBezTo>
                      <a:pt x="3464" y="1251"/>
                      <a:pt x="3767" y="1104"/>
                      <a:pt x="4040" y="918"/>
                    </a:cubicBezTo>
                    <a:cubicBezTo>
                      <a:pt x="4207" y="806"/>
                      <a:pt x="4656" y="469"/>
                      <a:pt x="4573" y="215"/>
                    </a:cubicBezTo>
                    <a:cubicBezTo>
                      <a:pt x="4505" y="0"/>
                      <a:pt x="3850" y="20"/>
                      <a:pt x="3659" y="10"/>
                    </a:cubicBezTo>
                    <a:cubicBezTo>
                      <a:pt x="3563" y="5"/>
                      <a:pt x="3467" y="3"/>
                      <a:pt x="3371" y="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1"/>
              <p:cNvSpPr/>
              <p:nvPr/>
            </p:nvSpPr>
            <p:spPr>
              <a:xfrm>
                <a:off x="7705133" y="959689"/>
                <a:ext cx="552222" cy="556500"/>
              </a:xfrm>
              <a:custGeom>
                <a:avLst/>
                <a:gdLst/>
                <a:ahLst/>
                <a:cxnLst/>
                <a:rect l="l" t="t" r="r" b="b"/>
                <a:pathLst>
                  <a:path w="4506" h="4541" extrusionOk="0">
                    <a:moveTo>
                      <a:pt x="710" y="0"/>
                    </a:moveTo>
                    <a:cubicBezTo>
                      <a:pt x="454" y="0"/>
                      <a:pt x="146" y="24"/>
                      <a:pt x="94" y="167"/>
                    </a:cubicBezTo>
                    <a:cubicBezTo>
                      <a:pt x="1" y="416"/>
                      <a:pt x="436" y="773"/>
                      <a:pt x="597" y="890"/>
                    </a:cubicBezTo>
                    <a:cubicBezTo>
                      <a:pt x="861" y="1086"/>
                      <a:pt x="1154" y="1252"/>
                      <a:pt x="1349" y="1516"/>
                    </a:cubicBezTo>
                    <a:cubicBezTo>
                      <a:pt x="1716" y="2004"/>
                      <a:pt x="1623" y="2693"/>
                      <a:pt x="1813" y="3270"/>
                    </a:cubicBezTo>
                    <a:cubicBezTo>
                      <a:pt x="2056" y="4007"/>
                      <a:pt x="2804" y="4541"/>
                      <a:pt x="3579" y="4541"/>
                    </a:cubicBezTo>
                    <a:cubicBezTo>
                      <a:pt x="3599" y="4541"/>
                      <a:pt x="3620" y="4541"/>
                      <a:pt x="3641" y="4540"/>
                    </a:cubicBezTo>
                    <a:cubicBezTo>
                      <a:pt x="3924" y="4530"/>
                      <a:pt x="4232" y="4427"/>
                      <a:pt x="4368" y="4183"/>
                    </a:cubicBezTo>
                    <a:cubicBezTo>
                      <a:pt x="4505" y="3949"/>
                      <a:pt x="4447" y="3651"/>
                      <a:pt x="4339" y="3401"/>
                    </a:cubicBezTo>
                    <a:cubicBezTo>
                      <a:pt x="4232" y="3147"/>
                      <a:pt x="4080" y="2918"/>
                      <a:pt x="4031" y="2649"/>
                    </a:cubicBezTo>
                    <a:cubicBezTo>
                      <a:pt x="3929" y="2131"/>
                      <a:pt x="4217" y="1574"/>
                      <a:pt x="4017" y="1086"/>
                    </a:cubicBezTo>
                    <a:cubicBezTo>
                      <a:pt x="3865" y="719"/>
                      <a:pt x="3479" y="514"/>
                      <a:pt x="3108" y="372"/>
                    </a:cubicBezTo>
                    <a:cubicBezTo>
                      <a:pt x="2467" y="132"/>
                      <a:pt x="1781" y="6"/>
                      <a:pt x="1094" y="6"/>
                    </a:cubicBezTo>
                    <a:cubicBezTo>
                      <a:pt x="1068" y="6"/>
                      <a:pt x="1043" y="6"/>
                      <a:pt x="1017" y="6"/>
                    </a:cubicBezTo>
                    <a:cubicBezTo>
                      <a:pt x="953" y="6"/>
                      <a:pt x="838" y="0"/>
                      <a:pt x="7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1"/>
              <p:cNvSpPr/>
              <p:nvPr/>
            </p:nvSpPr>
            <p:spPr>
              <a:xfrm>
                <a:off x="7396178" y="1689597"/>
                <a:ext cx="320475" cy="143874"/>
              </a:xfrm>
              <a:custGeom>
                <a:avLst/>
                <a:gdLst/>
                <a:ahLst/>
                <a:cxnLst/>
                <a:rect l="l" t="t" r="r" b="b"/>
                <a:pathLst>
                  <a:path w="2615" h="1174" extrusionOk="0">
                    <a:moveTo>
                      <a:pt x="1110" y="1"/>
                    </a:moveTo>
                    <a:cubicBezTo>
                      <a:pt x="1110" y="1"/>
                      <a:pt x="1110" y="1"/>
                      <a:pt x="1110" y="2"/>
                    </a:cubicBezTo>
                    <a:lnTo>
                      <a:pt x="1110" y="2"/>
                    </a:lnTo>
                    <a:cubicBezTo>
                      <a:pt x="1110" y="1"/>
                      <a:pt x="1110" y="1"/>
                      <a:pt x="1110" y="1"/>
                    </a:cubicBezTo>
                    <a:close/>
                    <a:moveTo>
                      <a:pt x="1110" y="2"/>
                    </a:moveTo>
                    <a:cubicBezTo>
                      <a:pt x="960" y="431"/>
                      <a:pt x="515" y="735"/>
                      <a:pt x="63" y="735"/>
                    </a:cubicBezTo>
                    <a:cubicBezTo>
                      <a:pt x="42" y="735"/>
                      <a:pt x="21" y="735"/>
                      <a:pt x="1" y="733"/>
                    </a:cubicBezTo>
                    <a:lnTo>
                      <a:pt x="1" y="733"/>
                    </a:lnTo>
                    <a:lnTo>
                      <a:pt x="856" y="1119"/>
                    </a:lnTo>
                    <a:cubicBezTo>
                      <a:pt x="919" y="1147"/>
                      <a:pt x="987" y="1174"/>
                      <a:pt x="1054" y="1174"/>
                    </a:cubicBezTo>
                    <a:cubicBezTo>
                      <a:pt x="1060" y="1174"/>
                      <a:pt x="1065" y="1173"/>
                      <a:pt x="1071" y="1173"/>
                    </a:cubicBezTo>
                    <a:cubicBezTo>
                      <a:pt x="1173" y="1163"/>
                      <a:pt x="1256" y="1085"/>
                      <a:pt x="1344" y="1036"/>
                    </a:cubicBezTo>
                    <a:lnTo>
                      <a:pt x="1344" y="1031"/>
                    </a:lnTo>
                    <a:cubicBezTo>
                      <a:pt x="1484" y="951"/>
                      <a:pt x="1636" y="938"/>
                      <a:pt x="1791" y="938"/>
                    </a:cubicBezTo>
                    <a:cubicBezTo>
                      <a:pt x="1863" y="938"/>
                      <a:pt x="1936" y="941"/>
                      <a:pt x="2007" y="941"/>
                    </a:cubicBezTo>
                    <a:cubicBezTo>
                      <a:pt x="2062" y="941"/>
                      <a:pt x="2117" y="939"/>
                      <a:pt x="2170" y="934"/>
                    </a:cubicBezTo>
                    <a:cubicBezTo>
                      <a:pt x="2478" y="900"/>
                      <a:pt x="2615" y="768"/>
                      <a:pt x="2243" y="729"/>
                    </a:cubicBezTo>
                    <a:cubicBezTo>
                      <a:pt x="2004" y="704"/>
                      <a:pt x="1774" y="626"/>
                      <a:pt x="1569" y="494"/>
                    </a:cubicBezTo>
                    <a:cubicBezTo>
                      <a:pt x="1486" y="440"/>
                      <a:pt x="1068" y="124"/>
                      <a:pt x="1110" y="2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31"/>
              <p:cNvSpPr/>
              <p:nvPr/>
            </p:nvSpPr>
            <p:spPr>
              <a:xfrm>
                <a:off x="7265047" y="1518272"/>
                <a:ext cx="541437" cy="266669"/>
              </a:xfrm>
              <a:custGeom>
                <a:avLst/>
                <a:gdLst/>
                <a:ahLst/>
                <a:cxnLst/>
                <a:rect l="l" t="t" r="r" b="b"/>
                <a:pathLst>
                  <a:path w="4418" h="2176" extrusionOk="0">
                    <a:moveTo>
                      <a:pt x="2370" y="0"/>
                    </a:moveTo>
                    <a:cubicBezTo>
                      <a:pt x="1411" y="0"/>
                      <a:pt x="685" y="300"/>
                      <a:pt x="480" y="387"/>
                    </a:cubicBezTo>
                    <a:cubicBezTo>
                      <a:pt x="450" y="397"/>
                      <a:pt x="441" y="426"/>
                      <a:pt x="450" y="451"/>
                    </a:cubicBezTo>
                    <a:cubicBezTo>
                      <a:pt x="460" y="470"/>
                      <a:pt x="480" y="485"/>
                      <a:pt x="499" y="485"/>
                    </a:cubicBezTo>
                    <a:cubicBezTo>
                      <a:pt x="504" y="485"/>
                      <a:pt x="509" y="480"/>
                      <a:pt x="519" y="480"/>
                    </a:cubicBezTo>
                    <a:cubicBezTo>
                      <a:pt x="831" y="348"/>
                      <a:pt x="1169" y="251"/>
                      <a:pt x="1520" y="192"/>
                    </a:cubicBezTo>
                    <a:cubicBezTo>
                      <a:pt x="1530" y="397"/>
                      <a:pt x="1569" y="568"/>
                      <a:pt x="1642" y="715"/>
                    </a:cubicBezTo>
                    <a:cubicBezTo>
                      <a:pt x="1745" y="925"/>
                      <a:pt x="1921" y="1076"/>
                      <a:pt x="2116" y="1125"/>
                    </a:cubicBezTo>
                    <a:cubicBezTo>
                      <a:pt x="2126" y="1130"/>
                      <a:pt x="2141" y="1130"/>
                      <a:pt x="2155" y="1130"/>
                    </a:cubicBezTo>
                    <a:cubicBezTo>
                      <a:pt x="2180" y="1403"/>
                      <a:pt x="2038" y="1697"/>
                      <a:pt x="1799" y="1873"/>
                    </a:cubicBezTo>
                    <a:cubicBezTo>
                      <a:pt x="1615" y="2006"/>
                      <a:pt x="1377" y="2076"/>
                      <a:pt x="1124" y="2076"/>
                    </a:cubicBezTo>
                    <a:cubicBezTo>
                      <a:pt x="1062" y="2076"/>
                      <a:pt x="998" y="2072"/>
                      <a:pt x="934" y="2063"/>
                    </a:cubicBezTo>
                    <a:cubicBezTo>
                      <a:pt x="660" y="2024"/>
                      <a:pt x="377" y="1902"/>
                      <a:pt x="89" y="1711"/>
                    </a:cubicBezTo>
                    <a:cubicBezTo>
                      <a:pt x="80" y="1704"/>
                      <a:pt x="69" y="1701"/>
                      <a:pt x="60" y="1701"/>
                    </a:cubicBezTo>
                    <a:cubicBezTo>
                      <a:pt x="43" y="1701"/>
                      <a:pt x="28" y="1709"/>
                      <a:pt x="16" y="1721"/>
                    </a:cubicBezTo>
                    <a:lnTo>
                      <a:pt x="20" y="1721"/>
                    </a:lnTo>
                    <a:cubicBezTo>
                      <a:pt x="1" y="1745"/>
                      <a:pt x="11" y="1775"/>
                      <a:pt x="30" y="1794"/>
                    </a:cubicBezTo>
                    <a:cubicBezTo>
                      <a:pt x="333" y="1995"/>
                      <a:pt x="631" y="2122"/>
                      <a:pt x="919" y="2161"/>
                    </a:cubicBezTo>
                    <a:cubicBezTo>
                      <a:pt x="988" y="2171"/>
                      <a:pt x="1056" y="2175"/>
                      <a:pt x="1125" y="2175"/>
                    </a:cubicBezTo>
                    <a:cubicBezTo>
                      <a:pt x="1398" y="2175"/>
                      <a:pt x="1657" y="2097"/>
                      <a:pt x="1857" y="1951"/>
                    </a:cubicBezTo>
                    <a:cubicBezTo>
                      <a:pt x="2024" y="1833"/>
                      <a:pt x="2146" y="1662"/>
                      <a:pt x="2209" y="1477"/>
                    </a:cubicBezTo>
                    <a:cubicBezTo>
                      <a:pt x="2273" y="1662"/>
                      <a:pt x="2395" y="1833"/>
                      <a:pt x="2561" y="1951"/>
                    </a:cubicBezTo>
                    <a:cubicBezTo>
                      <a:pt x="2761" y="2097"/>
                      <a:pt x="3020" y="2175"/>
                      <a:pt x="3294" y="2175"/>
                    </a:cubicBezTo>
                    <a:cubicBezTo>
                      <a:pt x="3362" y="2175"/>
                      <a:pt x="3431" y="2171"/>
                      <a:pt x="3499" y="2161"/>
                    </a:cubicBezTo>
                    <a:cubicBezTo>
                      <a:pt x="3787" y="2122"/>
                      <a:pt x="4085" y="1995"/>
                      <a:pt x="4388" y="1794"/>
                    </a:cubicBezTo>
                    <a:cubicBezTo>
                      <a:pt x="4413" y="1780"/>
                      <a:pt x="4417" y="1745"/>
                      <a:pt x="4403" y="1721"/>
                    </a:cubicBezTo>
                    <a:cubicBezTo>
                      <a:pt x="4394" y="1709"/>
                      <a:pt x="4377" y="1701"/>
                      <a:pt x="4361" y="1701"/>
                    </a:cubicBezTo>
                    <a:cubicBezTo>
                      <a:pt x="4351" y="1701"/>
                      <a:pt x="4342" y="1704"/>
                      <a:pt x="4334" y="1711"/>
                    </a:cubicBezTo>
                    <a:cubicBezTo>
                      <a:pt x="4041" y="1902"/>
                      <a:pt x="3758" y="2024"/>
                      <a:pt x="3484" y="2063"/>
                    </a:cubicBezTo>
                    <a:cubicBezTo>
                      <a:pt x="3421" y="2072"/>
                      <a:pt x="3358" y="2076"/>
                      <a:pt x="3296" y="2076"/>
                    </a:cubicBezTo>
                    <a:cubicBezTo>
                      <a:pt x="3044" y="2076"/>
                      <a:pt x="2804" y="2006"/>
                      <a:pt x="2620" y="1873"/>
                    </a:cubicBezTo>
                    <a:cubicBezTo>
                      <a:pt x="2385" y="1697"/>
                      <a:pt x="2243" y="1408"/>
                      <a:pt x="2263" y="1140"/>
                    </a:cubicBezTo>
                    <a:cubicBezTo>
                      <a:pt x="2478" y="1140"/>
                      <a:pt x="2703" y="1032"/>
                      <a:pt x="2859" y="847"/>
                    </a:cubicBezTo>
                    <a:cubicBezTo>
                      <a:pt x="2996" y="680"/>
                      <a:pt x="3089" y="465"/>
                      <a:pt x="3137" y="192"/>
                    </a:cubicBezTo>
                    <a:cubicBezTo>
                      <a:pt x="3494" y="255"/>
                      <a:pt x="3831" y="353"/>
                      <a:pt x="4154" y="485"/>
                    </a:cubicBezTo>
                    <a:cubicBezTo>
                      <a:pt x="4159" y="490"/>
                      <a:pt x="4163" y="490"/>
                      <a:pt x="4173" y="490"/>
                    </a:cubicBezTo>
                    <a:cubicBezTo>
                      <a:pt x="4193" y="490"/>
                      <a:pt x="4212" y="480"/>
                      <a:pt x="4217" y="461"/>
                    </a:cubicBezTo>
                    <a:cubicBezTo>
                      <a:pt x="4232" y="436"/>
                      <a:pt x="4217" y="407"/>
                      <a:pt x="4193" y="392"/>
                    </a:cubicBezTo>
                    <a:cubicBezTo>
                      <a:pt x="3545" y="99"/>
                      <a:pt x="2919" y="0"/>
                      <a:pt x="23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890;p31">
            <a:extLst>
              <a:ext uri="{FF2B5EF4-FFF2-40B4-BE49-F238E27FC236}">
                <a16:creationId xmlns:a16="http://schemas.microsoft.com/office/drawing/2014/main" id="{F4DBB738-B6B4-B807-EB79-80F4C777552C}"/>
              </a:ext>
            </a:extLst>
          </p:cNvPr>
          <p:cNvSpPr txBox="1">
            <a:spLocks/>
          </p:cNvSpPr>
          <p:nvPr/>
        </p:nvSpPr>
        <p:spPr>
          <a:xfrm>
            <a:off x="1087831" y="2528831"/>
            <a:ext cx="3031421" cy="1142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l"/>
            <a:r>
              <a:rPr lang="en-US" dirty="0">
                <a:latin typeface="MuktaMahee Regular" panose="020B0000000000000000" pitchFamily="34" charset="77"/>
                <a:ea typeface="Grantha Sangam MN" pitchFamily="2" charset="0"/>
                <a:cs typeface="MuktaMahee Regular" panose="020B0000000000000000" pitchFamily="34" charset="77"/>
              </a:rPr>
              <a:t>You walk to the local dog park, crossing your fingers and hoping to find playmates for your pup.</a:t>
            </a:r>
          </a:p>
        </p:txBody>
      </p:sp>
      <p:sp>
        <p:nvSpPr>
          <p:cNvPr id="5" name="Google Shape;1078;p35">
            <a:extLst>
              <a:ext uri="{FF2B5EF4-FFF2-40B4-BE49-F238E27FC236}">
                <a16:creationId xmlns:a16="http://schemas.microsoft.com/office/drawing/2014/main" id="{29775CA1-356A-B618-0E06-A7B2DC7B93C2}"/>
              </a:ext>
            </a:extLst>
          </p:cNvPr>
          <p:cNvSpPr txBox="1">
            <a:spLocks/>
          </p:cNvSpPr>
          <p:nvPr/>
        </p:nvSpPr>
        <p:spPr>
          <a:xfrm>
            <a:off x="462042" y="1193207"/>
            <a:ext cx="889233" cy="482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1.</a:t>
            </a:r>
          </a:p>
        </p:txBody>
      </p:sp>
      <p:sp>
        <p:nvSpPr>
          <p:cNvPr id="6" name="Google Shape;1078;p35">
            <a:extLst>
              <a:ext uri="{FF2B5EF4-FFF2-40B4-BE49-F238E27FC236}">
                <a16:creationId xmlns:a16="http://schemas.microsoft.com/office/drawing/2014/main" id="{F46516F3-BABE-B605-314A-49A584E7E4F7}"/>
              </a:ext>
            </a:extLst>
          </p:cNvPr>
          <p:cNvSpPr txBox="1">
            <a:spLocks/>
          </p:cNvSpPr>
          <p:nvPr/>
        </p:nvSpPr>
        <p:spPr>
          <a:xfrm>
            <a:off x="462042" y="2421753"/>
            <a:ext cx="889233" cy="482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2.</a:t>
            </a:r>
          </a:p>
        </p:txBody>
      </p:sp>
      <p:sp>
        <p:nvSpPr>
          <p:cNvPr id="7" name="Google Shape;890;p31">
            <a:extLst>
              <a:ext uri="{FF2B5EF4-FFF2-40B4-BE49-F238E27FC236}">
                <a16:creationId xmlns:a16="http://schemas.microsoft.com/office/drawing/2014/main" id="{FEEF2AA6-690D-060D-45F8-4DFED8B15FEC}"/>
              </a:ext>
            </a:extLst>
          </p:cNvPr>
          <p:cNvSpPr txBox="1">
            <a:spLocks/>
          </p:cNvSpPr>
          <p:nvPr/>
        </p:nvSpPr>
        <p:spPr>
          <a:xfrm>
            <a:off x="1064538" y="3801423"/>
            <a:ext cx="3031421" cy="66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l"/>
            <a:r>
              <a:rPr lang="en-US" dirty="0">
                <a:latin typeface="MuktaMahee Regular" panose="020B0000000000000000" pitchFamily="34" charset="77"/>
                <a:cs typeface="MuktaMahee Regular" panose="020B0000000000000000" pitchFamily="34" charset="77"/>
              </a:rPr>
              <a:t>You arrive only to find a completely empty park.</a:t>
            </a:r>
          </a:p>
        </p:txBody>
      </p:sp>
      <p:sp>
        <p:nvSpPr>
          <p:cNvPr id="8" name="Google Shape;1078;p35">
            <a:extLst>
              <a:ext uri="{FF2B5EF4-FFF2-40B4-BE49-F238E27FC236}">
                <a16:creationId xmlns:a16="http://schemas.microsoft.com/office/drawing/2014/main" id="{90AAEA21-895C-883E-4B04-FADF44FDB0E1}"/>
              </a:ext>
            </a:extLst>
          </p:cNvPr>
          <p:cNvSpPr txBox="1">
            <a:spLocks/>
          </p:cNvSpPr>
          <p:nvPr/>
        </p:nvSpPr>
        <p:spPr>
          <a:xfrm>
            <a:off x="465314" y="3696842"/>
            <a:ext cx="889233" cy="482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3.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3F9406-56C3-FB3C-C749-3981B86D9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305" y="1072342"/>
            <a:ext cx="870882" cy="8708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323D9E-841E-F7EC-FC61-8B73918B0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8749" y="926266"/>
            <a:ext cx="1104641" cy="1104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C5F01C-9B02-DD68-1F00-DA535C329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9123" y="1018528"/>
            <a:ext cx="249357" cy="2493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3EEDA4-2B5E-6A6A-65DD-2B81202179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668" y="2480199"/>
            <a:ext cx="870882" cy="8708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9F08CE6-90F6-CE27-C5A6-5ABE97FC7B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519" y="2505617"/>
            <a:ext cx="857604" cy="8576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CD5F30-F2E9-721F-AC2F-B6DDD76274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7431" y="3672404"/>
            <a:ext cx="831003" cy="8310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D2DA06D-3C04-47D9-F296-7D583EC81E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1519" y="3801423"/>
            <a:ext cx="747820" cy="74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22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1"/>
          <p:cNvSpPr txBox="1">
            <a:spLocks noGrp="1"/>
          </p:cNvSpPr>
          <p:nvPr>
            <p:ph type="title"/>
          </p:nvPr>
        </p:nvSpPr>
        <p:spPr>
          <a:xfrm>
            <a:off x="719811" y="219219"/>
            <a:ext cx="7704000" cy="13104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”THE EMPTY PARK GAMBLE"</a:t>
            </a:r>
            <a:endParaRPr dirty="0"/>
          </a:p>
        </p:txBody>
      </p:sp>
      <p:grpSp>
        <p:nvGrpSpPr>
          <p:cNvPr id="892" name="Google Shape;892;p31"/>
          <p:cNvGrpSpPr/>
          <p:nvPr/>
        </p:nvGrpSpPr>
        <p:grpSpPr>
          <a:xfrm>
            <a:off x="5027730" y="2368111"/>
            <a:ext cx="5829014" cy="3319935"/>
            <a:chOff x="1657497" y="2314329"/>
            <a:chExt cx="5829014" cy="3319935"/>
          </a:xfrm>
        </p:grpSpPr>
        <p:sp>
          <p:nvSpPr>
            <p:cNvPr id="893" name="Google Shape;893;p31"/>
            <p:cNvSpPr/>
            <p:nvPr/>
          </p:nvSpPr>
          <p:spPr>
            <a:xfrm>
              <a:off x="1657497" y="4349372"/>
              <a:ext cx="5829014" cy="1284892"/>
            </a:xfrm>
            <a:custGeom>
              <a:avLst/>
              <a:gdLst/>
              <a:ahLst/>
              <a:cxnLst/>
              <a:rect l="l" t="t" r="r" b="b"/>
              <a:pathLst>
                <a:path w="285561" h="43063" extrusionOk="0">
                  <a:moveTo>
                    <a:pt x="240583" y="1"/>
                  </a:moveTo>
                  <a:cubicBezTo>
                    <a:pt x="238195" y="4354"/>
                    <a:pt x="236371" y="9018"/>
                    <a:pt x="235177" y="13836"/>
                  </a:cubicBezTo>
                  <a:cubicBezTo>
                    <a:pt x="210274" y="10831"/>
                    <a:pt x="178024" y="9018"/>
                    <a:pt x="142780" y="9018"/>
                  </a:cubicBezTo>
                  <a:cubicBezTo>
                    <a:pt x="107537" y="9018"/>
                    <a:pt x="76829" y="10745"/>
                    <a:pt x="52183" y="13622"/>
                  </a:cubicBezTo>
                  <a:cubicBezTo>
                    <a:pt x="52140" y="12490"/>
                    <a:pt x="52134" y="11351"/>
                    <a:pt x="52183" y="10224"/>
                  </a:cubicBezTo>
                  <a:lnTo>
                    <a:pt x="52183" y="10224"/>
                  </a:lnTo>
                  <a:cubicBezTo>
                    <a:pt x="51411" y="11412"/>
                    <a:pt x="50628" y="12624"/>
                    <a:pt x="49979" y="13885"/>
                  </a:cubicBezTo>
                  <a:cubicBezTo>
                    <a:pt x="49391" y="13953"/>
                    <a:pt x="48816" y="14026"/>
                    <a:pt x="48234" y="14100"/>
                  </a:cubicBezTo>
                  <a:cubicBezTo>
                    <a:pt x="48179" y="10898"/>
                    <a:pt x="48467" y="7690"/>
                    <a:pt x="49116" y="4550"/>
                  </a:cubicBezTo>
                  <a:cubicBezTo>
                    <a:pt x="49078" y="4534"/>
                    <a:pt x="49041" y="4527"/>
                    <a:pt x="49005" y="4527"/>
                  </a:cubicBezTo>
                  <a:cubicBezTo>
                    <a:pt x="48767" y="4527"/>
                    <a:pt x="48576" y="4834"/>
                    <a:pt x="48485" y="5094"/>
                  </a:cubicBezTo>
                  <a:cubicBezTo>
                    <a:pt x="47885" y="6882"/>
                    <a:pt x="47322" y="8682"/>
                    <a:pt x="46783" y="10494"/>
                  </a:cubicBezTo>
                  <a:cubicBezTo>
                    <a:pt x="46410" y="11749"/>
                    <a:pt x="46061" y="13077"/>
                    <a:pt x="46177" y="14363"/>
                  </a:cubicBezTo>
                  <a:cubicBezTo>
                    <a:pt x="46036" y="14381"/>
                    <a:pt x="45896" y="14400"/>
                    <a:pt x="45755" y="14418"/>
                  </a:cubicBezTo>
                  <a:cubicBezTo>
                    <a:pt x="45541" y="13665"/>
                    <a:pt x="45320" y="12912"/>
                    <a:pt x="45106" y="12159"/>
                  </a:cubicBezTo>
                  <a:cubicBezTo>
                    <a:pt x="44757" y="12961"/>
                    <a:pt x="44463" y="13781"/>
                    <a:pt x="44218" y="14620"/>
                  </a:cubicBezTo>
                  <a:cubicBezTo>
                    <a:pt x="16976" y="18311"/>
                    <a:pt x="0" y="23515"/>
                    <a:pt x="0" y="29288"/>
                  </a:cubicBezTo>
                  <a:cubicBezTo>
                    <a:pt x="0" y="40479"/>
                    <a:pt x="63276" y="30396"/>
                    <a:pt x="141531" y="40118"/>
                  </a:cubicBezTo>
                  <a:cubicBezTo>
                    <a:pt x="158406" y="42216"/>
                    <a:pt x="173512" y="43063"/>
                    <a:pt x="187079" y="43063"/>
                  </a:cubicBezTo>
                  <a:cubicBezTo>
                    <a:pt x="217091" y="43063"/>
                    <a:pt x="239569" y="38918"/>
                    <a:pt x="256990" y="35006"/>
                  </a:cubicBezTo>
                  <a:cubicBezTo>
                    <a:pt x="270923" y="31877"/>
                    <a:pt x="285560" y="33261"/>
                    <a:pt x="285560" y="29288"/>
                  </a:cubicBezTo>
                  <a:cubicBezTo>
                    <a:pt x="285560" y="23846"/>
                    <a:pt x="270445" y="18899"/>
                    <a:pt x="245848" y="15263"/>
                  </a:cubicBezTo>
                  <a:cubicBezTo>
                    <a:pt x="246295" y="12624"/>
                    <a:pt x="246123" y="9882"/>
                    <a:pt x="245327" y="7329"/>
                  </a:cubicBezTo>
                  <a:cubicBezTo>
                    <a:pt x="245217" y="8682"/>
                    <a:pt x="245101" y="10059"/>
                    <a:pt x="244599" y="11320"/>
                  </a:cubicBezTo>
                  <a:cubicBezTo>
                    <a:pt x="244097" y="12581"/>
                    <a:pt x="243136" y="13732"/>
                    <a:pt x="241838" y="14124"/>
                  </a:cubicBezTo>
                  <a:cubicBezTo>
                    <a:pt x="242095" y="12183"/>
                    <a:pt x="241826" y="10169"/>
                    <a:pt x="241054" y="8370"/>
                  </a:cubicBezTo>
                  <a:cubicBezTo>
                    <a:pt x="240295" y="10341"/>
                    <a:pt x="239530" y="12312"/>
                    <a:pt x="238765" y="14283"/>
                  </a:cubicBezTo>
                  <a:cubicBezTo>
                    <a:pt x="238691" y="14271"/>
                    <a:pt x="238618" y="14259"/>
                    <a:pt x="238538" y="14253"/>
                  </a:cubicBezTo>
                  <a:cubicBezTo>
                    <a:pt x="237785" y="9441"/>
                    <a:pt x="238502" y="4409"/>
                    <a:pt x="2405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3225595" y="4741116"/>
              <a:ext cx="2383033" cy="284580"/>
            </a:xfrm>
            <a:custGeom>
              <a:avLst/>
              <a:gdLst/>
              <a:ahLst/>
              <a:cxnLst/>
              <a:rect l="l" t="t" r="r" b="b"/>
              <a:pathLst>
                <a:path w="90739" h="10836" extrusionOk="0">
                  <a:moveTo>
                    <a:pt x="81183" y="0"/>
                  </a:moveTo>
                  <a:cubicBezTo>
                    <a:pt x="78830" y="0"/>
                    <a:pt x="76463" y="224"/>
                    <a:pt x="74112" y="377"/>
                  </a:cubicBezTo>
                  <a:cubicBezTo>
                    <a:pt x="70286" y="626"/>
                    <a:pt x="65877" y="715"/>
                    <a:pt x="61205" y="715"/>
                  </a:cubicBezTo>
                  <a:cubicBezTo>
                    <a:pt x="49445" y="715"/>
                    <a:pt x="36017" y="150"/>
                    <a:pt x="26035" y="150"/>
                  </a:cubicBezTo>
                  <a:cubicBezTo>
                    <a:pt x="19927" y="150"/>
                    <a:pt x="15109" y="362"/>
                    <a:pt x="12752" y="1044"/>
                  </a:cubicBezTo>
                  <a:cubicBezTo>
                    <a:pt x="0" y="4729"/>
                    <a:pt x="20539" y="8568"/>
                    <a:pt x="22419" y="8782"/>
                  </a:cubicBezTo>
                  <a:cubicBezTo>
                    <a:pt x="25608" y="9149"/>
                    <a:pt x="28820" y="9333"/>
                    <a:pt x="32031" y="9333"/>
                  </a:cubicBezTo>
                  <a:cubicBezTo>
                    <a:pt x="36259" y="9333"/>
                    <a:pt x="40487" y="9015"/>
                    <a:pt x="44665" y="8378"/>
                  </a:cubicBezTo>
                  <a:cubicBezTo>
                    <a:pt x="46398" y="8115"/>
                    <a:pt x="48130" y="7790"/>
                    <a:pt x="49881" y="7760"/>
                  </a:cubicBezTo>
                  <a:cubicBezTo>
                    <a:pt x="49981" y="7758"/>
                    <a:pt x="50080" y="7757"/>
                    <a:pt x="50180" y="7757"/>
                  </a:cubicBezTo>
                  <a:cubicBezTo>
                    <a:pt x="56049" y="7757"/>
                    <a:pt x="61929" y="10836"/>
                    <a:pt x="67593" y="10836"/>
                  </a:cubicBezTo>
                  <a:cubicBezTo>
                    <a:pt x="69024" y="10836"/>
                    <a:pt x="70441" y="10639"/>
                    <a:pt x="71840" y="10147"/>
                  </a:cubicBezTo>
                  <a:cubicBezTo>
                    <a:pt x="73163" y="9682"/>
                    <a:pt x="74412" y="8960"/>
                    <a:pt x="75795" y="8721"/>
                  </a:cubicBezTo>
                  <a:cubicBezTo>
                    <a:pt x="76192" y="8651"/>
                    <a:pt x="76592" y="8621"/>
                    <a:pt x="76993" y="8621"/>
                  </a:cubicBezTo>
                  <a:cubicBezTo>
                    <a:pt x="78967" y="8621"/>
                    <a:pt x="80977" y="9327"/>
                    <a:pt x="82934" y="9327"/>
                  </a:cubicBezTo>
                  <a:cubicBezTo>
                    <a:pt x="83496" y="9327"/>
                    <a:pt x="84053" y="9269"/>
                    <a:pt x="84604" y="9119"/>
                  </a:cubicBezTo>
                  <a:lnTo>
                    <a:pt x="90739" y="6958"/>
                  </a:lnTo>
                  <a:cubicBezTo>
                    <a:pt x="89735" y="6290"/>
                    <a:pt x="90237" y="4748"/>
                    <a:pt x="90047" y="3554"/>
                  </a:cubicBezTo>
                  <a:cubicBezTo>
                    <a:pt x="89741" y="1650"/>
                    <a:pt x="87574" y="695"/>
                    <a:pt x="85676" y="352"/>
                  </a:cubicBezTo>
                  <a:cubicBezTo>
                    <a:pt x="84189" y="92"/>
                    <a:pt x="82689" y="0"/>
                    <a:pt x="81183" y="0"/>
                  </a:cubicBezTo>
                  <a:close/>
                </a:path>
              </a:pathLst>
            </a:custGeom>
            <a:solidFill>
              <a:srgbClr val="1E1A19">
                <a:alpha val="9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95" name="Google Shape;895;p31"/>
            <p:cNvGrpSpPr/>
            <p:nvPr/>
          </p:nvGrpSpPr>
          <p:grpSpPr>
            <a:xfrm>
              <a:off x="3790332" y="2314329"/>
              <a:ext cx="1563327" cy="2571857"/>
              <a:chOff x="6528629" y="959689"/>
              <a:chExt cx="2075304" cy="3414120"/>
            </a:xfrm>
          </p:grpSpPr>
          <p:sp>
            <p:nvSpPr>
              <p:cNvPr id="896" name="Google Shape;896;p31"/>
              <p:cNvSpPr/>
              <p:nvPr/>
            </p:nvSpPr>
            <p:spPr>
              <a:xfrm>
                <a:off x="8127817" y="4167313"/>
                <a:ext cx="352216" cy="205884"/>
              </a:xfrm>
              <a:custGeom>
                <a:avLst/>
                <a:gdLst/>
                <a:ahLst/>
                <a:cxnLst/>
                <a:rect l="l" t="t" r="r" b="b"/>
                <a:pathLst>
                  <a:path w="2874" h="1680" extrusionOk="0">
                    <a:moveTo>
                      <a:pt x="1639" y="0"/>
                    </a:moveTo>
                    <a:cubicBezTo>
                      <a:pt x="1181" y="0"/>
                      <a:pt x="722" y="135"/>
                      <a:pt x="343" y="390"/>
                    </a:cubicBezTo>
                    <a:cubicBezTo>
                      <a:pt x="245" y="453"/>
                      <a:pt x="152" y="526"/>
                      <a:pt x="69" y="605"/>
                    </a:cubicBezTo>
                    <a:cubicBezTo>
                      <a:pt x="64" y="610"/>
                      <a:pt x="30" y="678"/>
                      <a:pt x="1" y="737"/>
                    </a:cubicBezTo>
                    <a:lnTo>
                      <a:pt x="25" y="1679"/>
                    </a:lnTo>
                    <a:lnTo>
                      <a:pt x="172" y="1679"/>
                    </a:lnTo>
                    <a:cubicBezTo>
                      <a:pt x="397" y="1679"/>
                      <a:pt x="626" y="1679"/>
                      <a:pt x="871" y="1675"/>
                    </a:cubicBezTo>
                    <a:cubicBezTo>
                      <a:pt x="973" y="1323"/>
                      <a:pt x="934" y="932"/>
                      <a:pt x="753" y="610"/>
                    </a:cubicBezTo>
                    <a:cubicBezTo>
                      <a:pt x="739" y="585"/>
                      <a:pt x="748" y="556"/>
                      <a:pt x="773" y="541"/>
                    </a:cubicBezTo>
                    <a:cubicBezTo>
                      <a:pt x="781" y="536"/>
                      <a:pt x="789" y="534"/>
                      <a:pt x="797" y="534"/>
                    </a:cubicBezTo>
                    <a:cubicBezTo>
                      <a:pt x="815" y="534"/>
                      <a:pt x="831" y="544"/>
                      <a:pt x="841" y="561"/>
                    </a:cubicBezTo>
                    <a:cubicBezTo>
                      <a:pt x="1027" y="893"/>
                      <a:pt x="1076" y="1303"/>
                      <a:pt x="978" y="1675"/>
                    </a:cubicBezTo>
                    <a:cubicBezTo>
                      <a:pt x="1232" y="1675"/>
                      <a:pt x="1501" y="1670"/>
                      <a:pt x="1789" y="1665"/>
                    </a:cubicBezTo>
                    <a:cubicBezTo>
                      <a:pt x="1862" y="1435"/>
                      <a:pt x="1887" y="1191"/>
                      <a:pt x="1862" y="952"/>
                    </a:cubicBezTo>
                    <a:cubicBezTo>
                      <a:pt x="1853" y="839"/>
                      <a:pt x="1804" y="570"/>
                      <a:pt x="1608" y="502"/>
                    </a:cubicBezTo>
                    <a:cubicBezTo>
                      <a:pt x="1584" y="492"/>
                      <a:pt x="1569" y="463"/>
                      <a:pt x="1579" y="439"/>
                    </a:cubicBezTo>
                    <a:cubicBezTo>
                      <a:pt x="1587" y="419"/>
                      <a:pt x="1606" y="406"/>
                      <a:pt x="1626" y="406"/>
                    </a:cubicBezTo>
                    <a:cubicBezTo>
                      <a:pt x="1632" y="406"/>
                      <a:pt x="1637" y="407"/>
                      <a:pt x="1643" y="409"/>
                    </a:cubicBezTo>
                    <a:cubicBezTo>
                      <a:pt x="1818" y="473"/>
                      <a:pt x="1936" y="663"/>
                      <a:pt x="1960" y="942"/>
                    </a:cubicBezTo>
                    <a:cubicBezTo>
                      <a:pt x="1989" y="1181"/>
                      <a:pt x="1965" y="1430"/>
                      <a:pt x="1897" y="1660"/>
                    </a:cubicBezTo>
                    <a:cubicBezTo>
                      <a:pt x="2087" y="1660"/>
                      <a:pt x="2292" y="1655"/>
                      <a:pt x="2502" y="1650"/>
                    </a:cubicBezTo>
                    <a:cubicBezTo>
                      <a:pt x="2874" y="1210"/>
                      <a:pt x="2766" y="497"/>
                      <a:pt x="2278" y="165"/>
                    </a:cubicBezTo>
                    <a:cubicBezTo>
                      <a:pt x="2287" y="141"/>
                      <a:pt x="2297" y="121"/>
                      <a:pt x="2307" y="101"/>
                    </a:cubicBezTo>
                    <a:cubicBezTo>
                      <a:pt x="2092" y="33"/>
                      <a:pt x="1865" y="0"/>
                      <a:pt x="1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1"/>
              <p:cNvSpPr/>
              <p:nvPr/>
            </p:nvSpPr>
            <p:spPr>
              <a:xfrm>
                <a:off x="8320102" y="4217068"/>
                <a:ext cx="51595" cy="15429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259" extrusionOk="0">
                    <a:moveTo>
                      <a:pt x="57" y="0"/>
                    </a:moveTo>
                    <a:cubicBezTo>
                      <a:pt x="37" y="0"/>
                      <a:pt x="18" y="13"/>
                      <a:pt x="10" y="33"/>
                    </a:cubicBezTo>
                    <a:cubicBezTo>
                      <a:pt x="0" y="62"/>
                      <a:pt x="15" y="91"/>
                      <a:pt x="39" y="101"/>
                    </a:cubicBezTo>
                    <a:cubicBezTo>
                      <a:pt x="235" y="169"/>
                      <a:pt x="284" y="433"/>
                      <a:pt x="293" y="546"/>
                    </a:cubicBezTo>
                    <a:cubicBezTo>
                      <a:pt x="318" y="785"/>
                      <a:pt x="293" y="1029"/>
                      <a:pt x="220" y="1259"/>
                    </a:cubicBezTo>
                    <a:lnTo>
                      <a:pt x="328" y="1259"/>
                    </a:lnTo>
                    <a:cubicBezTo>
                      <a:pt x="396" y="1024"/>
                      <a:pt x="420" y="775"/>
                      <a:pt x="391" y="536"/>
                    </a:cubicBezTo>
                    <a:cubicBezTo>
                      <a:pt x="367" y="257"/>
                      <a:pt x="249" y="67"/>
                      <a:pt x="74" y="3"/>
                    </a:cubicBezTo>
                    <a:cubicBezTo>
                      <a:pt x="68" y="1"/>
                      <a:pt x="63" y="0"/>
                      <a:pt x="57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1"/>
              <p:cNvSpPr/>
              <p:nvPr/>
            </p:nvSpPr>
            <p:spPr>
              <a:xfrm>
                <a:off x="8218261" y="4232754"/>
                <a:ext cx="41423" cy="13983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141" extrusionOk="0">
                    <a:moveTo>
                      <a:pt x="59" y="0"/>
                    </a:moveTo>
                    <a:cubicBezTo>
                      <a:pt x="51" y="0"/>
                      <a:pt x="43" y="2"/>
                      <a:pt x="35" y="7"/>
                    </a:cubicBezTo>
                    <a:cubicBezTo>
                      <a:pt x="10" y="17"/>
                      <a:pt x="1" y="51"/>
                      <a:pt x="15" y="76"/>
                    </a:cubicBezTo>
                    <a:cubicBezTo>
                      <a:pt x="196" y="398"/>
                      <a:pt x="235" y="789"/>
                      <a:pt x="133" y="1141"/>
                    </a:cubicBezTo>
                    <a:lnTo>
                      <a:pt x="240" y="1141"/>
                    </a:lnTo>
                    <a:cubicBezTo>
                      <a:pt x="338" y="769"/>
                      <a:pt x="289" y="359"/>
                      <a:pt x="103" y="27"/>
                    </a:cubicBezTo>
                    <a:cubicBezTo>
                      <a:pt x="93" y="10"/>
                      <a:pt x="77" y="0"/>
                      <a:pt x="59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31"/>
              <p:cNvSpPr/>
              <p:nvPr/>
            </p:nvSpPr>
            <p:spPr>
              <a:xfrm>
                <a:off x="7732708" y="4150769"/>
                <a:ext cx="368393" cy="223041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1820" extrusionOk="0">
                    <a:moveTo>
                      <a:pt x="1500" y="0"/>
                    </a:moveTo>
                    <a:cubicBezTo>
                      <a:pt x="1335" y="0"/>
                      <a:pt x="1170" y="15"/>
                      <a:pt x="1007" y="36"/>
                    </a:cubicBezTo>
                    <a:cubicBezTo>
                      <a:pt x="680" y="80"/>
                      <a:pt x="318" y="173"/>
                      <a:pt x="157" y="456"/>
                    </a:cubicBezTo>
                    <a:cubicBezTo>
                      <a:pt x="45" y="652"/>
                      <a:pt x="1" y="1131"/>
                      <a:pt x="79" y="1341"/>
                    </a:cubicBezTo>
                    <a:lnTo>
                      <a:pt x="84" y="1341"/>
                    </a:lnTo>
                    <a:cubicBezTo>
                      <a:pt x="128" y="1463"/>
                      <a:pt x="255" y="1639"/>
                      <a:pt x="382" y="1800"/>
                    </a:cubicBezTo>
                    <a:cubicBezTo>
                      <a:pt x="592" y="1805"/>
                      <a:pt x="802" y="1805"/>
                      <a:pt x="1002" y="1810"/>
                    </a:cubicBezTo>
                    <a:cubicBezTo>
                      <a:pt x="855" y="1370"/>
                      <a:pt x="831" y="891"/>
                      <a:pt x="939" y="437"/>
                    </a:cubicBezTo>
                    <a:cubicBezTo>
                      <a:pt x="947" y="417"/>
                      <a:pt x="964" y="400"/>
                      <a:pt x="987" y="400"/>
                    </a:cubicBezTo>
                    <a:cubicBezTo>
                      <a:pt x="992" y="400"/>
                      <a:pt x="997" y="401"/>
                      <a:pt x="1002" y="403"/>
                    </a:cubicBezTo>
                    <a:cubicBezTo>
                      <a:pt x="1031" y="407"/>
                      <a:pt x="1046" y="437"/>
                      <a:pt x="1041" y="461"/>
                    </a:cubicBezTo>
                    <a:cubicBezTo>
                      <a:pt x="934" y="906"/>
                      <a:pt x="958" y="1380"/>
                      <a:pt x="1110" y="1810"/>
                    </a:cubicBezTo>
                    <a:cubicBezTo>
                      <a:pt x="1408" y="1814"/>
                      <a:pt x="1691" y="1814"/>
                      <a:pt x="1984" y="1814"/>
                    </a:cubicBezTo>
                    <a:cubicBezTo>
                      <a:pt x="2062" y="1619"/>
                      <a:pt x="2136" y="1419"/>
                      <a:pt x="2170" y="1209"/>
                    </a:cubicBezTo>
                    <a:cubicBezTo>
                      <a:pt x="2214" y="911"/>
                      <a:pt x="2165" y="637"/>
                      <a:pt x="2028" y="442"/>
                    </a:cubicBezTo>
                    <a:cubicBezTo>
                      <a:pt x="2013" y="417"/>
                      <a:pt x="2018" y="388"/>
                      <a:pt x="2038" y="368"/>
                    </a:cubicBezTo>
                    <a:cubicBezTo>
                      <a:pt x="2047" y="363"/>
                      <a:pt x="2057" y="360"/>
                      <a:pt x="2068" y="360"/>
                    </a:cubicBezTo>
                    <a:cubicBezTo>
                      <a:pt x="2085" y="360"/>
                      <a:pt x="2102" y="368"/>
                      <a:pt x="2111" y="383"/>
                    </a:cubicBezTo>
                    <a:cubicBezTo>
                      <a:pt x="2263" y="603"/>
                      <a:pt x="2316" y="901"/>
                      <a:pt x="2267" y="1223"/>
                    </a:cubicBezTo>
                    <a:cubicBezTo>
                      <a:pt x="2238" y="1429"/>
                      <a:pt x="2170" y="1629"/>
                      <a:pt x="2092" y="1819"/>
                    </a:cubicBezTo>
                    <a:lnTo>
                      <a:pt x="2648" y="1819"/>
                    </a:lnTo>
                    <a:lnTo>
                      <a:pt x="2434" y="1771"/>
                    </a:lnTo>
                    <a:cubicBezTo>
                      <a:pt x="2800" y="1678"/>
                      <a:pt x="3005" y="1233"/>
                      <a:pt x="2912" y="862"/>
                    </a:cubicBezTo>
                    <a:cubicBezTo>
                      <a:pt x="2819" y="495"/>
                      <a:pt x="2492" y="217"/>
                      <a:pt x="2136" y="95"/>
                    </a:cubicBezTo>
                    <a:cubicBezTo>
                      <a:pt x="1931" y="26"/>
                      <a:pt x="1716" y="0"/>
                      <a:pt x="15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1"/>
              <p:cNvSpPr/>
              <p:nvPr/>
            </p:nvSpPr>
            <p:spPr>
              <a:xfrm>
                <a:off x="7975852" y="4194887"/>
                <a:ext cx="41423" cy="17831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455" extrusionOk="0">
                    <a:moveTo>
                      <a:pt x="85" y="0"/>
                    </a:moveTo>
                    <a:cubicBezTo>
                      <a:pt x="75" y="0"/>
                      <a:pt x="66" y="3"/>
                      <a:pt x="59" y="8"/>
                    </a:cubicBezTo>
                    <a:cubicBezTo>
                      <a:pt x="34" y="23"/>
                      <a:pt x="29" y="57"/>
                      <a:pt x="44" y="77"/>
                    </a:cubicBezTo>
                    <a:cubicBezTo>
                      <a:pt x="181" y="277"/>
                      <a:pt x="230" y="551"/>
                      <a:pt x="186" y="849"/>
                    </a:cubicBezTo>
                    <a:cubicBezTo>
                      <a:pt x="152" y="1059"/>
                      <a:pt x="78" y="1259"/>
                      <a:pt x="0" y="1454"/>
                    </a:cubicBezTo>
                    <a:lnTo>
                      <a:pt x="108" y="1454"/>
                    </a:lnTo>
                    <a:cubicBezTo>
                      <a:pt x="186" y="1269"/>
                      <a:pt x="254" y="1069"/>
                      <a:pt x="283" y="863"/>
                    </a:cubicBezTo>
                    <a:cubicBezTo>
                      <a:pt x="337" y="541"/>
                      <a:pt x="279" y="243"/>
                      <a:pt x="127" y="23"/>
                    </a:cubicBezTo>
                    <a:cubicBezTo>
                      <a:pt x="118" y="8"/>
                      <a:pt x="101" y="0"/>
                      <a:pt x="85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1"/>
              <p:cNvSpPr/>
              <p:nvPr/>
            </p:nvSpPr>
            <p:spPr>
              <a:xfrm>
                <a:off x="7834549" y="4199298"/>
                <a:ext cx="34192" cy="173286"/>
              </a:xfrm>
              <a:custGeom>
                <a:avLst/>
                <a:gdLst/>
                <a:ahLst/>
                <a:cxnLst/>
                <a:rect l="l" t="t" r="r" b="b"/>
                <a:pathLst>
                  <a:path w="279" h="1414" extrusionOk="0">
                    <a:moveTo>
                      <a:pt x="162" y="1"/>
                    </a:moveTo>
                    <a:cubicBezTo>
                      <a:pt x="137" y="1"/>
                      <a:pt x="116" y="19"/>
                      <a:pt x="108" y="41"/>
                    </a:cubicBezTo>
                    <a:cubicBezTo>
                      <a:pt x="0" y="495"/>
                      <a:pt x="24" y="974"/>
                      <a:pt x="171" y="1409"/>
                    </a:cubicBezTo>
                    <a:cubicBezTo>
                      <a:pt x="205" y="1414"/>
                      <a:pt x="239" y="1414"/>
                      <a:pt x="279" y="1414"/>
                    </a:cubicBezTo>
                    <a:cubicBezTo>
                      <a:pt x="127" y="979"/>
                      <a:pt x="103" y="510"/>
                      <a:pt x="210" y="65"/>
                    </a:cubicBezTo>
                    <a:cubicBezTo>
                      <a:pt x="215" y="36"/>
                      <a:pt x="195" y="11"/>
                      <a:pt x="171" y="2"/>
                    </a:cubicBezTo>
                    <a:cubicBezTo>
                      <a:pt x="168" y="1"/>
                      <a:pt x="165" y="1"/>
                      <a:pt x="162" y="1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1"/>
              <p:cNvSpPr/>
              <p:nvPr/>
            </p:nvSpPr>
            <p:spPr>
              <a:xfrm>
                <a:off x="7056095" y="4159470"/>
                <a:ext cx="322313" cy="210786"/>
              </a:xfrm>
              <a:custGeom>
                <a:avLst/>
                <a:gdLst/>
                <a:ahLst/>
                <a:cxnLst/>
                <a:rect l="l" t="t" r="r" b="b"/>
                <a:pathLst>
                  <a:path w="2630" h="1720" extrusionOk="0">
                    <a:moveTo>
                      <a:pt x="1189" y="0"/>
                    </a:moveTo>
                    <a:cubicBezTo>
                      <a:pt x="1128" y="0"/>
                      <a:pt x="1068" y="2"/>
                      <a:pt x="1007" y="4"/>
                    </a:cubicBezTo>
                    <a:cubicBezTo>
                      <a:pt x="783" y="19"/>
                      <a:pt x="553" y="43"/>
                      <a:pt x="367" y="170"/>
                    </a:cubicBezTo>
                    <a:cubicBezTo>
                      <a:pt x="103" y="351"/>
                      <a:pt x="1" y="698"/>
                      <a:pt x="30" y="1016"/>
                    </a:cubicBezTo>
                    <a:cubicBezTo>
                      <a:pt x="50" y="1260"/>
                      <a:pt x="138" y="1489"/>
                      <a:pt x="235" y="1719"/>
                    </a:cubicBezTo>
                    <a:lnTo>
                      <a:pt x="714" y="1719"/>
                    </a:lnTo>
                    <a:cubicBezTo>
                      <a:pt x="660" y="1309"/>
                      <a:pt x="704" y="889"/>
                      <a:pt x="841" y="503"/>
                    </a:cubicBezTo>
                    <a:cubicBezTo>
                      <a:pt x="845" y="479"/>
                      <a:pt x="864" y="465"/>
                      <a:pt x="887" y="465"/>
                    </a:cubicBezTo>
                    <a:cubicBezTo>
                      <a:pt x="892" y="465"/>
                      <a:pt x="899" y="466"/>
                      <a:pt x="905" y="468"/>
                    </a:cubicBezTo>
                    <a:cubicBezTo>
                      <a:pt x="929" y="478"/>
                      <a:pt x="944" y="507"/>
                      <a:pt x="934" y="532"/>
                    </a:cubicBezTo>
                    <a:cubicBezTo>
                      <a:pt x="802" y="908"/>
                      <a:pt x="763" y="1318"/>
                      <a:pt x="817" y="1709"/>
                    </a:cubicBezTo>
                    <a:cubicBezTo>
                      <a:pt x="817" y="1714"/>
                      <a:pt x="817" y="1714"/>
                      <a:pt x="817" y="1714"/>
                    </a:cubicBezTo>
                    <a:lnTo>
                      <a:pt x="1740" y="1714"/>
                    </a:lnTo>
                    <a:cubicBezTo>
                      <a:pt x="1911" y="1260"/>
                      <a:pt x="1887" y="742"/>
                      <a:pt x="1667" y="307"/>
                    </a:cubicBezTo>
                    <a:cubicBezTo>
                      <a:pt x="1652" y="278"/>
                      <a:pt x="1667" y="249"/>
                      <a:pt x="1691" y="239"/>
                    </a:cubicBezTo>
                    <a:cubicBezTo>
                      <a:pt x="1699" y="234"/>
                      <a:pt x="1707" y="232"/>
                      <a:pt x="1716" y="232"/>
                    </a:cubicBezTo>
                    <a:cubicBezTo>
                      <a:pt x="1733" y="232"/>
                      <a:pt x="1750" y="242"/>
                      <a:pt x="1760" y="258"/>
                    </a:cubicBezTo>
                    <a:cubicBezTo>
                      <a:pt x="1984" y="708"/>
                      <a:pt x="2014" y="1245"/>
                      <a:pt x="1848" y="1714"/>
                    </a:cubicBezTo>
                    <a:lnTo>
                      <a:pt x="2194" y="1714"/>
                    </a:lnTo>
                    <a:cubicBezTo>
                      <a:pt x="2209" y="1709"/>
                      <a:pt x="2224" y="1704"/>
                      <a:pt x="2238" y="1695"/>
                    </a:cubicBezTo>
                    <a:cubicBezTo>
                      <a:pt x="2497" y="1563"/>
                      <a:pt x="2629" y="1270"/>
                      <a:pt x="2580" y="981"/>
                    </a:cubicBezTo>
                    <a:cubicBezTo>
                      <a:pt x="2566" y="903"/>
                      <a:pt x="2551" y="815"/>
                      <a:pt x="2541" y="742"/>
                    </a:cubicBezTo>
                    <a:cubicBezTo>
                      <a:pt x="2517" y="576"/>
                      <a:pt x="2434" y="420"/>
                      <a:pt x="2302" y="317"/>
                    </a:cubicBezTo>
                    <a:cubicBezTo>
                      <a:pt x="2219" y="249"/>
                      <a:pt x="2121" y="190"/>
                      <a:pt x="2019" y="146"/>
                    </a:cubicBezTo>
                    <a:cubicBezTo>
                      <a:pt x="1757" y="33"/>
                      <a:pt x="1472" y="0"/>
                      <a:pt x="1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1"/>
              <p:cNvSpPr/>
              <p:nvPr/>
            </p:nvSpPr>
            <p:spPr>
              <a:xfrm>
                <a:off x="7259165" y="4187779"/>
                <a:ext cx="44364" cy="182477"/>
              </a:xfrm>
              <a:custGeom>
                <a:avLst/>
                <a:gdLst/>
                <a:ahLst/>
                <a:cxnLst/>
                <a:rect l="l" t="t" r="r" b="b"/>
                <a:pathLst>
                  <a:path w="362" h="1489" extrusionOk="0">
                    <a:moveTo>
                      <a:pt x="59" y="1"/>
                    </a:moveTo>
                    <a:cubicBezTo>
                      <a:pt x="50" y="1"/>
                      <a:pt x="42" y="3"/>
                      <a:pt x="34" y="8"/>
                    </a:cubicBezTo>
                    <a:cubicBezTo>
                      <a:pt x="10" y="18"/>
                      <a:pt x="0" y="52"/>
                      <a:pt x="10" y="76"/>
                    </a:cubicBezTo>
                    <a:cubicBezTo>
                      <a:pt x="235" y="511"/>
                      <a:pt x="254" y="1034"/>
                      <a:pt x="83" y="1488"/>
                    </a:cubicBezTo>
                    <a:lnTo>
                      <a:pt x="191" y="1488"/>
                    </a:lnTo>
                    <a:cubicBezTo>
                      <a:pt x="362" y="1014"/>
                      <a:pt x="327" y="477"/>
                      <a:pt x="103" y="27"/>
                    </a:cubicBezTo>
                    <a:cubicBezTo>
                      <a:pt x="93" y="11"/>
                      <a:pt x="76" y="1"/>
                      <a:pt x="59" y="1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1"/>
              <p:cNvSpPr/>
              <p:nvPr/>
            </p:nvSpPr>
            <p:spPr>
              <a:xfrm>
                <a:off x="7136980" y="4216455"/>
                <a:ext cx="34805" cy="153800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55" extrusionOk="0">
                    <a:moveTo>
                      <a:pt x="227" y="0"/>
                    </a:moveTo>
                    <a:cubicBezTo>
                      <a:pt x="206" y="0"/>
                      <a:pt x="189" y="14"/>
                      <a:pt x="181" y="38"/>
                    </a:cubicBezTo>
                    <a:cubicBezTo>
                      <a:pt x="44" y="424"/>
                      <a:pt x="0" y="844"/>
                      <a:pt x="54" y="1254"/>
                    </a:cubicBezTo>
                    <a:lnTo>
                      <a:pt x="157" y="1254"/>
                    </a:lnTo>
                    <a:cubicBezTo>
                      <a:pt x="157" y="1254"/>
                      <a:pt x="157" y="1249"/>
                      <a:pt x="157" y="1249"/>
                    </a:cubicBezTo>
                    <a:cubicBezTo>
                      <a:pt x="103" y="853"/>
                      <a:pt x="147" y="443"/>
                      <a:pt x="274" y="72"/>
                    </a:cubicBezTo>
                    <a:cubicBezTo>
                      <a:pt x="284" y="42"/>
                      <a:pt x="269" y="13"/>
                      <a:pt x="245" y="3"/>
                    </a:cubicBezTo>
                    <a:cubicBezTo>
                      <a:pt x="239" y="1"/>
                      <a:pt x="233" y="0"/>
                      <a:pt x="227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31"/>
              <p:cNvSpPr/>
              <p:nvPr/>
            </p:nvSpPr>
            <p:spPr>
              <a:xfrm>
                <a:off x="6653755" y="4167926"/>
                <a:ext cx="352216" cy="202330"/>
              </a:xfrm>
              <a:custGeom>
                <a:avLst/>
                <a:gdLst/>
                <a:ahLst/>
                <a:cxnLst/>
                <a:rect l="l" t="t" r="r" b="b"/>
                <a:pathLst>
                  <a:path w="2874" h="1651" extrusionOk="0">
                    <a:moveTo>
                      <a:pt x="1234" y="0"/>
                    </a:moveTo>
                    <a:cubicBezTo>
                      <a:pt x="1004" y="0"/>
                      <a:pt x="775" y="33"/>
                      <a:pt x="558" y="101"/>
                    </a:cubicBezTo>
                    <a:cubicBezTo>
                      <a:pt x="568" y="121"/>
                      <a:pt x="577" y="140"/>
                      <a:pt x="587" y="160"/>
                    </a:cubicBezTo>
                    <a:cubicBezTo>
                      <a:pt x="572" y="170"/>
                      <a:pt x="563" y="175"/>
                      <a:pt x="553" y="184"/>
                    </a:cubicBezTo>
                    <a:lnTo>
                      <a:pt x="548" y="184"/>
                    </a:lnTo>
                    <a:cubicBezTo>
                      <a:pt x="94" y="531"/>
                      <a:pt x="1" y="1220"/>
                      <a:pt x="362" y="1650"/>
                    </a:cubicBezTo>
                    <a:lnTo>
                      <a:pt x="978" y="1650"/>
                    </a:lnTo>
                    <a:cubicBezTo>
                      <a:pt x="914" y="1416"/>
                      <a:pt x="890" y="1176"/>
                      <a:pt x="914" y="937"/>
                    </a:cubicBezTo>
                    <a:cubicBezTo>
                      <a:pt x="944" y="658"/>
                      <a:pt x="1061" y="468"/>
                      <a:pt x="1232" y="404"/>
                    </a:cubicBezTo>
                    <a:cubicBezTo>
                      <a:pt x="1238" y="402"/>
                      <a:pt x="1244" y="401"/>
                      <a:pt x="1251" y="401"/>
                    </a:cubicBezTo>
                    <a:cubicBezTo>
                      <a:pt x="1273" y="401"/>
                      <a:pt x="1293" y="414"/>
                      <a:pt x="1300" y="434"/>
                    </a:cubicBezTo>
                    <a:cubicBezTo>
                      <a:pt x="1310" y="463"/>
                      <a:pt x="1295" y="492"/>
                      <a:pt x="1266" y="497"/>
                    </a:cubicBezTo>
                    <a:cubicBezTo>
                      <a:pt x="1076" y="570"/>
                      <a:pt x="1027" y="834"/>
                      <a:pt x="1012" y="947"/>
                    </a:cubicBezTo>
                    <a:cubicBezTo>
                      <a:pt x="988" y="1181"/>
                      <a:pt x="1012" y="1420"/>
                      <a:pt x="1085" y="1645"/>
                    </a:cubicBezTo>
                    <a:lnTo>
                      <a:pt x="1896" y="1645"/>
                    </a:lnTo>
                    <a:cubicBezTo>
                      <a:pt x="1804" y="1284"/>
                      <a:pt x="1852" y="883"/>
                      <a:pt x="2033" y="556"/>
                    </a:cubicBezTo>
                    <a:cubicBezTo>
                      <a:pt x="2043" y="539"/>
                      <a:pt x="2060" y="529"/>
                      <a:pt x="2077" y="529"/>
                    </a:cubicBezTo>
                    <a:cubicBezTo>
                      <a:pt x="2085" y="529"/>
                      <a:pt x="2094" y="531"/>
                      <a:pt x="2102" y="536"/>
                    </a:cubicBezTo>
                    <a:cubicBezTo>
                      <a:pt x="2126" y="546"/>
                      <a:pt x="2136" y="580"/>
                      <a:pt x="2121" y="605"/>
                    </a:cubicBezTo>
                    <a:cubicBezTo>
                      <a:pt x="1950" y="917"/>
                      <a:pt x="1906" y="1303"/>
                      <a:pt x="1999" y="1650"/>
                    </a:cubicBezTo>
                    <a:lnTo>
                      <a:pt x="2849" y="1650"/>
                    </a:lnTo>
                    <a:lnTo>
                      <a:pt x="2873" y="732"/>
                    </a:lnTo>
                    <a:cubicBezTo>
                      <a:pt x="2844" y="673"/>
                      <a:pt x="2815" y="605"/>
                      <a:pt x="2810" y="600"/>
                    </a:cubicBezTo>
                    <a:cubicBezTo>
                      <a:pt x="2722" y="521"/>
                      <a:pt x="2629" y="448"/>
                      <a:pt x="2536" y="385"/>
                    </a:cubicBezTo>
                    <a:cubicBezTo>
                      <a:pt x="2158" y="134"/>
                      <a:pt x="1695" y="0"/>
                      <a:pt x="1234" y="0"/>
                    </a:cubicBezTo>
                    <a:close/>
                  </a:path>
                </a:pathLst>
              </a:custGeom>
              <a:solidFill>
                <a:srgbClr val="CEBB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1"/>
              <p:cNvSpPr/>
              <p:nvPr/>
            </p:nvSpPr>
            <p:spPr>
              <a:xfrm>
                <a:off x="6874718" y="4232754"/>
                <a:ext cx="40810" cy="137501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122" extrusionOk="0">
                    <a:moveTo>
                      <a:pt x="274" y="0"/>
                    </a:moveTo>
                    <a:cubicBezTo>
                      <a:pt x="257" y="0"/>
                      <a:pt x="240" y="10"/>
                      <a:pt x="230" y="27"/>
                    </a:cubicBezTo>
                    <a:cubicBezTo>
                      <a:pt x="49" y="354"/>
                      <a:pt x="1" y="755"/>
                      <a:pt x="93" y="1121"/>
                    </a:cubicBezTo>
                    <a:lnTo>
                      <a:pt x="196" y="1121"/>
                    </a:lnTo>
                    <a:cubicBezTo>
                      <a:pt x="103" y="774"/>
                      <a:pt x="147" y="388"/>
                      <a:pt x="318" y="76"/>
                    </a:cubicBezTo>
                    <a:cubicBezTo>
                      <a:pt x="333" y="51"/>
                      <a:pt x="323" y="22"/>
                      <a:pt x="299" y="7"/>
                    </a:cubicBezTo>
                    <a:cubicBezTo>
                      <a:pt x="291" y="2"/>
                      <a:pt x="282" y="0"/>
                      <a:pt x="274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31"/>
              <p:cNvSpPr/>
              <p:nvPr/>
            </p:nvSpPr>
            <p:spPr>
              <a:xfrm>
                <a:off x="6762705" y="4217068"/>
                <a:ext cx="51104" cy="153188"/>
              </a:xfrm>
              <a:custGeom>
                <a:avLst/>
                <a:gdLst/>
                <a:ahLst/>
                <a:cxnLst/>
                <a:rect l="l" t="t" r="r" b="b"/>
                <a:pathLst>
                  <a:path w="417" h="1250" extrusionOk="0">
                    <a:moveTo>
                      <a:pt x="361" y="0"/>
                    </a:moveTo>
                    <a:cubicBezTo>
                      <a:pt x="355" y="0"/>
                      <a:pt x="349" y="1"/>
                      <a:pt x="343" y="3"/>
                    </a:cubicBezTo>
                    <a:cubicBezTo>
                      <a:pt x="167" y="67"/>
                      <a:pt x="55" y="257"/>
                      <a:pt x="25" y="536"/>
                    </a:cubicBezTo>
                    <a:cubicBezTo>
                      <a:pt x="1" y="775"/>
                      <a:pt x="25" y="1015"/>
                      <a:pt x="89" y="1249"/>
                    </a:cubicBezTo>
                    <a:lnTo>
                      <a:pt x="196" y="1249"/>
                    </a:lnTo>
                    <a:cubicBezTo>
                      <a:pt x="123" y="1019"/>
                      <a:pt x="99" y="780"/>
                      <a:pt x="123" y="546"/>
                    </a:cubicBezTo>
                    <a:cubicBezTo>
                      <a:pt x="138" y="433"/>
                      <a:pt x="182" y="169"/>
                      <a:pt x="377" y="101"/>
                    </a:cubicBezTo>
                    <a:cubicBezTo>
                      <a:pt x="406" y="86"/>
                      <a:pt x="416" y="62"/>
                      <a:pt x="411" y="33"/>
                    </a:cubicBezTo>
                    <a:cubicBezTo>
                      <a:pt x="400" y="13"/>
                      <a:pt x="382" y="0"/>
                      <a:pt x="361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31"/>
              <p:cNvSpPr/>
              <p:nvPr/>
            </p:nvSpPr>
            <p:spPr>
              <a:xfrm>
                <a:off x="6528629" y="1821338"/>
                <a:ext cx="2075304" cy="2552471"/>
              </a:xfrm>
              <a:custGeom>
                <a:avLst/>
                <a:gdLst/>
                <a:ahLst/>
                <a:cxnLst/>
                <a:rect l="l" t="t" r="r" b="b"/>
                <a:pathLst>
                  <a:path w="16934" h="20828" extrusionOk="0">
                    <a:moveTo>
                      <a:pt x="4583" y="0"/>
                    </a:moveTo>
                    <a:cubicBezTo>
                      <a:pt x="4276" y="279"/>
                      <a:pt x="4031" y="616"/>
                      <a:pt x="3821" y="978"/>
                    </a:cubicBezTo>
                    <a:cubicBezTo>
                      <a:pt x="3802" y="1012"/>
                      <a:pt x="3777" y="1046"/>
                      <a:pt x="3758" y="1080"/>
                    </a:cubicBezTo>
                    <a:cubicBezTo>
                      <a:pt x="3469" y="1603"/>
                      <a:pt x="3245" y="2174"/>
                      <a:pt x="3005" y="2702"/>
                    </a:cubicBezTo>
                    <a:cubicBezTo>
                      <a:pt x="2991" y="2741"/>
                      <a:pt x="2971" y="2780"/>
                      <a:pt x="2952" y="2819"/>
                    </a:cubicBezTo>
                    <a:cubicBezTo>
                      <a:pt x="2986" y="2810"/>
                      <a:pt x="3015" y="2800"/>
                      <a:pt x="3044" y="2795"/>
                    </a:cubicBezTo>
                    <a:cubicBezTo>
                      <a:pt x="3059" y="2790"/>
                      <a:pt x="3079" y="2790"/>
                      <a:pt x="3093" y="2790"/>
                    </a:cubicBezTo>
                    <a:cubicBezTo>
                      <a:pt x="3099" y="2790"/>
                      <a:pt x="3105" y="2790"/>
                      <a:pt x="3111" y="2790"/>
                    </a:cubicBezTo>
                    <a:cubicBezTo>
                      <a:pt x="3232" y="2790"/>
                      <a:pt x="3352" y="2838"/>
                      <a:pt x="3445" y="2922"/>
                    </a:cubicBezTo>
                    <a:cubicBezTo>
                      <a:pt x="3582" y="3039"/>
                      <a:pt x="3675" y="3220"/>
                      <a:pt x="3670" y="3391"/>
                    </a:cubicBezTo>
                    <a:cubicBezTo>
                      <a:pt x="3655" y="3738"/>
                      <a:pt x="3411" y="4031"/>
                      <a:pt x="3201" y="4324"/>
                    </a:cubicBezTo>
                    <a:cubicBezTo>
                      <a:pt x="2996" y="4612"/>
                      <a:pt x="2815" y="4969"/>
                      <a:pt x="2947" y="5296"/>
                    </a:cubicBezTo>
                    <a:cubicBezTo>
                      <a:pt x="3127" y="5360"/>
                      <a:pt x="3308" y="5428"/>
                      <a:pt x="3489" y="5492"/>
                    </a:cubicBezTo>
                    <a:cubicBezTo>
                      <a:pt x="2976" y="6620"/>
                      <a:pt x="2766" y="7861"/>
                      <a:pt x="2878" y="9078"/>
                    </a:cubicBezTo>
                    <a:cubicBezTo>
                      <a:pt x="2888" y="9185"/>
                      <a:pt x="2883" y="9288"/>
                      <a:pt x="2869" y="9385"/>
                    </a:cubicBezTo>
                    <a:cubicBezTo>
                      <a:pt x="2864" y="9410"/>
                      <a:pt x="2859" y="9434"/>
                      <a:pt x="2849" y="9459"/>
                    </a:cubicBezTo>
                    <a:cubicBezTo>
                      <a:pt x="2766" y="9820"/>
                      <a:pt x="2507" y="10143"/>
                      <a:pt x="2189" y="10446"/>
                    </a:cubicBezTo>
                    <a:cubicBezTo>
                      <a:pt x="2141" y="10494"/>
                      <a:pt x="2092" y="10538"/>
                      <a:pt x="2043" y="10582"/>
                    </a:cubicBezTo>
                    <a:cubicBezTo>
                      <a:pt x="1408" y="11154"/>
                      <a:pt x="597" y="11687"/>
                      <a:pt x="294" y="12380"/>
                    </a:cubicBezTo>
                    <a:cubicBezTo>
                      <a:pt x="1" y="13050"/>
                      <a:pt x="98" y="13851"/>
                      <a:pt x="543" y="14442"/>
                    </a:cubicBezTo>
                    <a:lnTo>
                      <a:pt x="548" y="14442"/>
                    </a:lnTo>
                    <a:cubicBezTo>
                      <a:pt x="323" y="15321"/>
                      <a:pt x="348" y="16250"/>
                      <a:pt x="611" y="17114"/>
                    </a:cubicBezTo>
                    <a:cubicBezTo>
                      <a:pt x="919" y="17798"/>
                      <a:pt x="1232" y="18477"/>
                      <a:pt x="1540" y="19157"/>
                    </a:cubicBezTo>
                    <a:cubicBezTo>
                      <a:pt x="1554" y="19191"/>
                      <a:pt x="1569" y="19220"/>
                      <a:pt x="1584" y="19249"/>
                    </a:cubicBezTo>
                    <a:cubicBezTo>
                      <a:pt x="1800" y="19181"/>
                      <a:pt x="2028" y="19148"/>
                      <a:pt x="2256" y="19148"/>
                    </a:cubicBezTo>
                    <a:cubicBezTo>
                      <a:pt x="2716" y="19148"/>
                      <a:pt x="3179" y="19282"/>
                      <a:pt x="3557" y="19533"/>
                    </a:cubicBezTo>
                    <a:cubicBezTo>
                      <a:pt x="3655" y="19596"/>
                      <a:pt x="3743" y="19669"/>
                      <a:pt x="3831" y="19748"/>
                    </a:cubicBezTo>
                    <a:cubicBezTo>
                      <a:pt x="3836" y="19753"/>
                      <a:pt x="3865" y="19821"/>
                      <a:pt x="3894" y="19880"/>
                    </a:cubicBezTo>
                    <a:lnTo>
                      <a:pt x="3870" y="20798"/>
                    </a:lnTo>
                    <a:lnTo>
                      <a:pt x="4544" y="20798"/>
                    </a:lnTo>
                    <a:cubicBezTo>
                      <a:pt x="4442" y="20568"/>
                      <a:pt x="4354" y="20339"/>
                      <a:pt x="4334" y="20095"/>
                    </a:cubicBezTo>
                    <a:cubicBezTo>
                      <a:pt x="4305" y="19777"/>
                      <a:pt x="4412" y="19430"/>
                      <a:pt x="4671" y="19249"/>
                    </a:cubicBezTo>
                    <a:cubicBezTo>
                      <a:pt x="4857" y="19122"/>
                      <a:pt x="5091" y="19098"/>
                      <a:pt x="5311" y="19088"/>
                    </a:cubicBezTo>
                    <a:cubicBezTo>
                      <a:pt x="5382" y="19084"/>
                      <a:pt x="5454" y="19082"/>
                      <a:pt x="5525" y="19082"/>
                    </a:cubicBezTo>
                    <a:cubicBezTo>
                      <a:pt x="5799" y="19082"/>
                      <a:pt x="6075" y="19116"/>
                      <a:pt x="6323" y="19225"/>
                    </a:cubicBezTo>
                    <a:cubicBezTo>
                      <a:pt x="6425" y="19269"/>
                      <a:pt x="6523" y="19328"/>
                      <a:pt x="6611" y="19396"/>
                    </a:cubicBezTo>
                    <a:cubicBezTo>
                      <a:pt x="6738" y="19503"/>
                      <a:pt x="6821" y="19655"/>
                      <a:pt x="6845" y="19821"/>
                    </a:cubicBezTo>
                    <a:cubicBezTo>
                      <a:pt x="6860" y="19894"/>
                      <a:pt x="6875" y="19982"/>
                      <a:pt x="6884" y="20060"/>
                    </a:cubicBezTo>
                    <a:cubicBezTo>
                      <a:pt x="6933" y="20349"/>
                      <a:pt x="6801" y="20642"/>
                      <a:pt x="6542" y="20779"/>
                    </a:cubicBezTo>
                    <a:cubicBezTo>
                      <a:pt x="6528" y="20783"/>
                      <a:pt x="6513" y="20788"/>
                      <a:pt x="6503" y="20798"/>
                    </a:cubicBezTo>
                    <a:lnTo>
                      <a:pt x="8956" y="20798"/>
                    </a:lnTo>
                    <a:cubicBezTo>
                      <a:pt x="9117" y="20798"/>
                      <a:pt x="9278" y="20803"/>
                      <a:pt x="9430" y="20803"/>
                    </a:cubicBezTo>
                    <a:cubicBezTo>
                      <a:pt x="9606" y="20803"/>
                      <a:pt x="9777" y="20803"/>
                      <a:pt x="9943" y="20808"/>
                    </a:cubicBezTo>
                    <a:lnTo>
                      <a:pt x="10207" y="20808"/>
                    </a:lnTo>
                    <a:cubicBezTo>
                      <a:pt x="10080" y="20647"/>
                      <a:pt x="9953" y="20471"/>
                      <a:pt x="9909" y="20349"/>
                    </a:cubicBezTo>
                    <a:cubicBezTo>
                      <a:pt x="9830" y="20134"/>
                      <a:pt x="9870" y="19660"/>
                      <a:pt x="9982" y="19459"/>
                    </a:cubicBezTo>
                    <a:cubicBezTo>
                      <a:pt x="10143" y="19176"/>
                      <a:pt x="10505" y="19083"/>
                      <a:pt x="10832" y="19044"/>
                    </a:cubicBezTo>
                    <a:cubicBezTo>
                      <a:pt x="10995" y="19023"/>
                      <a:pt x="11160" y="19008"/>
                      <a:pt x="11325" y="19008"/>
                    </a:cubicBezTo>
                    <a:cubicBezTo>
                      <a:pt x="11541" y="19008"/>
                      <a:pt x="11756" y="19034"/>
                      <a:pt x="11961" y="19103"/>
                    </a:cubicBezTo>
                    <a:cubicBezTo>
                      <a:pt x="12322" y="19225"/>
                      <a:pt x="12644" y="19503"/>
                      <a:pt x="12737" y="19870"/>
                    </a:cubicBezTo>
                    <a:cubicBezTo>
                      <a:pt x="12830" y="20241"/>
                      <a:pt x="12625" y="20681"/>
                      <a:pt x="12259" y="20779"/>
                    </a:cubicBezTo>
                    <a:lnTo>
                      <a:pt x="12473" y="20827"/>
                    </a:lnTo>
                    <a:lnTo>
                      <a:pt x="12762" y="20827"/>
                    </a:lnTo>
                    <a:cubicBezTo>
                      <a:pt x="12864" y="20827"/>
                      <a:pt x="12967" y="20827"/>
                      <a:pt x="13074" y="20822"/>
                    </a:cubicBezTo>
                    <a:lnTo>
                      <a:pt x="13050" y="19880"/>
                    </a:lnTo>
                    <a:cubicBezTo>
                      <a:pt x="13079" y="19821"/>
                      <a:pt x="13113" y="19753"/>
                      <a:pt x="13118" y="19748"/>
                    </a:cubicBezTo>
                    <a:cubicBezTo>
                      <a:pt x="13201" y="19669"/>
                      <a:pt x="13294" y="19596"/>
                      <a:pt x="13392" y="19533"/>
                    </a:cubicBezTo>
                    <a:cubicBezTo>
                      <a:pt x="13772" y="19280"/>
                      <a:pt x="14234" y="19144"/>
                      <a:pt x="14693" y="19144"/>
                    </a:cubicBezTo>
                    <a:cubicBezTo>
                      <a:pt x="14918" y="19144"/>
                      <a:pt x="15142" y="19177"/>
                      <a:pt x="15356" y="19244"/>
                    </a:cubicBezTo>
                    <a:cubicBezTo>
                      <a:pt x="15371" y="19215"/>
                      <a:pt x="15385" y="19181"/>
                      <a:pt x="15400" y="19152"/>
                    </a:cubicBezTo>
                    <a:cubicBezTo>
                      <a:pt x="15708" y="18473"/>
                      <a:pt x="16016" y="17793"/>
                      <a:pt x="16323" y="17114"/>
                    </a:cubicBezTo>
                    <a:cubicBezTo>
                      <a:pt x="16587" y="16250"/>
                      <a:pt x="16612" y="15321"/>
                      <a:pt x="16392" y="14442"/>
                    </a:cubicBezTo>
                    <a:cubicBezTo>
                      <a:pt x="16836" y="13851"/>
                      <a:pt x="16934" y="13050"/>
                      <a:pt x="16641" y="12380"/>
                    </a:cubicBezTo>
                    <a:cubicBezTo>
                      <a:pt x="16323" y="11643"/>
                      <a:pt x="15424" y="11086"/>
                      <a:pt x="14775" y="10475"/>
                    </a:cubicBezTo>
                    <a:cubicBezTo>
                      <a:pt x="14413" y="10133"/>
                      <a:pt x="14125" y="9771"/>
                      <a:pt x="14061" y="9356"/>
                    </a:cubicBezTo>
                    <a:cubicBezTo>
                      <a:pt x="14047" y="9263"/>
                      <a:pt x="14047" y="9171"/>
                      <a:pt x="14056" y="9078"/>
                    </a:cubicBezTo>
                    <a:cubicBezTo>
                      <a:pt x="14169" y="7861"/>
                      <a:pt x="13959" y="6620"/>
                      <a:pt x="13446" y="5492"/>
                    </a:cubicBezTo>
                    <a:cubicBezTo>
                      <a:pt x="13626" y="5428"/>
                      <a:pt x="13807" y="5360"/>
                      <a:pt x="13988" y="5291"/>
                    </a:cubicBezTo>
                    <a:cubicBezTo>
                      <a:pt x="14120" y="4969"/>
                      <a:pt x="13939" y="4612"/>
                      <a:pt x="13734" y="4324"/>
                    </a:cubicBezTo>
                    <a:cubicBezTo>
                      <a:pt x="13529" y="4036"/>
                      <a:pt x="13284" y="3748"/>
                      <a:pt x="13265" y="3411"/>
                    </a:cubicBezTo>
                    <a:cubicBezTo>
                      <a:pt x="13265" y="3401"/>
                      <a:pt x="13265" y="3396"/>
                      <a:pt x="13265" y="3391"/>
                    </a:cubicBezTo>
                    <a:cubicBezTo>
                      <a:pt x="13260" y="3152"/>
                      <a:pt x="13436" y="2907"/>
                      <a:pt x="13656" y="2819"/>
                    </a:cubicBezTo>
                    <a:cubicBezTo>
                      <a:pt x="13709" y="2799"/>
                      <a:pt x="13764" y="2788"/>
                      <a:pt x="13821" y="2788"/>
                    </a:cubicBezTo>
                    <a:cubicBezTo>
                      <a:pt x="13874" y="2788"/>
                      <a:pt x="13929" y="2798"/>
                      <a:pt x="13983" y="2819"/>
                    </a:cubicBezTo>
                    <a:cubicBezTo>
                      <a:pt x="13710" y="2223"/>
                      <a:pt x="13260" y="1569"/>
                      <a:pt x="12762" y="978"/>
                    </a:cubicBezTo>
                    <a:cubicBezTo>
                      <a:pt x="12747" y="963"/>
                      <a:pt x="12732" y="943"/>
                      <a:pt x="12718" y="929"/>
                    </a:cubicBezTo>
                    <a:cubicBezTo>
                      <a:pt x="12425" y="582"/>
                      <a:pt x="12122" y="264"/>
                      <a:pt x="118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31"/>
              <p:cNvSpPr/>
              <p:nvPr/>
            </p:nvSpPr>
            <p:spPr>
              <a:xfrm>
                <a:off x="8113478" y="4155058"/>
                <a:ext cx="302460" cy="115810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945" extrusionOk="0">
                    <a:moveTo>
                      <a:pt x="1764" y="1"/>
                    </a:moveTo>
                    <a:cubicBezTo>
                      <a:pt x="1312" y="1"/>
                      <a:pt x="858" y="126"/>
                      <a:pt x="475" y="363"/>
                    </a:cubicBezTo>
                    <a:cubicBezTo>
                      <a:pt x="460" y="372"/>
                      <a:pt x="450" y="377"/>
                      <a:pt x="436" y="387"/>
                    </a:cubicBezTo>
                    <a:cubicBezTo>
                      <a:pt x="323" y="460"/>
                      <a:pt x="216" y="539"/>
                      <a:pt x="118" y="631"/>
                    </a:cubicBezTo>
                    <a:cubicBezTo>
                      <a:pt x="98" y="651"/>
                      <a:pt x="1" y="768"/>
                      <a:pt x="20" y="788"/>
                    </a:cubicBezTo>
                    <a:cubicBezTo>
                      <a:pt x="30" y="797"/>
                      <a:pt x="45" y="944"/>
                      <a:pt x="59" y="944"/>
                    </a:cubicBezTo>
                    <a:cubicBezTo>
                      <a:pt x="64" y="944"/>
                      <a:pt x="89" y="895"/>
                      <a:pt x="118" y="837"/>
                    </a:cubicBezTo>
                    <a:cubicBezTo>
                      <a:pt x="152" y="778"/>
                      <a:pt x="181" y="710"/>
                      <a:pt x="186" y="705"/>
                    </a:cubicBezTo>
                    <a:cubicBezTo>
                      <a:pt x="274" y="626"/>
                      <a:pt x="362" y="553"/>
                      <a:pt x="460" y="490"/>
                    </a:cubicBezTo>
                    <a:cubicBezTo>
                      <a:pt x="840" y="237"/>
                      <a:pt x="1302" y="101"/>
                      <a:pt x="1761" y="101"/>
                    </a:cubicBezTo>
                    <a:cubicBezTo>
                      <a:pt x="1986" y="101"/>
                      <a:pt x="2210" y="134"/>
                      <a:pt x="2424" y="201"/>
                    </a:cubicBezTo>
                    <a:cubicBezTo>
                      <a:pt x="2439" y="172"/>
                      <a:pt x="2453" y="138"/>
                      <a:pt x="2468" y="109"/>
                    </a:cubicBezTo>
                    <a:cubicBezTo>
                      <a:pt x="2241" y="36"/>
                      <a:pt x="2003" y="1"/>
                      <a:pt x="1764" y="1"/>
                    </a:cubicBezTo>
                    <a:close/>
                  </a:path>
                </a:pathLst>
              </a:custGeom>
              <a:solidFill>
                <a:srgbClr val="7143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31"/>
              <p:cNvSpPr/>
              <p:nvPr/>
            </p:nvSpPr>
            <p:spPr>
              <a:xfrm>
                <a:off x="8320102" y="4217068"/>
                <a:ext cx="51595" cy="15429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259" extrusionOk="0">
                    <a:moveTo>
                      <a:pt x="57" y="0"/>
                    </a:moveTo>
                    <a:cubicBezTo>
                      <a:pt x="37" y="0"/>
                      <a:pt x="18" y="13"/>
                      <a:pt x="10" y="33"/>
                    </a:cubicBezTo>
                    <a:cubicBezTo>
                      <a:pt x="0" y="62"/>
                      <a:pt x="15" y="91"/>
                      <a:pt x="39" y="101"/>
                    </a:cubicBezTo>
                    <a:cubicBezTo>
                      <a:pt x="235" y="169"/>
                      <a:pt x="284" y="433"/>
                      <a:pt x="293" y="546"/>
                    </a:cubicBezTo>
                    <a:cubicBezTo>
                      <a:pt x="318" y="785"/>
                      <a:pt x="293" y="1029"/>
                      <a:pt x="220" y="1259"/>
                    </a:cubicBezTo>
                    <a:lnTo>
                      <a:pt x="328" y="1259"/>
                    </a:lnTo>
                    <a:cubicBezTo>
                      <a:pt x="396" y="1024"/>
                      <a:pt x="420" y="775"/>
                      <a:pt x="391" y="536"/>
                    </a:cubicBezTo>
                    <a:cubicBezTo>
                      <a:pt x="367" y="257"/>
                      <a:pt x="249" y="67"/>
                      <a:pt x="74" y="3"/>
                    </a:cubicBezTo>
                    <a:cubicBezTo>
                      <a:pt x="68" y="1"/>
                      <a:pt x="63" y="0"/>
                      <a:pt x="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31"/>
              <p:cNvSpPr/>
              <p:nvPr/>
            </p:nvSpPr>
            <p:spPr>
              <a:xfrm>
                <a:off x="8218261" y="4232754"/>
                <a:ext cx="41423" cy="13983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141" extrusionOk="0">
                    <a:moveTo>
                      <a:pt x="59" y="0"/>
                    </a:moveTo>
                    <a:cubicBezTo>
                      <a:pt x="51" y="0"/>
                      <a:pt x="43" y="2"/>
                      <a:pt x="35" y="7"/>
                    </a:cubicBezTo>
                    <a:cubicBezTo>
                      <a:pt x="10" y="17"/>
                      <a:pt x="1" y="51"/>
                      <a:pt x="15" y="76"/>
                    </a:cubicBezTo>
                    <a:cubicBezTo>
                      <a:pt x="196" y="398"/>
                      <a:pt x="235" y="789"/>
                      <a:pt x="133" y="1141"/>
                    </a:cubicBezTo>
                    <a:lnTo>
                      <a:pt x="240" y="1141"/>
                    </a:lnTo>
                    <a:cubicBezTo>
                      <a:pt x="338" y="769"/>
                      <a:pt x="289" y="359"/>
                      <a:pt x="103" y="27"/>
                    </a:cubicBezTo>
                    <a:cubicBezTo>
                      <a:pt x="93" y="10"/>
                      <a:pt x="77" y="0"/>
                      <a:pt x="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31"/>
              <p:cNvSpPr/>
              <p:nvPr/>
            </p:nvSpPr>
            <p:spPr>
              <a:xfrm>
                <a:off x="6717238" y="4155548"/>
                <a:ext cx="303072" cy="115320"/>
              </a:xfrm>
              <a:custGeom>
                <a:avLst/>
                <a:gdLst/>
                <a:ahLst/>
                <a:cxnLst/>
                <a:rect l="l" t="t" r="r" b="b"/>
                <a:pathLst>
                  <a:path w="2473" h="941" extrusionOk="0">
                    <a:moveTo>
                      <a:pt x="715" y="0"/>
                    </a:moveTo>
                    <a:cubicBezTo>
                      <a:pt x="472" y="0"/>
                      <a:pt x="230" y="36"/>
                      <a:pt x="1" y="110"/>
                    </a:cubicBezTo>
                    <a:cubicBezTo>
                      <a:pt x="15" y="144"/>
                      <a:pt x="30" y="173"/>
                      <a:pt x="40" y="202"/>
                    </a:cubicBezTo>
                    <a:cubicBezTo>
                      <a:pt x="257" y="134"/>
                      <a:pt x="486" y="101"/>
                      <a:pt x="716" y="101"/>
                    </a:cubicBezTo>
                    <a:cubicBezTo>
                      <a:pt x="1177" y="101"/>
                      <a:pt x="1640" y="235"/>
                      <a:pt x="2018" y="486"/>
                    </a:cubicBezTo>
                    <a:cubicBezTo>
                      <a:pt x="2111" y="549"/>
                      <a:pt x="2204" y="622"/>
                      <a:pt x="2292" y="701"/>
                    </a:cubicBezTo>
                    <a:cubicBezTo>
                      <a:pt x="2297" y="706"/>
                      <a:pt x="2326" y="774"/>
                      <a:pt x="2355" y="833"/>
                    </a:cubicBezTo>
                    <a:cubicBezTo>
                      <a:pt x="2385" y="891"/>
                      <a:pt x="2414" y="940"/>
                      <a:pt x="2419" y="940"/>
                    </a:cubicBezTo>
                    <a:cubicBezTo>
                      <a:pt x="2434" y="940"/>
                      <a:pt x="2443" y="793"/>
                      <a:pt x="2453" y="784"/>
                    </a:cubicBezTo>
                    <a:cubicBezTo>
                      <a:pt x="2473" y="764"/>
                      <a:pt x="2380" y="647"/>
                      <a:pt x="2360" y="627"/>
                    </a:cubicBezTo>
                    <a:cubicBezTo>
                      <a:pt x="2263" y="535"/>
                      <a:pt x="2155" y="452"/>
                      <a:pt x="2038" y="383"/>
                    </a:cubicBezTo>
                    <a:cubicBezTo>
                      <a:pt x="2028" y="373"/>
                      <a:pt x="2014" y="364"/>
                      <a:pt x="2004" y="359"/>
                    </a:cubicBezTo>
                    <a:cubicBezTo>
                      <a:pt x="1623" y="124"/>
                      <a:pt x="1167" y="0"/>
                      <a:pt x="715" y="0"/>
                    </a:cubicBezTo>
                    <a:close/>
                  </a:path>
                </a:pathLst>
              </a:custGeom>
              <a:solidFill>
                <a:srgbClr val="7143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31"/>
              <p:cNvSpPr/>
              <p:nvPr/>
            </p:nvSpPr>
            <p:spPr>
              <a:xfrm>
                <a:off x="6762705" y="4217068"/>
                <a:ext cx="51104" cy="154290"/>
              </a:xfrm>
              <a:custGeom>
                <a:avLst/>
                <a:gdLst/>
                <a:ahLst/>
                <a:cxnLst/>
                <a:rect l="l" t="t" r="r" b="b"/>
                <a:pathLst>
                  <a:path w="417" h="1259" extrusionOk="0">
                    <a:moveTo>
                      <a:pt x="361" y="0"/>
                    </a:moveTo>
                    <a:cubicBezTo>
                      <a:pt x="355" y="0"/>
                      <a:pt x="349" y="1"/>
                      <a:pt x="343" y="3"/>
                    </a:cubicBezTo>
                    <a:cubicBezTo>
                      <a:pt x="167" y="67"/>
                      <a:pt x="55" y="257"/>
                      <a:pt x="25" y="536"/>
                    </a:cubicBezTo>
                    <a:cubicBezTo>
                      <a:pt x="1" y="775"/>
                      <a:pt x="25" y="1015"/>
                      <a:pt x="89" y="1249"/>
                    </a:cubicBezTo>
                    <a:cubicBezTo>
                      <a:pt x="89" y="1249"/>
                      <a:pt x="94" y="1254"/>
                      <a:pt x="94" y="1259"/>
                    </a:cubicBezTo>
                    <a:lnTo>
                      <a:pt x="201" y="1259"/>
                    </a:lnTo>
                    <a:cubicBezTo>
                      <a:pt x="201" y="1254"/>
                      <a:pt x="196" y="1249"/>
                      <a:pt x="196" y="1249"/>
                    </a:cubicBezTo>
                    <a:cubicBezTo>
                      <a:pt x="123" y="1019"/>
                      <a:pt x="99" y="780"/>
                      <a:pt x="123" y="546"/>
                    </a:cubicBezTo>
                    <a:cubicBezTo>
                      <a:pt x="138" y="433"/>
                      <a:pt x="182" y="169"/>
                      <a:pt x="377" y="101"/>
                    </a:cubicBezTo>
                    <a:cubicBezTo>
                      <a:pt x="406" y="86"/>
                      <a:pt x="416" y="62"/>
                      <a:pt x="411" y="33"/>
                    </a:cubicBezTo>
                    <a:cubicBezTo>
                      <a:pt x="400" y="13"/>
                      <a:pt x="382" y="0"/>
                      <a:pt x="361" y="0"/>
                    </a:cubicBezTo>
                    <a:close/>
                  </a:path>
                </a:pathLst>
              </a:custGeom>
              <a:solidFill>
                <a:srgbClr val="7143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31"/>
              <p:cNvSpPr/>
              <p:nvPr/>
            </p:nvSpPr>
            <p:spPr>
              <a:xfrm>
                <a:off x="6874718" y="4232754"/>
                <a:ext cx="40810" cy="139830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141" extrusionOk="0">
                    <a:moveTo>
                      <a:pt x="274" y="0"/>
                    </a:moveTo>
                    <a:cubicBezTo>
                      <a:pt x="257" y="0"/>
                      <a:pt x="240" y="10"/>
                      <a:pt x="230" y="27"/>
                    </a:cubicBezTo>
                    <a:cubicBezTo>
                      <a:pt x="49" y="354"/>
                      <a:pt x="1" y="755"/>
                      <a:pt x="93" y="1116"/>
                    </a:cubicBezTo>
                    <a:lnTo>
                      <a:pt x="93" y="1121"/>
                    </a:lnTo>
                    <a:cubicBezTo>
                      <a:pt x="93" y="1126"/>
                      <a:pt x="93" y="1136"/>
                      <a:pt x="98" y="1141"/>
                    </a:cubicBezTo>
                    <a:lnTo>
                      <a:pt x="201" y="1141"/>
                    </a:lnTo>
                    <a:cubicBezTo>
                      <a:pt x="201" y="1136"/>
                      <a:pt x="196" y="1126"/>
                      <a:pt x="196" y="1121"/>
                    </a:cubicBezTo>
                    <a:cubicBezTo>
                      <a:pt x="103" y="774"/>
                      <a:pt x="147" y="388"/>
                      <a:pt x="318" y="76"/>
                    </a:cubicBezTo>
                    <a:cubicBezTo>
                      <a:pt x="333" y="51"/>
                      <a:pt x="323" y="22"/>
                      <a:pt x="299" y="7"/>
                    </a:cubicBezTo>
                    <a:cubicBezTo>
                      <a:pt x="291" y="2"/>
                      <a:pt x="282" y="0"/>
                      <a:pt x="274" y="0"/>
                    </a:cubicBezTo>
                    <a:close/>
                  </a:path>
                </a:pathLst>
              </a:custGeom>
              <a:solidFill>
                <a:srgbClr val="7143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31"/>
              <p:cNvSpPr/>
              <p:nvPr/>
            </p:nvSpPr>
            <p:spPr>
              <a:xfrm>
                <a:off x="6760989" y="2967916"/>
                <a:ext cx="1611933" cy="1405894"/>
              </a:xfrm>
              <a:custGeom>
                <a:avLst/>
                <a:gdLst/>
                <a:ahLst/>
                <a:cxnLst/>
                <a:rect l="l" t="t" r="r" b="b"/>
                <a:pathLst>
                  <a:path w="13153" h="11472" extrusionOk="0">
                    <a:moveTo>
                      <a:pt x="987" y="0"/>
                    </a:moveTo>
                    <a:lnTo>
                      <a:pt x="968" y="29"/>
                    </a:lnTo>
                    <a:cubicBezTo>
                      <a:pt x="963" y="54"/>
                      <a:pt x="958" y="78"/>
                      <a:pt x="953" y="103"/>
                    </a:cubicBezTo>
                    <a:cubicBezTo>
                      <a:pt x="870" y="469"/>
                      <a:pt x="611" y="787"/>
                      <a:pt x="289" y="1095"/>
                    </a:cubicBezTo>
                    <a:lnTo>
                      <a:pt x="274" y="1119"/>
                    </a:lnTo>
                    <a:cubicBezTo>
                      <a:pt x="499" y="2077"/>
                      <a:pt x="469" y="3093"/>
                      <a:pt x="186" y="4031"/>
                    </a:cubicBezTo>
                    <a:cubicBezTo>
                      <a:pt x="98" y="4314"/>
                      <a:pt x="0" y="4646"/>
                      <a:pt x="181" y="4876"/>
                    </a:cubicBezTo>
                    <a:lnTo>
                      <a:pt x="186" y="4876"/>
                    </a:lnTo>
                    <a:cubicBezTo>
                      <a:pt x="301" y="5021"/>
                      <a:pt x="480" y="5065"/>
                      <a:pt x="670" y="5065"/>
                    </a:cubicBezTo>
                    <a:cubicBezTo>
                      <a:pt x="788" y="5065"/>
                      <a:pt x="909" y="5048"/>
                      <a:pt x="1021" y="5027"/>
                    </a:cubicBezTo>
                    <a:lnTo>
                      <a:pt x="1021" y="5027"/>
                    </a:lnTo>
                    <a:cubicBezTo>
                      <a:pt x="816" y="5697"/>
                      <a:pt x="968" y="6469"/>
                      <a:pt x="1412" y="7006"/>
                    </a:cubicBezTo>
                    <a:cubicBezTo>
                      <a:pt x="1779" y="7446"/>
                      <a:pt x="2350" y="7807"/>
                      <a:pt x="2384" y="8379"/>
                    </a:cubicBezTo>
                    <a:cubicBezTo>
                      <a:pt x="2409" y="8862"/>
                      <a:pt x="2028" y="9258"/>
                      <a:pt x="1818" y="9693"/>
                    </a:cubicBezTo>
                    <a:cubicBezTo>
                      <a:pt x="1720" y="9893"/>
                      <a:pt x="1661" y="9991"/>
                      <a:pt x="1647" y="10050"/>
                    </a:cubicBezTo>
                    <a:cubicBezTo>
                      <a:pt x="1622" y="10152"/>
                      <a:pt x="1730" y="10143"/>
                      <a:pt x="2003" y="10392"/>
                    </a:cubicBezTo>
                    <a:lnTo>
                      <a:pt x="1998" y="10524"/>
                    </a:lnTo>
                    <a:lnTo>
                      <a:pt x="1974" y="11437"/>
                    </a:lnTo>
                    <a:lnTo>
                      <a:pt x="2643" y="11437"/>
                    </a:lnTo>
                    <a:cubicBezTo>
                      <a:pt x="2546" y="11212"/>
                      <a:pt x="2458" y="10983"/>
                      <a:pt x="2438" y="10739"/>
                    </a:cubicBezTo>
                    <a:cubicBezTo>
                      <a:pt x="2409" y="10421"/>
                      <a:pt x="2516" y="10074"/>
                      <a:pt x="2775" y="9893"/>
                    </a:cubicBezTo>
                    <a:cubicBezTo>
                      <a:pt x="2961" y="9766"/>
                      <a:pt x="3191" y="9742"/>
                      <a:pt x="3415" y="9732"/>
                    </a:cubicBezTo>
                    <a:cubicBezTo>
                      <a:pt x="3486" y="9728"/>
                      <a:pt x="3557" y="9726"/>
                      <a:pt x="3629" y="9726"/>
                    </a:cubicBezTo>
                    <a:cubicBezTo>
                      <a:pt x="3902" y="9726"/>
                      <a:pt x="4175" y="9760"/>
                      <a:pt x="4427" y="9869"/>
                    </a:cubicBezTo>
                    <a:cubicBezTo>
                      <a:pt x="4529" y="9913"/>
                      <a:pt x="4627" y="9972"/>
                      <a:pt x="4715" y="10040"/>
                    </a:cubicBezTo>
                    <a:cubicBezTo>
                      <a:pt x="4842" y="10147"/>
                      <a:pt x="4925" y="10299"/>
                      <a:pt x="4949" y="10465"/>
                    </a:cubicBezTo>
                    <a:cubicBezTo>
                      <a:pt x="4964" y="10538"/>
                      <a:pt x="4979" y="10626"/>
                      <a:pt x="4988" y="10704"/>
                    </a:cubicBezTo>
                    <a:cubicBezTo>
                      <a:pt x="5037" y="10993"/>
                      <a:pt x="4905" y="11286"/>
                      <a:pt x="4646" y="11418"/>
                    </a:cubicBezTo>
                    <a:cubicBezTo>
                      <a:pt x="4632" y="11427"/>
                      <a:pt x="4617" y="11432"/>
                      <a:pt x="4602" y="11442"/>
                    </a:cubicBezTo>
                    <a:lnTo>
                      <a:pt x="7060" y="11442"/>
                    </a:lnTo>
                    <a:cubicBezTo>
                      <a:pt x="7221" y="11442"/>
                      <a:pt x="7382" y="11447"/>
                      <a:pt x="7534" y="11447"/>
                    </a:cubicBezTo>
                    <a:cubicBezTo>
                      <a:pt x="7710" y="11447"/>
                      <a:pt x="7881" y="11447"/>
                      <a:pt x="8047" y="11452"/>
                    </a:cubicBezTo>
                    <a:lnTo>
                      <a:pt x="8311" y="11452"/>
                    </a:lnTo>
                    <a:cubicBezTo>
                      <a:pt x="8184" y="11291"/>
                      <a:pt x="8057" y="11115"/>
                      <a:pt x="8008" y="10993"/>
                    </a:cubicBezTo>
                    <a:cubicBezTo>
                      <a:pt x="7930" y="10778"/>
                      <a:pt x="7969" y="10304"/>
                      <a:pt x="8086" y="10103"/>
                    </a:cubicBezTo>
                    <a:cubicBezTo>
                      <a:pt x="8247" y="9820"/>
                      <a:pt x="8609" y="9727"/>
                      <a:pt x="8936" y="9688"/>
                    </a:cubicBezTo>
                    <a:cubicBezTo>
                      <a:pt x="9099" y="9667"/>
                      <a:pt x="9264" y="9652"/>
                      <a:pt x="9429" y="9652"/>
                    </a:cubicBezTo>
                    <a:cubicBezTo>
                      <a:pt x="9645" y="9652"/>
                      <a:pt x="9860" y="9678"/>
                      <a:pt x="10065" y="9747"/>
                    </a:cubicBezTo>
                    <a:cubicBezTo>
                      <a:pt x="10421" y="9864"/>
                      <a:pt x="10748" y="10143"/>
                      <a:pt x="10841" y="10514"/>
                    </a:cubicBezTo>
                    <a:cubicBezTo>
                      <a:pt x="10934" y="10880"/>
                      <a:pt x="10729" y="11325"/>
                      <a:pt x="10358" y="11423"/>
                    </a:cubicBezTo>
                    <a:lnTo>
                      <a:pt x="10577" y="11471"/>
                    </a:lnTo>
                    <a:lnTo>
                      <a:pt x="10866" y="11471"/>
                    </a:lnTo>
                    <a:cubicBezTo>
                      <a:pt x="10968" y="11471"/>
                      <a:pt x="11071" y="11471"/>
                      <a:pt x="11178" y="11466"/>
                    </a:cubicBezTo>
                    <a:lnTo>
                      <a:pt x="11154" y="10524"/>
                    </a:lnTo>
                    <a:lnTo>
                      <a:pt x="11149" y="10392"/>
                    </a:lnTo>
                    <a:cubicBezTo>
                      <a:pt x="11423" y="10143"/>
                      <a:pt x="11535" y="10152"/>
                      <a:pt x="11506" y="10050"/>
                    </a:cubicBezTo>
                    <a:cubicBezTo>
                      <a:pt x="11491" y="9991"/>
                      <a:pt x="11432" y="9893"/>
                      <a:pt x="11335" y="9698"/>
                    </a:cubicBezTo>
                    <a:cubicBezTo>
                      <a:pt x="11125" y="9258"/>
                      <a:pt x="10744" y="8862"/>
                      <a:pt x="10768" y="8379"/>
                    </a:cubicBezTo>
                    <a:cubicBezTo>
                      <a:pt x="10802" y="7807"/>
                      <a:pt x="11374" y="7451"/>
                      <a:pt x="11740" y="7006"/>
                    </a:cubicBezTo>
                    <a:cubicBezTo>
                      <a:pt x="12185" y="6469"/>
                      <a:pt x="12336" y="5697"/>
                      <a:pt x="12131" y="5027"/>
                    </a:cubicBezTo>
                    <a:lnTo>
                      <a:pt x="12131" y="5027"/>
                    </a:lnTo>
                    <a:cubicBezTo>
                      <a:pt x="12243" y="5048"/>
                      <a:pt x="12365" y="5065"/>
                      <a:pt x="12482" y="5065"/>
                    </a:cubicBezTo>
                    <a:cubicBezTo>
                      <a:pt x="12672" y="5065"/>
                      <a:pt x="12852" y="5021"/>
                      <a:pt x="12967" y="4876"/>
                    </a:cubicBezTo>
                    <a:cubicBezTo>
                      <a:pt x="13152" y="4646"/>
                      <a:pt x="13054" y="4309"/>
                      <a:pt x="12967" y="4031"/>
                    </a:cubicBezTo>
                    <a:cubicBezTo>
                      <a:pt x="12678" y="3088"/>
                      <a:pt x="12649" y="2077"/>
                      <a:pt x="12879" y="1119"/>
                    </a:cubicBezTo>
                    <a:lnTo>
                      <a:pt x="12165" y="0"/>
                    </a:lnTo>
                    <a:cubicBezTo>
                      <a:pt x="11985" y="132"/>
                      <a:pt x="11838" y="318"/>
                      <a:pt x="11770" y="474"/>
                    </a:cubicBezTo>
                    <a:cubicBezTo>
                      <a:pt x="11545" y="1011"/>
                      <a:pt x="11486" y="1749"/>
                      <a:pt x="11340" y="2316"/>
                    </a:cubicBezTo>
                    <a:cubicBezTo>
                      <a:pt x="10885" y="4094"/>
                      <a:pt x="10568" y="5902"/>
                      <a:pt x="10406" y="7729"/>
                    </a:cubicBezTo>
                    <a:cubicBezTo>
                      <a:pt x="10353" y="8364"/>
                      <a:pt x="10734" y="9400"/>
                      <a:pt x="10895" y="10201"/>
                    </a:cubicBezTo>
                    <a:cubicBezTo>
                      <a:pt x="10890" y="10196"/>
                      <a:pt x="10890" y="10196"/>
                      <a:pt x="10890" y="10196"/>
                    </a:cubicBezTo>
                    <a:cubicBezTo>
                      <a:pt x="10631" y="9776"/>
                      <a:pt x="9957" y="9488"/>
                      <a:pt x="9468" y="9463"/>
                    </a:cubicBezTo>
                    <a:cubicBezTo>
                      <a:pt x="9432" y="9462"/>
                      <a:pt x="9396" y="9461"/>
                      <a:pt x="9360" y="9461"/>
                    </a:cubicBezTo>
                    <a:cubicBezTo>
                      <a:pt x="8913" y="9461"/>
                      <a:pt x="8495" y="9600"/>
                      <a:pt x="8110" y="9840"/>
                    </a:cubicBezTo>
                    <a:cubicBezTo>
                      <a:pt x="7993" y="9913"/>
                      <a:pt x="7920" y="10015"/>
                      <a:pt x="7861" y="10133"/>
                    </a:cubicBezTo>
                    <a:cubicBezTo>
                      <a:pt x="7920" y="8320"/>
                      <a:pt x="8521" y="6430"/>
                      <a:pt x="8604" y="4632"/>
                    </a:cubicBezTo>
                    <a:cubicBezTo>
                      <a:pt x="8643" y="3752"/>
                      <a:pt x="8657" y="2873"/>
                      <a:pt x="8653" y="1993"/>
                    </a:cubicBezTo>
                    <a:cubicBezTo>
                      <a:pt x="8653" y="1877"/>
                      <a:pt x="8559" y="1811"/>
                      <a:pt x="8466" y="1811"/>
                    </a:cubicBezTo>
                    <a:cubicBezTo>
                      <a:pt x="8392" y="1811"/>
                      <a:pt x="8317" y="1853"/>
                      <a:pt x="8291" y="1945"/>
                    </a:cubicBezTo>
                    <a:lnTo>
                      <a:pt x="7915" y="3210"/>
                    </a:lnTo>
                    <a:cubicBezTo>
                      <a:pt x="7563" y="4402"/>
                      <a:pt x="7632" y="5448"/>
                      <a:pt x="7045" y="6473"/>
                    </a:cubicBezTo>
                    <a:cubicBezTo>
                      <a:pt x="7004" y="6546"/>
                      <a:pt x="6931" y="6582"/>
                      <a:pt x="6858" y="6582"/>
                    </a:cubicBezTo>
                    <a:cubicBezTo>
                      <a:pt x="6793" y="6582"/>
                      <a:pt x="6728" y="6553"/>
                      <a:pt x="6684" y="6493"/>
                    </a:cubicBezTo>
                    <a:lnTo>
                      <a:pt x="6430" y="6146"/>
                    </a:lnTo>
                    <a:cubicBezTo>
                      <a:pt x="6359" y="6051"/>
                      <a:pt x="6255" y="6005"/>
                      <a:pt x="6152" y="6005"/>
                    </a:cubicBezTo>
                    <a:cubicBezTo>
                      <a:pt x="6028" y="6005"/>
                      <a:pt x="5905" y="6072"/>
                      <a:pt x="5843" y="6200"/>
                    </a:cubicBezTo>
                    <a:cubicBezTo>
                      <a:pt x="5741" y="6410"/>
                      <a:pt x="5643" y="6635"/>
                      <a:pt x="5394" y="6649"/>
                    </a:cubicBezTo>
                    <a:cubicBezTo>
                      <a:pt x="5386" y="6650"/>
                      <a:pt x="5378" y="6650"/>
                      <a:pt x="5370" y="6650"/>
                    </a:cubicBezTo>
                    <a:cubicBezTo>
                      <a:pt x="5238" y="6650"/>
                      <a:pt x="5116" y="6574"/>
                      <a:pt x="5037" y="6464"/>
                    </a:cubicBezTo>
                    <a:cubicBezTo>
                      <a:pt x="4861" y="6219"/>
                      <a:pt x="4896" y="5921"/>
                      <a:pt x="4920" y="5638"/>
                    </a:cubicBezTo>
                    <a:cubicBezTo>
                      <a:pt x="5032" y="4378"/>
                      <a:pt x="4925" y="3102"/>
                      <a:pt x="4598" y="1881"/>
                    </a:cubicBezTo>
                    <a:cubicBezTo>
                      <a:pt x="4573" y="1790"/>
                      <a:pt x="4498" y="1747"/>
                      <a:pt x="4423" y="1747"/>
                    </a:cubicBezTo>
                    <a:cubicBezTo>
                      <a:pt x="4332" y="1747"/>
                      <a:pt x="4241" y="1808"/>
                      <a:pt x="4236" y="1920"/>
                    </a:cubicBezTo>
                    <a:cubicBezTo>
                      <a:pt x="4104" y="4549"/>
                      <a:pt x="4461" y="7187"/>
                      <a:pt x="4847" y="9805"/>
                    </a:cubicBezTo>
                    <a:cubicBezTo>
                      <a:pt x="4754" y="9752"/>
                      <a:pt x="4656" y="9703"/>
                      <a:pt x="4559" y="9669"/>
                    </a:cubicBezTo>
                    <a:cubicBezTo>
                      <a:pt x="4308" y="9577"/>
                      <a:pt x="4042" y="9534"/>
                      <a:pt x="3775" y="9534"/>
                    </a:cubicBezTo>
                    <a:cubicBezTo>
                      <a:pt x="3559" y="9534"/>
                      <a:pt x="3342" y="9562"/>
                      <a:pt x="3132" y="9615"/>
                    </a:cubicBezTo>
                    <a:cubicBezTo>
                      <a:pt x="2853" y="9683"/>
                      <a:pt x="2570" y="9801"/>
                      <a:pt x="2404" y="10040"/>
                    </a:cubicBezTo>
                    <a:cubicBezTo>
                      <a:pt x="2380" y="10074"/>
                      <a:pt x="2360" y="10128"/>
                      <a:pt x="2340" y="10191"/>
                    </a:cubicBezTo>
                    <a:cubicBezTo>
                      <a:pt x="2340" y="9395"/>
                      <a:pt x="2814" y="8525"/>
                      <a:pt x="2741" y="7729"/>
                    </a:cubicBezTo>
                    <a:cubicBezTo>
                      <a:pt x="2585" y="5902"/>
                      <a:pt x="2267" y="4094"/>
                      <a:pt x="1808" y="2321"/>
                    </a:cubicBezTo>
                    <a:cubicBezTo>
                      <a:pt x="1666" y="1749"/>
                      <a:pt x="1603" y="1011"/>
                      <a:pt x="1378" y="474"/>
                    </a:cubicBezTo>
                    <a:cubicBezTo>
                      <a:pt x="1315" y="318"/>
                      <a:pt x="1163" y="132"/>
                      <a:pt x="987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31"/>
              <p:cNvSpPr/>
              <p:nvPr/>
            </p:nvSpPr>
            <p:spPr>
              <a:xfrm>
                <a:off x="7975852" y="4194887"/>
                <a:ext cx="41423" cy="17831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455" extrusionOk="0">
                    <a:moveTo>
                      <a:pt x="85" y="0"/>
                    </a:moveTo>
                    <a:cubicBezTo>
                      <a:pt x="75" y="0"/>
                      <a:pt x="66" y="3"/>
                      <a:pt x="59" y="8"/>
                    </a:cubicBezTo>
                    <a:cubicBezTo>
                      <a:pt x="34" y="23"/>
                      <a:pt x="29" y="57"/>
                      <a:pt x="44" y="77"/>
                    </a:cubicBezTo>
                    <a:cubicBezTo>
                      <a:pt x="181" y="277"/>
                      <a:pt x="230" y="551"/>
                      <a:pt x="186" y="849"/>
                    </a:cubicBezTo>
                    <a:cubicBezTo>
                      <a:pt x="152" y="1059"/>
                      <a:pt x="83" y="1259"/>
                      <a:pt x="0" y="1454"/>
                    </a:cubicBezTo>
                    <a:lnTo>
                      <a:pt x="108" y="1454"/>
                    </a:lnTo>
                    <a:cubicBezTo>
                      <a:pt x="186" y="1269"/>
                      <a:pt x="254" y="1069"/>
                      <a:pt x="283" y="863"/>
                    </a:cubicBezTo>
                    <a:cubicBezTo>
                      <a:pt x="337" y="541"/>
                      <a:pt x="279" y="243"/>
                      <a:pt x="127" y="23"/>
                    </a:cubicBezTo>
                    <a:cubicBezTo>
                      <a:pt x="118" y="8"/>
                      <a:pt x="101" y="0"/>
                      <a:pt x="8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31"/>
              <p:cNvSpPr/>
              <p:nvPr/>
            </p:nvSpPr>
            <p:spPr>
              <a:xfrm>
                <a:off x="7834549" y="4199666"/>
                <a:ext cx="34192" cy="172918"/>
              </a:xfrm>
              <a:custGeom>
                <a:avLst/>
                <a:gdLst/>
                <a:ahLst/>
                <a:cxnLst/>
                <a:rect l="l" t="t" r="r" b="b"/>
                <a:pathLst>
                  <a:path w="279" h="1411" extrusionOk="0">
                    <a:moveTo>
                      <a:pt x="156" y="1"/>
                    </a:moveTo>
                    <a:cubicBezTo>
                      <a:pt x="133" y="1"/>
                      <a:pt x="116" y="18"/>
                      <a:pt x="108" y="38"/>
                    </a:cubicBezTo>
                    <a:cubicBezTo>
                      <a:pt x="0" y="492"/>
                      <a:pt x="24" y="971"/>
                      <a:pt x="171" y="1406"/>
                    </a:cubicBezTo>
                    <a:lnTo>
                      <a:pt x="171" y="1411"/>
                    </a:lnTo>
                    <a:lnTo>
                      <a:pt x="279" y="1411"/>
                    </a:lnTo>
                    <a:cubicBezTo>
                      <a:pt x="127" y="981"/>
                      <a:pt x="103" y="507"/>
                      <a:pt x="205" y="62"/>
                    </a:cubicBezTo>
                    <a:cubicBezTo>
                      <a:pt x="215" y="33"/>
                      <a:pt x="195" y="8"/>
                      <a:pt x="171" y="4"/>
                    </a:cubicBezTo>
                    <a:cubicBezTo>
                      <a:pt x="166" y="2"/>
                      <a:pt x="161" y="1"/>
                      <a:pt x="1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31"/>
              <p:cNvSpPr/>
              <p:nvPr/>
            </p:nvSpPr>
            <p:spPr>
              <a:xfrm>
                <a:off x="7259165" y="4187779"/>
                <a:ext cx="44364" cy="182477"/>
              </a:xfrm>
              <a:custGeom>
                <a:avLst/>
                <a:gdLst/>
                <a:ahLst/>
                <a:cxnLst/>
                <a:rect l="l" t="t" r="r" b="b"/>
                <a:pathLst>
                  <a:path w="362" h="1489" extrusionOk="0">
                    <a:moveTo>
                      <a:pt x="59" y="1"/>
                    </a:moveTo>
                    <a:cubicBezTo>
                      <a:pt x="50" y="1"/>
                      <a:pt x="42" y="3"/>
                      <a:pt x="34" y="8"/>
                    </a:cubicBezTo>
                    <a:cubicBezTo>
                      <a:pt x="10" y="18"/>
                      <a:pt x="0" y="52"/>
                      <a:pt x="10" y="76"/>
                    </a:cubicBezTo>
                    <a:cubicBezTo>
                      <a:pt x="235" y="511"/>
                      <a:pt x="254" y="1034"/>
                      <a:pt x="83" y="1488"/>
                    </a:cubicBezTo>
                    <a:lnTo>
                      <a:pt x="191" y="1488"/>
                    </a:lnTo>
                    <a:cubicBezTo>
                      <a:pt x="362" y="1014"/>
                      <a:pt x="327" y="477"/>
                      <a:pt x="103" y="27"/>
                    </a:cubicBezTo>
                    <a:cubicBezTo>
                      <a:pt x="93" y="11"/>
                      <a:pt x="76" y="1"/>
                      <a:pt x="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31"/>
              <p:cNvSpPr/>
              <p:nvPr/>
            </p:nvSpPr>
            <p:spPr>
              <a:xfrm>
                <a:off x="7137593" y="4216455"/>
                <a:ext cx="34192" cy="153800"/>
              </a:xfrm>
              <a:custGeom>
                <a:avLst/>
                <a:gdLst/>
                <a:ahLst/>
                <a:cxnLst/>
                <a:rect l="l" t="t" r="r" b="b"/>
                <a:pathLst>
                  <a:path w="279" h="1255" extrusionOk="0">
                    <a:moveTo>
                      <a:pt x="222" y="0"/>
                    </a:moveTo>
                    <a:cubicBezTo>
                      <a:pt x="201" y="0"/>
                      <a:pt x="184" y="14"/>
                      <a:pt x="176" y="38"/>
                    </a:cubicBezTo>
                    <a:cubicBezTo>
                      <a:pt x="39" y="424"/>
                      <a:pt x="0" y="844"/>
                      <a:pt x="49" y="1254"/>
                    </a:cubicBezTo>
                    <a:lnTo>
                      <a:pt x="152" y="1254"/>
                    </a:lnTo>
                    <a:cubicBezTo>
                      <a:pt x="152" y="1254"/>
                      <a:pt x="152" y="1249"/>
                      <a:pt x="152" y="1249"/>
                    </a:cubicBezTo>
                    <a:cubicBezTo>
                      <a:pt x="98" y="853"/>
                      <a:pt x="142" y="443"/>
                      <a:pt x="269" y="72"/>
                    </a:cubicBezTo>
                    <a:cubicBezTo>
                      <a:pt x="279" y="42"/>
                      <a:pt x="264" y="13"/>
                      <a:pt x="240" y="3"/>
                    </a:cubicBezTo>
                    <a:cubicBezTo>
                      <a:pt x="234" y="1"/>
                      <a:pt x="228" y="0"/>
                      <a:pt x="222" y="0"/>
                    </a:cubicBezTo>
                    <a:close/>
                  </a:path>
                </a:pathLst>
              </a:custGeom>
              <a:solidFill>
                <a:srgbClr val="7143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31"/>
              <p:cNvSpPr/>
              <p:nvPr/>
            </p:nvSpPr>
            <p:spPr>
              <a:xfrm>
                <a:off x="6890282" y="1821338"/>
                <a:ext cx="1351509" cy="1041062"/>
              </a:xfrm>
              <a:custGeom>
                <a:avLst/>
                <a:gdLst/>
                <a:ahLst/>
                <a:cxnLst/>
                <a:rect l="l" t="t" r="r" b="b"/>
                <a:pathLst>
                  <a:path w="11028" h="8495" extrusionOk="0">
                    <a:moveTo>
                      <a:pt x="3" y="2819"/>
                    </a:moveTo>
                    <a:cubicBezTo>
                      <a:pt x="2" y="2819"/>
                      <a:pt x="2" y="2819"/>
                      <a:pt x="1" y="2819"/>
                    </a:cubicBezTo>
                    <a:lnTo>
                      <a:pt x="1" y="2824"/>
                    </a:lnTo>
                    <a:cubicBezTo>
                      <a:pt x="2" y="2822"/>
                      <a:pt x="2" y="2820"/>
                      <a:pt x="3" y="2819"/>
                    </a:cubicBezTo>
                    <a:close/>
                    <a:moveTo>
                      <a:pt x="1632" y="0"/>
                    </a:moveTo>
                    <a:cubicBezTo>
                      <a:pt x="1325" y="284"/>
                      <a:pt x="1080" y="616"/>
                      <a:pt x="870" y="978"/>
                    </a:cubicBezTo>
                    <a:cubicBezTo>
                      <a:pt x="846" y="1012"/>
                      <a:pt x="826" y="1046"/>
                      <a:pt x="807" y="1080"/>
                    </a:cubicBezTo>
                    <a:cubicBezTo>
                      <a:pt x="518" y="1608"/>
                      <a:pt x="289" y="2174"/>
                      <a:pt x="54" y="2707"/>
                    </a:cubicBezTo>
                    <a:cubicBezTo>
                      <a:pt x="40" y="2744"/>
                      <a:pt x="22" y="2781"/>
                      <a:pt x="3" y="2819"/>
                    </a:cubicBezTo>
                    <a:lnTo>
                      <a:pt x="3" y="2819"/>
                    </a:lnTo>
                    <a:cubicBezTo>
                      <a:pt x="36" y="2809"/>
                      <a:pt x="65" y="2800"/>
                      <a:pt x="93" y="2795"/>
                    </a:cubicBezTo>
                    <a:cubicBezTo>
                      <a:pt x="104" y="2787"/>
                      <a:pt x="113" y="2783"/>
                      <a:pt x="122" y="2783"/>
                    </a:cubicBezTo>
                    <a:cubicBezTo>
                      <a:pt x="129" y="2783"/>
                      <a:pt x="136" y="2786"/>
                      <a:pt x="142" y="2790"/>
                    </a:cubicBezTo>
                    <a:cubicBezTo>
                      <a:pt x="148" y="2790"/>
                      <a:pt x="153" y="2790"/>
                      <a:pt x="158" y="2790"/>
                    </a:cubicBezTo>
                    <a:cubicBezTo>
                      <a:pt x="280" y="2790"/>
                      <a:pt x="400" y="2842"/>
                      <a:pt x="494" y="2922"/>
                    </a:cubicBezTo>
                    <a:cubicBezTo>
                      <a:pt x="504" y="2912"/>
                      <a:pt x="518" y="2898"/>
                      <a:pt x="528" y="2888"/>
                    </a:cubicBezTo>
                    <a:cubicBezTo>
                      <a:pt x="821" y="3117"/>
                      <a:pt x="890" y="3523"/>
                      <a:pt x="953" y="3889"/>
                    </a:cubicBezTo>
                    <a:cubicBezTo>
                      <a:pt x="1017" y="4256"/>
                      <a:pt x="1124" y="4666"/>
                      <a:pt x="1452" y="4847"/>
                    </a:cubicBezTo>
                    <a:cubicBezTo>
                      <a:pt x="1514" y="4880"/>
                      <a:pt x="1583" y="4895"/>
                      <a:pt x="1653" y="4895"/>
                    </a:cubicBezTo>
                    <a:cubicBezTo>
                      <a:pt x="1926" y="4895"/>
                      <a:pt x="2214" y="4672"/>
                      <a:pt x="2160" y="4432"/>
                    </a:cubicBezTo>
                    <a:lnTo>
                      <a:pt x="2160" y="4432"/>
                    </a:lnTo>
                    <a:cubicBezTo>
                      <a:pt x="2375" y="5037"/>
                      <a:pt x="2585" y="5648"/>
                      <a:pt x="2800" y="6254"/>
                    </a:cubicBezTo>
                    <a:cubicBezTo>
                      <a:pt x="2864" y="6430"/>
                      <a:pt x="2932" y="6620"/>
                      <a:pt x="3083" y="6728"/>
                    </a:cubicBezTo>
                    <a:cubicBezTo>
                      <a:pt x="3168" y="6789"/>
                      <a:pt x="3267" y="6817"/>
                      <a:pt x="3369" y="6817"/>
                    </a:cubicBezTo>
                    <a:cubicBezTo>
                      <a:pt x="3549" y="6817"/>
                      <a:pt x="3739" y="6730"/>
                      <a:pt x="3870" y="6596"/>
                    </a:cubicBezTo>
                    <a:cubicBezTo>
                      <a:pt x="4075" y="6391"/>
                      <a:pt x="4168" y="6102"/>
                      <a:pt x="4256" y="5829"/>
                    </a:cubicBezTo>
                    <a:cubicBezTo>
                      <a:pt x="4500" y="6640"/>
                      <a:pt x="4749" y="7451"/>
                      <a:pt x="4994" y="8262"/>
                    </a:cubicBezTo>
                    <a:cubicBezTo>
                      <a:pt x="5039" y="8412"/>
                      <a:pt x="5173" y="8495"/>
                      <a:pt x="5309" y="8495"/>
                    </a:cubicBezTo>
                    <a:cubicBezTo>
                      <a:pt x="5406" y="8495"/>
                      <a:pt x="5505" y="8452"/>
                      <a:pt x="5570" y="8360"/>
                    </a:cubicBezTo>
                    <a:cubicBezTo>
                      <a:pt x="6024" y="7720"/>
                      <a:pt x="6381" y="7011"/>
                      <a:pt x="6620" y="6269"/>
                    </a:cubicBezTo>
                    <a:cubicBezTo>
                      <a:pt x="6757" y="6659"/>
                      <a:pt x="6894" y="7055"/>
                      <a:pt x="7031" y="7446"/>
                    </a:cubicBezTo>
                    <a:cubicBezTo>
                      <a:pt x="7074" y="7568"/>
                      <a:pt x="7186" y="7636"/>
                      <a:pt x="7300" y="7636"/>
                    </a:cubicBezTo>
                    <a:cubicBezTo>
                      <a:pt x="7378" y="7636"/>
                      <a:pt x="7457" y="7604"/>
                      <a:pt x="7515" y="7534"/>
                    </a:cubicBezTo>
                    <a:cubicBezTo>
                      <a:pt x="7940" y="7031"/>
                      <a:pt x="8189" y="6376"/>
                      <a:pt x="8189" y="5712"/>
                    </a:cubicBezTo>
                    <a:cubicBezTo>
                      <a:pt x="8189" y="5716"/>
                      <a:pt x="8189" y="5716"/>
                      <a:pt x="8194" y="5716"/>
                    </a:cubicBezTo>
                    <a:cubicBezTo>
                      <a:pt x="8295" y="5822"/>
                      <a:pt x="8427" y="5872"/>
                      <a:pt x="8558" y="5872"/>
                    </a:cubicBezTo>
                    <a:cubicBezTo>
                      <a:pt x="8738" y="5872"/>
                      <a:pt x="8916" y="5777"/>
                      <a:pt x="9010" y="5599"/>
                    </a:cubicBezTo>
                    <a:cubicBezTo>
                      <a:pt x="9400" y="4842"/>
                      <a:pt x="9952" y="3972"/>
                      <a:pt x="10314" y="3411"/>
                    </a:cubicBezTo>
                    <a:cubicBezTo>
                      <a:pt x="10314" y="3406"/>
                      <a:pt x="10314" y="3396"/>
                      <a:pt x="10314" y="3391"/>
                    </a:cubicBezTo>
                    <a:cubicBezTo>
                      <a:pt x="10304" y="3156"/>
                      <a:pt x="10485" y="2907"/>
                      <a:pt x="10705" y="2824"/>
                    </a:cubicBezTo>
                    <a:cubicBezTo>
                      <a:pt x="10757" y="2802"/>
                      <a:pt x="10813" y="2789"/>
                      <a:pt x="10868" y="2789"/>
                    </a:cubicBezTo>
                    <a:cubicBezTo>
                      <a:pt x="10921" y="2789"/>
                      <a:pt x="10975" y="2800"/>
                      <a:pt x="11027" y="2824"/>
                    </a:cubicBezTo>
                    <a:cubicBezTo>
                      <a:pt x="10759" y="2228"/>
                      <a:pt x="10304" y="1569"/>
                      <a:pt x="9811" y="978"/>
                    </a:cubicBezTo>
                    <a:cubicBezTo>
                      <a:pt x="9796" y="963"/>
                      <a:pt x="9781" y="948"/>
                      <a:pt x="9767" y="929"/>
                    </a:cubicBezTo>
                    <a:cubicBezTo>
                      <a:pt x="9474" y="587"/>
                      <a:pt x="9171" y="269"/>
                      <a:pt x="887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31"/>
              <p:cNvSpPr/>
              <p:nvPr/>
            </p:nvSpPr>
            <p:spPr>
              <a:xfrm>
                <a:off x="6996290" y="1821338"/>
                <a:ext cx="1090962" cy="375738"/>
              </a:xfrm>
              <a:custGeom>
                <a:avLst/>
                <a:gdLst/>
                <a:ahLst/>
                <a:cxnLst/>
                <a:rect l="l" t="t" r="r" b="b"/>
                <a:pathLst>
                  <a:path w="8902" h="3066" extrusionOk="0">
                    <a:moveTo>
                      <a:pt x="767" y="0"/>
                    </a:moveTo>
                    <a:cubicBezTo>
                      <a:pt x="460" y="279"/>
                      <a:pt x="210" y="616"/>
                      <a:pt x="0" y="978"/>
                    </a:cubicBezTo>
                    <a:lnTo>
                      <a:pt x="5" y="978"/>
                    </a:lnTo>
                    <a:cubicBezTo>
                      <a:pt x="108" y="1197"/>
                      <a:pt x="264" y="1393"/>
                      <a:pt x="469" y="1530"/>
                    </a:cubicBezTo>
                    <a:cubicBezTo>
                      <a:pt x="618" y="1632"/>
                      <a:pt x="779" y="1667"/>
                      <a:pt x="948" y="1667"/>
                    </a:cubicBezTo>
                    <a:cubicBezTo>
                      <a:pt x="1329" y="1667"/>
                      <a:pt x="1747" y="1486"/>
                      <a:pt x="2136" y="1486"/>
                    </a:cubicBezTo>
                    <a:cubicBezTo>
                      <a:pt x="2290" y="1486"/>
                      <a:pt x="2439" y="1514"/>
                      <a:pt x="2580" y="1593"/>
                    </a:cubicBezTo>
                    <a:cubicBezTo>
                      <a:pt x="2893" y="1769"/>
                      <a:pt x="3156" y="2658"/>
                      <a:pt x="3459" y="2858"/>
                    </a:cubicBezTo>
                    <a:cubicBezTo>
                      <a:pt x="3681" y="3003"/>
                      <a:pt x="3913" y="3066"/>
                      <a:pt x="4145" y="3066"/>
                    </a:cubicBezTo>
                    <a:cubicBezTo>
                      <a:pt x="4769" y="3066"/>
                      <a:pt x="5400" y="2614"/>
                      <a:pt x="5863" y="2077"/>
                    </a:cubicBezTo>
                    <a:cubicBezTo>
                      <a:pt x="6039" y="1867"/>
                      <a:pt x="6557" y="1373"/>
                      <a:pt x="6772" y="1202"/>
                    </a:cubicBezTo>
                    <a:cubicBezTo>
                      <a:pt x="6910" y="1093"/>
                      <a:pt x="7097" y="1059"/>
                      <a:pt x="7303" y="1059"/>
                    </a:cubicBezTo>
                    <a:cubicBezTo>
                      <a:pt x="7663" y="1059"/>
                      <a:pt x="8083" y="1164"/>
                      <a:pt x="8407" y="1164"/>
                    </a:cubicBezTo>
                    <a:cubicBezTo>
                      <a:pt x="8638" y="1164"/>
                      <a:pt x="8821" y="1111"/>
                      <a:pt x="8902" y="929"/>
                    </a:cubicBezTo>
                    <a:cubicBezTo>
                      <a:pt x="8609" y="587"/>
                      <a:pt x="8301" y="269"/>
                      <a:pt x="8008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31"/>
              <p:cNvSpPr/>
              <p:nvPr/>
            </p:nvSpPr>
            <p:spPr>
              <a:xfrm>
                <a:off x="6917856" y="976356"/>
                <a:ext cx="1235942" cy="1031013"/>
              </a:xfrm>
              <a:custGeom>
                <a:avLst/>
                <a:gdLst/>
                <a:ahLst/>
                <a:cxnLst/>
                <a:rect l="l" t="t" r="r" b="b"/>
                <a:pathLst>
                  <a:path w="10085" h="8413" extrusionOk="0">
                    <a:moveTo>
                      <a:pt x="5726" y="0"/>
                    </a:moveTo>
                    <a:cubicBezTo>
                      <a:pt x="5501" y="0"/>
                      <a:pt x="5272" y="28"/>
                      <a:pt x="5042" y="85"/>
                    </a:cubicBezTo>
                    <a:cubicBezTo>
                      <a:pt x="4822" y="140"/>
                      <a:pt x="4613" y="159"/>
                      <a:pt x="4411" y="159"/>
                    </a:cubicBezTo>
                    <a:cubicBezTo>
                      <a:pt x="4344" y="159"/>
                      <a:pt x="4278" y="157"/>
                      <a:pt x="4212" y="153"/>
                    </a:cubicBezTo>
                    <a:cubicBezTo>
                      <a:pt x="3906" y="138"/>
                      <a:pt x="3621" y="94"/>
                      <a:pt x="3354" y="94"/>
                    </a:cubicBezTo>
                    <a:cubicBezTo>
                      <a:pt x="2684" y="94"/>
                      <a:pt x="2128" y="373"/>
                      <a:pt x="1642" y="2093"/>
                    </a:cubicBezTo>
                    <a:cubicBezTo>
                      <a:pt x="1481" y="2200"/>
                      <a:pt x="1290" y="2283"/>
                      <a:pt x="1183" y="2445"/>
                    </a:cubicBezTo>
                    <a:cubicBezTo>
                      <a:pt x="1002" y="2713"/>
                      <a:pt x="1114" y="3065"/>
                      <a:pt x="1109" y="3393"/>
                    </a:cubicBezTo>
                    <a:cubicBezTo>
                      <a:pt x="1104" y="3583"/>
                      <a:pt x="1046" y="3774"/>
                      <a:pt x="948" y="3940"/>
                    </a:cubicBezTo>
                    <a:cubicBezTo>
                      <a:pt x="753" y="4277"/>
                      <a:pt x="396" y="4531"/>
                      <a:pt x="0" y="4565"/>
                    </a:cubicBezTo>
                    <a:cubicBezTo>
                      <a:pt x="213" y="4649"/>
                      <a:pt x="491" y="4717"/>
                      <a:pt x="735" y="4717"/>
                    </a:cubicBezTo>
                    <a:cubicBezTo>
                      <a:pt x="789" y="4717"/>
                      <a:pt x="840" y="4714"/>
                      <a:pt x="889" y="4707"/>
                    </a:cubicBezTo>
                    <a:lnTo>
                      <a:pt x="889" y="4707"/>
                    </a:lnTo>
                    <a:cubicBezTo>
                      <a:pt x="504" y="4887"/>
                      <a:pt x="201" y="5234"/>
                      <a:pt x="64" y="5640"/>
                    </a:cubicBezTo>
                    <a:cubicBezTo>
                      <a:pt x="271" y="5490"/>
                      <a:pt x="527" y="5413"/>
                      <a:pt x="782" y="5413"/>
                    </a:cubicBezTo>
                    <a:cubicBezTo>
                      <a:pt x="851" y="5413"/>
                      <a:pt x="919" y="5418"/>
                      <a:pt x="987" y="5430"/>
                    </a:cubicBezTo>
                    <a:cubicBezTo>
                      <a:pt x="846" y="5650"/>
                      <a:pt x="802" y="5865"/>
                      <a:pt x="606" y="6040"/>
                    </a:cubicBezTo>
                    <a:cubicBezTo>
                      <a:pt x="377" y="6246"/>
                      <a:pt x="230" y="6539"/>
                      <a:pt x="201" y="6847"/>
                    </a:cubicBezTo>
                    <a:cubicBezTo>
                      <a:pt x="360" y="6794"/>
                      <a:pt x="529" y="6766"/>
                      <a:pt x="698" y="6766"/>
                    </a:cubicBezTo>
                    <a:cubicBezTo>
                      <a:pt x="762" y="6766"/>
                      <a:pt x="826" y="6770"/>
                      <a:pt x="889" y="6778"/>
                    </a:cubicBezTo>
                    <a:cubicBezTo>
                      <a:pt x="888" y="6772"/>
                      <a:pt x="889" y="6770"/>
                      <a:pt x="891" y="6770"/>
                    </a:cubicBezTo>
                    <a:cubicBezTo>
                      <a:pt x="895" y="6770"/>
                      <a:pt x="903" y="6775"/>
                      <a:pt x="909" y="6778"/>
                    </a:cubicBezTo>
                    <a:cubicBezTo>
                      <a:pt x="758" y="6944"/>
                      <a:pt x="689" y="7184"/>
                      <a:pt x="738" y="7404"/>
                    </a:cubicBezTo>
                    <a:cubicBezTo>
                      <a:pt x="1051" y="7149"/>
                      <a:pt x="1613" y="7066"/>
                      <a:pt x="2018" y="7066"/>
                    </a:cubicBezTo>
                    <a:cubicBezTo>
                      <a:pt x="2463" y="7066"/>
                      <a:pt x="2902" y="7262"/>
                      <a:pt x="3195" y="7594"/>
                    </a:cubicBezTo>
                    <a:cubicBezTo>
                      <a:pt x="3332" y="7745"/>
                      <a:pt x="3347" y="7833"/>
                      <a:pt x="3503" y="7960"/>
                    </a:cubicBezTo>
                    <a:cubicBezTo>
                      <a:pt x="3629" y="8060"/>
                      <a:pt x="3788" y="8129"/>
                      <a:pt x="3945" y="8129"/>
                    </a:cubicBezTo>
                    <a:cubicBezTo>
                      <a:pt x="3988" y="8129"/>
                      <a:pt x="4032" y="8124"/>
                      <a:pt x="4075" y="8112"/>
                    </a:cubicBezTo>
                    <a:cubicBezTo>
                      <a:pt x="4138" y="8097"/>
                      <a:pt x="4197" y="8063"/>
                      <a:pt x="4261" y="8063"/>
                    </a:cubicBezTo>
                    <a:cubicBezTo>
                      <a:pt x="4263" y="8063"/>
                      <a:pt x="4266" y="8063"/>
                      <a:pt x="4269" y="8063"/>
                    </a:cubicBezTo>
                    <a:cubicBezTo>
                      <a:pt x="4406" y="8063"/>
                      <a:pt x="4512" y="8182"/>
                      <a:pt x="4627" y="8268"/>
                    </a:cubicBezTo>
                    <a:cubicBezTo>
                      <a:pt x="4757" y="8366"/>
                      <a:pt x="4916" y="8413"/>
                      <a:pt x="5079" y="8413"/>
                    </a:cubicBezTo>
                    <a:cubicBezTo>
                      <a:pt x="5137" y="8413"/>
                      <a:pt x="5195" y="8407"/>
                      <a:pt x="5252" y="8395"/>
                    </a:cubicBezTo>
                    <a:cubicBezTo>
                      <a:pt x="5370" y="8376"/>
                      <a:pt x="5477" y="8312"/>
                      <a:pt x="5570" y="8234"/>
                    </a:cubicBezTo>
                    <a:cubicBezTo>
                      <a:pt x="5648" y="8166"/>
                      <a:pt x="5726" y="8107"/>
                      <a:pt x="5824" y="8107"/>
                    </a:cubicBezTo>
                    <a:cubicBezTo>
                      <a:pt x="5892" y="8112"/>
                      <a:pt x="5951" y="8141"/>
                      <a:pt x="6010" y="8156"/>
                    </a:cubicBezTo>
                    <a:cubicBezTo>
                      <a:pt x="6053" y="8168"/>
                      <a:pt x="6098" y="8173"/>
                      <a:pt x="6142" y="8173"/>
                    </a:cubicBezTo>
                    <a:cubicBezTo>
                      <a:pt x="6299" y="8173"/>
                      <a:pt x="6455" y="8104"/>
                      <a:pt x="6581" y="8004"/>
                    </a:cubicBezTo>
                    <a:cubicBezTo>
                      <a:pt x="6737" y="7877"/>
                      <a:pt x="6752" y="7789"/>
                      <a:pt x="6889" y="7638"/>
                    </a:cubicBezTo>
                    <a:cubicBezTo>
                      <a:pt x="7187" y="7311"/>
                      <a:pt x="7627" y="7110"/>
                      <a:pt x="8066" y="7110"/>
                    </a:cubicBezTo>
                    <a:cubicBezTo>
                      <a:pt x="8472" y="7110"/>
                      <a:pt x="9034" y="7193"/>
                      <a:pt x="9351" y="7447"/>
                    </a:cubicBezTo>
                    <a:cubicBezTo>
                      <a:pt x="9395" y="7228"/>
                      <a:pt x="9327" y="6988"/>
                      <a:pt x="9175" y="6822"/>
                    </a:cubicBezTo>
                    <a:cubicBezTo>
                      <a:pt x="9182" y="6822"/>
                      <a:pt x="9191" y="6816"/>
                      <a:pt x="9194" y="6816"/>
                    </a:cubicBezTo>
                    <a:cubicBezTo>
                      <a:pt x="9196" y="6816"/>
                      <a:pt x="9197" y="6817"/>
                      <a:pt x="9195" y="6822"/>
                    </a:cubicBezTo>
                    <a:cubicBezTo>
                      <a:pt x="9258" y="6814"/>
                      <a:pt x="9321" y="6810"/>
                      <a:pt x="9384" y="6810"/>
                    </a:cubicBezTo>
                    <a:cubicBezTo>
                      <a:pt x="9554" y="6810"/>
                      <a:pt x="9725" y="6839"/>
                      <a:pt x="9889" y="6895"/>
                    </a:cubicBezTo>
                    <a:cubicBezTo>
                      <a:pt x="9859" y="6588"/>
                      <a:pt x="9708" y="6295"/>
                      <a:pt x="9478" y="6084"/>
                    </a:cubicBezTo>
                    <a:cubicBezTo>
                      <a:pt x="9283" y="5909"/>
                      <a:pt x="9244" y="5698"/>
                      <a:pt x="9097" y="5479"/>
                    </a:cubicBezTo>
                    <a:cubicBezTo>
                      <a:pt x="9168" y="5466"/>
                      <a:pt x="9239" y="5459"/>
                      <a:pt x="9311" y="5459"/>
                    </a:cubicBezTo>
                    <a:cubicBezTo>
                      <a:pt x="9564" y="5459"/>
                      <a:pt x="9815" y="5539"/>
                      <a:pt x="10021" y="5684"/>
                    </a:cubicBezTo>
                    <a:cubicBezTo>
                      <a:pt x="9889" y="5278"/>
                      <a:pt x="9581" y="4931"/>
                      <a:pt x="9195" y="4751"/>
                    </a:cubicBezTo>
                    <a:lnTo>
                      <a:pt x="9195" y="4751"/>
                    </a:lnTo>
                    <a:cubicBezTo>
                      <a:pt x="9244" y="4758"/>
                      <a:pt x="9296" y="4761"/>
                      <a:pt x="9349" y="4761"/>
                    </a:cubicBezTo>
                    <a:cubicBezTo>
                      <a:pt x="9593" y="4761"/>
                      <a:pt x="9872" y="4693"/>
                      <a:pt x="10084" y="4609"/>
                    </a:cubicBezTo>
                    <a:cubicBezTo>
                      <a:pt x="9498" y="4560"/>
                      <a:pt x="8995" y="4023"/>
                      <a:pt x="8980" y="3436"/>
                    </a:cubicBezTo>
                    <a:cubicBezTo>
                      <a:pt x="8970" y="3114"/>
                      <a:pt x="9083" y="2757"/>
                      <a:pt x="8902" y="2489"/>
                    </a:cubicBezTo>
                    <a:cubicBezTo>
                      <a:pt x="8794" y="2327"/>
                      <a:pt x="8609" y="2244"/>
                      <a:pt x="8447" y="2137"/>
                    </a:cubicBezTo>
                    <a:cubicBezTo>
                      <a:pt x="8443" y="2127"/>
                      <a:pt x="8443" y="2117"/>
                      <a:pt x="8438" y="2108"/>
                    </a:cubicBezTo>
                    <a:cubicBezTo>
                      <a:pt x="8120" y="999"/>
                      <a:pt x="7211" y="202"/>
                      <a:pt x="6137" y="31"/>
                    </a:cubicBezTo>
                    <a:cubicBezTo>
                      <a:pt x="6002" y="11"/>
                      <a:pt x="5865" y="0"/>
                      <a:pt x="5726" y="0"/>
                    </a:cubicBezTo>
                    <a:close/>
                  </a:path>
                </a:pathLst>
              </a:custGeom>
              <a:solidFill>
                <a:srgbClr val="81533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31"/>
              <p:cNvSpPr/>
              <p:nvPr/>
            </p:nvSpPr>
            <p:spPr>
              <a:xfrm>
                <a:off x="7175829" y="1423418"/>
                <a:ext cx="717422" cy="151349"/>
              </a:xfrm>
              <a:custGeom>
                <a:avLst/>
                <a:gdLst/>
                <a:ahLst/>
                <a:cxnLst/>
                <a:rect l="l" t="t" r="r" b="b"/>
                <a:pathLst>
                  <a:path w="5854" h="1235" extrusionOk="0">
                    <a:moveTo>
                      <a:pt x="2929" y="1"/>
                    </a:moveTo>
                    <a:cubicBezTo>
                      <a:pt x="2313" y="1"/>
                      <a:pt x="1702" y="107"/>
                      <a:pt x="1134" y="355"/>
                    </a:cubicBezTo>
                    <a:cubicBezTo>
                      <a:pt x="1" y="854"/>
                      <a:pt x="949" y="1171"/>
                      <a:pt x="1174" y="1176"/>
                    </a:cubicBezTo>
                    <a:cubicBezTo>
                      <a:pt x="1181" y="1176"/>
                      <a:pt x="1189" y="1176"/>
                      <a:pt x="1196" y="1176"/>
                    </a:cubicBezTo>
                    <a:cubicBezTo>
                      <a:pt x="1413" y="1176"/>
                      <a:pt x="1626" y="1111"/>
                      <a:pt x="1838" y="1059"/>
                    </a:cubicBezTo>
                    <a:cubicBezTo>
                      <a:pt x="2267" y="948"/>
                      <a:pt x="2697" y="896"/>
                      <a:pt x="3126" y="896"/>
                    </a:cubicBezTo>
                    <a:cubicBezTo>
                      <a:pt x="3660" y="896"/>
                      <a:pt x="4192" y="976"/>
                      <a:pt x="4720" y="1122"/>
                    </a:cubicBezTo>
                    <a:cubicBezTo>
                      <a:pt x="4886" y="1169"/>
                      <a:pt x="5049" y="1234"/>
                      <a:pt x="5205" y="1234"/>
                    </a:cubicBezTo>
                    <a:cubicBezTo>
                      <a:pt x="5310" y="1234"/>
                      <a:pt x="5413" y="1204"/>
                      <a:pt x="5512" y="1117"/>
                    </a:cubicBezTo>
                    <a:cubicBezTo>
                      <a:pt x="5854" y="824"/>
                      <a:pt x="4852" y="311"/>
                      <a:pt x="4598" y="238"/>
                    </a:cubicBezTo>
                    <a:cubicBezTo>
                      <a:pt x="4056" y="89"/>
                      <a:pt x="3490" y="1"/>
                      <a:pt x="2929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31"/>
              <p:cNvSpPr/>
              <p:nvPr/>
            </p:nvSpPr>
            <p:spPr>
              <a:xfrm>
                <a:off x="7716531" y="1282486"/>
                <a:ext cx="58825" cy="185173"/>
              </a:xfrm>
              <a:custGeom>
                <a:avLst/>
                <a:gdLst/>
                <a:ahLst/>
                <a:cxnLst/>
                <a:rect l="l" t="t" r="r" b="b"/>
                <a:pathLst>
                  <a:path w="480" h="1511" extrusionOk="0">
                    <a:moveTo>
                      <a:pt x="240" y="0"/>
                    </a:moveTo>
                    <a:cubicBezTo>
                      <a:pt x="108" y="0"/>
                      <a:pt x="1" y="338"/>
                      <a:pt x="1" y="758"/>
                    </a:cubicBezTo>
                    <a:cubicBezTo>
                      <a:pt x="1" y="1173"/>
                      <a:pt x="108" y="1510"/>
                      <a:pt x="240" y="1510"/>
                    </a:cubicBezTo>
                    <a:cubicBezTo>
                      <a:pt x="372" y="1510"/>
                      <a:pt x="479" y="1173"/>
                      <a:pt x="479" y="758"/>
                    </a:cubicBezTo>
                    <a:cubicBezTo>
                      <a:pt x="479" y="338"/>
                      <a:pt x="372" y="0"/>
                      <a:pt x="2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31"/>
              <p:cNvSpPr/>
              <p:nvPr/>
            </p:nvSpPr>
            <p:spPr>
              <a:xfrm>
                <a:off x="7312353" y="1282486"/>
                <a:ext cx="58212" cy="185173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511" extrusionOk="0">
                    <a:moveTo>
                      <a:pt x="235" y="0"/>
                    </a:moveTo>
                    <a:cubicBezTo>
                      <a:pt x="108" y="0"/>
                      <a:pt x="1" y="338"/>
                      <a:pt x="1" y="758"/>
                    </a:cubicBezTo>
                    <a:cubicBezTo>
                      <a:pt x="1" y="1173"/>
                      <a:pt x="108" y="1510"/>
                      <a:pt x="235" y="1510"/>
                    </a:cubicBezTo>
                    <a:cubicBezTo>
                      <a:pt x="367" y="1510"/>
                      <a:pt x="475" y="1173"/>
                      <a:pt x="475" y="758"/>
                    </a:cubicBezTo>
                    <a:cubicBezTo>
                      <a:pt x="475" y="338"/>
                      <a:pt x="367" y="0"/>
                      <a:pt x="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31"/>
              <p:cNvSpPr/>
              <p:nvPr/>
            </p:nvSpPr>
            <p:spPr>
              <a:xfrm>
                <a:off x="7034036" y="987753"/>
                <a:ext cx="415576" cy="471450"/>
              </a:xfrm>
              <a:custGeom>
                <a:avLst/>
                <a:gdLst/>
                <a:ahLst/>
                <a:cxnLst/>
                <a:rect l="l" t="t" r="r" b="b"/>
                <a:pathLst>
                  <a:path w="3391" h="3847" extrusionOk="0">
                    <a:moveTo>
                      <a:pt x="2406" y="1"/>
                    </a:moveTo>
                    <a:cubicBezTo>
                      <a:pt x="1735" y="1"/>
                      <a:pt x="1178" y="280"/>
                      <a:pt x="689" y="2000"/>
                    </a:cubicBezTo>
                    <a:cubicBezTo>
                      <a:pt x="528" y="2107"/>
                      <a:pt x="342" y="2190"/>
                      <a:pt x="235" y="2352"/>
                    </a:cubicBezTo>
                    <a:cubicBezTo>
                      <a:pt x="54" y="2620"/>
                      <a:pt x="166" y="2977"/>
                      <a:pt x="156" y="3300"/>
                    </a:cubicBezTo>
                    <a:cubicBezTo>
                      <a:pt x="156" y="3490"/>
                      <a:pt x="98" y="3681"/>
                      <a:pt x="0" y="3847"/>
                    </a:cubicBezTo>
                    <a:cubicBezTo>
                      <a:pt x="283" y="3705"/>
                      <a:pt x="538" y="3485"/>
                      <a:pt x="743" y="3246"/>
                    </a:cubicBezTo>
                    <a:cubicBezTo>
                      <a:pt x="1212" y="2679"/>
                      <a:pt x="1534" y="2015"/>
                      <a:pt x="2145" y="1575"/>
                    </a:cubicBezTo>
                    <a:cubicBezTo>
                      <a:pt x="2624" y="1228"/>
                      <a:pt x="3391" y="925"/>
                      <a:pt x="3288" y="197"/>
                    </a:cubicBezTo>
                    <a:cubicBezTo>
                      <a:pt x="3283" y="148"/>
                      <a:pt x="3273" y="104"/>
                      <a:pt x="3264" y="60"/>
                    </a:cubicBezTo>
                    <a:cubicBezTo>
                      <a:pt x="2958" y="45"/>
                      <a:pt x="2673" y="1"/>
                      <a:pt x="2406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31"/>
              <p:cNvSpPr/>
              <p:nvPr/>
            </p:nvSpPr>
            <p:spPr>
              <a:xfrm>
                <a:off x="7644715" y="980768"/>
                <a:ext cx="431140" cy="528803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4315" extrusionOk="0">
                    <a:moveTo>
                      <a:pt x="206" y="0"/>
                    </a:moveTo>
                    <a:cubicBezTo>
                      <a:pt x="206" y="0"/>
                      <a:pt x="206" y="0"/>
                      <a:pt x="206" y="5"/>
                    </a:cubicBezTo>
                    <a:cubicBezTo>
                      <a:pt x="0" y="713"/>
                      <a:pt x="714" y="1119"/>
                      <a:pt x="1144" y="1534"/>
                    </a:cubicBezTo>
                    <a:cubicBezTo>
                      <a:pt x="1686" y="2057"/>
                      <a:pt x="2052" y="2687"/>
                      <a:pt x="2292" y="3386"/>
                    </a:cubicBezTo>
                    <a:cubicBezTo>
                      <a:pt x="2585" y="4231"/>
                      <a:pt x="3264" y="4133"/>
                      <a:pt x="3518" y="4314"/>
                    </a:cubicBezTo>
                    <a:cubicBezTo>
                      <a:pt x="3450" y="4133"/>
                      <a:pt x="2839" y="3713"/>
                      <a:pt x="2858" y="3523"/>
                    </a:cubicBezTo>
                    <a:cubicBezTo>
                      <a:pt x="2897" y="3200"/>
                      <a:pt x="3059" y="2868"/>
                      <a:pt x="2922" y="2575"/>
                    </a:cubicBezTo>
                    <a:cubicBezTo>
                      <a:pt x="2839" y="2399"/>
                      <a:pt x="2663" y="2291"/>
                      <a:pt x="2516" y="2164"/>
                    </a:cubicBezTo>
                    <a:cubicBezTo>
                      <a:pt x="2516" y="2135"/>
                      <a:pt x="2512" y="2106"/>
                      <a:pt x="2507" y="2077"/>
                    </a:cubicBezTo>
                    <a:cubicBezTo>
                      <a:pt x="2189" y="963"/>
                      <a:pt x="1280" y="166"/>
                      <a:pt x="206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31"/>
              <p:cNvSpPr/>
              <p:nvPr/>
            </p:nvSpPr>
            <p:spPr>
              <a:xfrm>
                <a:off x="6804127" y="965817"/>
                <a:ext cx="570604" cy="543264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4433" extrusionOk="0">
                    <a:moveTo>
                      <a:pt x="3371" y="3"/>
                    </a:moveTo>
                    <a:cubicBezTo>
                      <a:pt x="2753" y="3"/>
                      <a:pt x="2137" y="98"/>
                      <a:pt x="1554" y="288"/>
                    </a:cubicBezTo>
                    <a:cubicBezTo>
                      <a:pt x="1173" y="415"/>
                      <a:pt x="777" y="606"/>
                      <a:pt x="611" y="962"/>
                    </a:cubicBezTo>
                    <a:cubicBezTo>
                      <a:pt x="391" y="1441"/>
                      <a:pt x="655" y="2013"/>
                      <a:pt x="533" y="2526"/>
                    </a:cubicBezTo>
                    <a:cubicBezTo>
                      <a:pt x="469" y="2790"/>
                      <a:pt x="308" y="3014"/>
                      <a:pt x="191" y="3259"/>
                    </a:cubicBezTo>
                    <a:cubicBezTo>
                      <a:pt x="73" y="3503"/>
                      <a:pt x="0" y="3801"/>
                      <a:pt x="127" y="4040"/>
                    </a:cubicBezTo>
                    <a:cubicBezTo>
                      <a:pt x="254" y="4294"/>
                      <a:pt x="557" y="4407"/>
                      <a:pt x="840" y="4426"/>
                    </a:cubicBezTo>
                    <a:cubicBezTo>
                      <a:pt x="888" y="4430"/>
                      <a:pt x="936" y="4432"/>
                      <a:pt x="984" y="4432"/>
                    </a:cubicBezTo>
                    <a:cubicBezTo>
                      <a:pt x="1727" y="4432"/>
                      <a:pt x="2455" y="3942"/>
                      <a:pt x="2721" y="3244"/>
                    </a:cubicBezTo>
                    <a:cubicBezTo>
                      <a:pt x="2936" y="2672"/>
                      <a:pt x="2873" y="1984"/>
                      <a:pt x="3259" y="1505"/>
                    </a:cubicBezTo>
                    <a:cubicBezTo>
                      <a:pt x="3464" y="1251"/>
                      <a:pt x="3767" y="1104"/>
                      <a:pt x="4040" y="918"/>
                    </a:cubicBezTo>
                    <a:cubicBezTo>
                      <a:pt x="4207" y="806"/>
                      <a:pt x="4656" y="469"/>
                      <a:pt x="4573" y="215"/>
                    </a:cubicBezTo>
                    <a:cubicBezTo>
                      <a:pt x="4505" y="0"/>
                      <a:pt x="3850" y="20"/>
                      <a:pt x="3659" y="10"/>
                    </a:cubicBezTo>
                    <a:cubicBezTo>
                      <a:pt x="3563" y="5"/>
                      <a:pt x="3467" y="3"/>
                      <a:pt x="3371" y="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1"/>
              <p:cNvSpPr/>
              <p:nvPr/>
            </p:nvSpPr>
            <p:spPr>
              <a:xfrm>
                <a:off x="7705133" y="959689"/>
                <a:ext cx="552222" cy="556500"/>
              </a:xfrm>
              <a:custGeom>
                <a:avLst/>
                <a:gdLst/>
                <a:ahLst/>
                <a:cxnLst/>
                <a:rect l="l" t="t" r="r" b="b"/>
                <a:pathLst>
                  <a:path w="4506" h="4541" extrusionOk="0">
                    <a:moveTo>
                      <a:pt x="710" y="0"/>
                    </a:moveTo>
                    <a:cubicBezTo>
                      <a:pt x="454" y="0"/>
                      <a:pt x="146" y="24"/>
                      <a:pt x="94" y="167"/>
                    </a:cubicBezTo>
                    <a:cubicBezTo>
                      <a:pt x="1" y="416"/>
                      <a:pt x="436" y="773"/>
                      <a:pt x="597" y="890"/>
                    </a:cubicBezTo>
                    <a:cubicBezTo>
                      <a:pt x="861" y="1086"/>
                      <a:pt x="1154" y="1252"/>
                      <a:pt x="1349" y="1516"/>
                    </a:cubicBezTo>
                    <a:cubicBezTo>
                      <a:pt x="1716" y="2004"/>
                      <a:pt x="1623" y="2693"/>
                      <a:pt x="1813" y="3270"/>
                    </a:cubicBezTo>
                    <a:cubicBezTo>
                      <a:pt x="2056" y="4007"/>
                      <a:pt x="2804" y="4541"/>
                      <a:pt x="3579" y="4541"/>
                    </a:cubicBezTo>
                    <a:cubicBezTo>
                      <a:pt x="3599" y="4541"/>
                      <a:pt x="3620" y="4541"/>
                      <a:pt x="3641" y="4540"/>
                    </a:cubicBezTo>
                    <a:cubicBezTo>
                      <a:pt x="3924" y="4530"/>
                      <a:pt x="4232" y="4427"/>
                      <a:pt x="4368" y="4183"/>
                    </a:cubicBezTo>
                    <a:cubicBezTo>
                      <a:pt x="4505" y="3949"/>
                      <a:pt x="4447" y="3651"/>
                      <a:pt x="4339" y="3401"/>
                    </a:cubicBezTo>
                    <a:cubicBezTo>
                      <a:pt x="4232" y="3147"/>
                      <a:pt x="4080" y="2918"/>
                      <a:pt x="4031" y="2649"/>
                    </a:cubicBezTo>
                    <a:cubicBezTo>
                      <a:pt x="3929" y="2131"/>
                      <a:pt x="4217" y="1574"/>
                      <a:pt x="4017" y="1086"/>
                    </a:cubicBezTo>
                    <a:cubicBezTo>
                      <a:pt x="3865" y="719"/>
                      <a:pt x="3479" y="514"/>
                      <a:pt x="3108" y="372"/>
                    </a:cubicBezTo>
                    <a:cubicBezTo>
                      <a:pt x="2467" y="132"/>
                      <a:pt x="1781" y="6"/>
                      <a:pt x="1094" y="6"/>
                    </a:cubicBezTo>
                    <a:cubicBezTo>
                      <a:pt x="1068" y="6"/>
                      <a:pt x="1043" y="6"/>
                      <a:pt x="1017" y="6"/>
                    </a:cubicBezTo>
                    <a:cubicBezTo>
                      <a:pt x="953" y="6"/>
                      <a:pt x="838" y="0"/>
                      <a:pt x="7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1"/>
              <p:cNvSpPr/>
              <p:nvPr/>
            </p:nvSpPr>
            <p:spPr>
              <a:xfrm>
                <a:off x="7396178" y="1689597"/>
                <a:ext cx="320475" cy="143874"/>
              </a:xfrm>
              <a:custGeom>
                <a:avLst/>
                <a:gdLst/>
                <a:ahLst/>
                <a:cxnLst/>
                <a:rect l="l" t="t" r="r" b="b"/>
                <a:pathLst>
                  <a:path w="2615" h="1174" extrusionOk="0">
                    <a:moveTo>
                      <a:pt x="1110" y="1"/>
                    </a:moveTo>
                    <a:cubicBezTo>
                      <a:pt x="1110" y="1"/>
                      <a:pt x="1110" y="1"/>
                      <a:pt x="1110" y="2"/>
                    </a:cubicBezTo>
                    <a:lnTo>
                      <a:pt x="1110" y="2"/>
                    </a:lnTo>
                    <a:cubicBezTo>
                      <a:pt x="1110" y="1"/>
                      <a:pt x="1110" y="1"/>
                      <a:pt x="1110" y="1"/>
                    </a:cubicBezTo>
                    <a:close/>
                    <a:moveTo>
                      <a:pt x="1110" y="2"/>
                    </a:moveTo>
                    <a:cubicBezTo>
                      <a:pt x="960" y="431"/>
                      <a:pt x="515" y="735"/>
                      <a:pt x="63" y="735"/>
                    </a:cubicBezTo>
                    <a:cubicBezTo>
                      <a:pt x="42" y="735"/>
                      <a:pt x="21" y="735"/>
                      <a:pt x="1" y="733"/>
                    </a:cubicBezTo>
                    <a:lnTo>
                      <a:pt x="1" y="733"/>
                    </a:lnTo>
                    <a:lnTo>
                      <a:pt x="856" y="1119"/>
                    </a:lnTo>
                    <a:cubicBezTo>
                      <a:pt x="919" y="1147"/>
                      <a:pt x="987" y="1174"/>
                      <a:pt x="1054" y="1174"/>
                    </a:cubicBezTo>
                    <a:cubicBezTo>
                      <a:pt x="1060" y="1174"/>
                      <a:pt x="1065" y="1173"/>
                      <a:pt x="1071" y="1173"/>
                    </a:cubicBezTo>
                    <a:cubicBezTo>
                      <a:pt x="1173" y="1163"/>
                      <a:pt x="1256" y="1085"/>
                      <a:pt x="1344" y="1036"/>
                    </a:cubicBezTo>
                    <a:lnTo>
                      <a:pt x="1344" y="1031"/>
                    </a:lnTo>
                    <a:cubicBezTo>
                      <a:pt x="1484" y="951"/>
                      <a:pt x="1636" y="938"/>
                      <a:pt x="1791" y="938"/>
                    </a:cubicBezTo>
                    <a:cubicBezTo>
                      <a:pt x="1863" y="938"/>
                      <a:pt x="1936" y="941"/>
                      <a:pt x="2007" y="941"/>
                    </a:cubicBezTo>
                    <a:cubicBezTo>
                      <a:pt x="2062" y="941"/>
                      <a:pt x="2117" y="939"/>
                      <a:pt x="2170" y="934"/>
                    </a:cubicBezTo>
                    <a:cubicBezTo>
                      <a:pt x="2478" y="900"/>
                      <a:pt x="2615" y="768"/>
                      <a:pt x="2243" y="729"/>
                    </a:cubicBezTo>
                    <a:cubicBezTo>
                      <a:pt x="2004" y="704"/>
                      <a:pt x="1774" y="626"/>
                      <a:pt x="1569" y="494"/>
                    </a:cubicBezTo>
                    <a:cubicBezTo>
                      <a:pt x="1486" y="440"/>
                      <a:pt x="1068" y="124"/>
                      <a:pt x="1110" y="2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31"/>
              <p:cNvSpPr/>
              <p:nvPr/>
            </p:nvSpPr>
            <p:spPr>
              <a:xfrm>
                <a:off x="7265047" y="1518272"/>
                <a:ext cx="541437" cy="266669"/>
              </a:xfrm>
              <a:custGeom>
                <a:avLst/>
                <a:gdLst/>
                <a:ahLst/>
                <a:cxnLst/>
                <a:rect l="l" t="t" r="r" b="b"/>
                <a:pathLst>
                  <a:path w="4418" h="2176" extrusionOk="0">
                    <a:moveTo>
                      <a:pt x="2370" y="0"/>
                    </a:moveTo>
                    <a:cubicBezTo>
                      <a:pt x="1411" y="0"/>
                      <a:pt x="685" y="300"/>
                      <a:pt x="480" y="387"/>
                    </a:cubicBezTo>
                    <a:cubicBezTo>
                      <a:pt x="450" y="397"/>
                      <a:pt x="441" y="426"/>
                      <a:pt x="450" y="451"/>
                    </a:cubicBezTo>
                    <a:cubicBezTo>
                      <a:pt x="460" y="470"/>
                      <a:pt x="480" y="485"/>
                      <a:pt x="499" y="485"/>
                    </a:cubicBezTo>
                    <a:cubicBezTo>
                      <a:pt x="504" y="485"/>
                      <a:pt x="509" y="480"/>
                      <a:pt x="519" y="480"/>
                    </a:cubicBezTo>
                    <a:cubicBezTo>
                      <a:pt x="831" y="348"/>
                      <a:pt x="1169" y="251"/>
                      <a:pt x="1520" y="192"/>
                    </a:cubicBezTo>
                    <a:cubicBezTo>
                      <a:pt x="1530" y="397"/>
                      <a:pt x="1569" y="568"/>
                      <a:pt x="1642" y="715"/>
                    </a:cubicBezTo>
                    <a:cubicBezTo>
                      <a:pt x="1745" y="925"/>
                      <a:pt x="1921" y="1076"/>
                      <a:pt x="2116" y="1125"/>
                    </a:cubicBezTo>
                    <a:cubicBezTo>
                      <a:pt x="2126" y="1130"/>
                      <a:pt x="2141" y="1130"/>
                      <a:pt x="2155" y="1130"/>
                    </a:cubicBezTo>
                    <a:cubicBezTo>
                      <a:pt x="2180" y="1403"/>
                      <a:pt x="2038" y="1697"/>
                      <a:pt x="1799" y="1873"/>
                    </a:cubicBezTo>
                    <a:cubicBezTo>
                      <a:pt x="1615" y="2006"/>
                      <a:pt x="1377" y="2076"/>
                      <a:pt x="1124" y="2076"/>
                    </a:cubicBezTo>
                    <a:cubicBezTo>
                      <a:pt x="1062" y="2076"/>
                      <a:pt x="998" y="2072"/>
                      <a:pt x="934" y="2063"/>
                    </a:cubicBezTo>
                    <a:cubicBezTo>
                      <a:pt x="660" y="2024"/>
                      <a:pt x="377" y="1902"/>
                      <a:pt x="89" y="1711"/>
                    </a:cubicBezTo>
                    <a:cubicBezTo>
                      <a:pt x="80" y="1704"/>
                      <a:pt x="69" y="1701"/>
                      <a:pt x="60" y="1701"/>
                    </a:cubicBezTo>
                    <a:cubicBezTo>
                      <a:pt x="43" y="1701"/>
                      <a:pt x="28" y="1709"/>
                      <a:pt x="16" y="1721"/>
                    </a:cubicBezTo>
                    <a:lnTo>
                      <a:pt x="20" y="1721"/>
                    </a:lnTo>
                    <a:cubicBezTo>
                      <a:pt x="1" y="1745"/>
                      <a:pt x="11" y="1775"/>
                      <a:pt x="30" y="1794"/>
                    </a:cubicBezTo>
                    <a:cubicBezTo>
                      <a:pt x="333" y="1995"/>
                      <a:pt x="631" y="2122"/>
                      <a:pt x="919" y="2161"/>
                    </a:cubicBezTo>
                    <a:cubicBezTo>
                      <a:pt x="988" y="2171"/>
                      <a:pt x="1056" y="2175"/>
                      <a:pt x="1125" y="2175"/>
                    </a:cubicBezTo>
                    <a:cubicBezTo>
                      <a:pt x="1398" y="2175"/>
                      <a:pt x="1657" y="2097"/>
                      <a:pt x="1857" y="1951"/>
                    </a:cubicBezTo>
                    <a:cubicBezTo>
                      <a:pt x="2024" y="1833"/>
                      <a:pt x="2146" y="1662"/>
                      <a:pt x="2209" y="1477"/>
                    </a:cubicBezTo>
                    <a:cubicBezTo>
                      <a:pt x="2273" y="1662"/>
                      <a:pt x="2395" y="1833"/>
                      <a:pt x="2561" y="1951"/>
                    </a:cubicBezTo>
                    <a:cubicBezTo>
                      <a:pt x="2761" y="2097"/>
                      <a:pt x="3020" y="2175"/>
                      <a:pt x="3294" y="2175"/>
                    </a:cubicBezTo>
                    <a:cubicBezTo>
                      <a:pt x="3362" y="2175"/>
                      <a:pt x="3431" y="2171"/>
                      <a:pt x="3499" y="2161"/>
                    </a:cubicBezTo>
                    <a:cubicBezTo>
                      <a:pt x="3787" y="2122"/>
                      <a:pt x="4085" y="1995"/>
                      <a:pt x="4388" y="1794"/>
                    </a:cubicBezTo>
                    <a:cubicBezTo>
                      <a:pt x="4413" y="1780"/>
                      <a:pt x="4417" y="1745"/>
                      <a:pt x="4403" y="1721"/>
                    </a:cubicBezTo>
                    <a:cubicBezTo>
                      <a:pt x="4394" y="1709"/>
                      <a:pt x="4377" y="1701"/>
                      <a:pt x="4361" y="1701"/>
                    </a:cubicBezTo>
                    <a:cubicBezTo>
                      <a:pt x="4351" y="1701"/>
                      <a:pt x="4342" y="1704"/>
                      <a:pt x="4334" y="1711"/>
                    </a:cubicBezTo>
                    <a:cubicBezTo>
                      <a:pt x="4041" y="1902"/>
                      <a:pt x="3758" y="2024"/>
                      <a:pt x="3484" y="2063"/>
                    </a:cubicBezTo>
                    <a:cubicBezTo>
                      <a:pt x="3421" y="2072"/>
                      <a:pt x="3358" y="2076"/>
                      <a:pt x="3296" y="2076"/>
                    </a:cubicBezTo>
                    <a:cubicBezTo>
                      <a:pt x="3044" y="2076"/>
                      <a:pt x="2804" y="2006"/>
                      <a:pt x="2620" y="1873"/>
                    </a:cubicBezTo>
                    <a:cubicBezTo>
                      <a:pt x="2385" y="1697"/>
                      <a:pt x="2243" y="1408"/>
                      <a:pt x="2263" y="1140"/>
                    </a:cubicBezTo>
                    <a:cubicBezTo>
                      <a:pt x="2478" y="1140"/>
                      <a:pt x="2703" y="1032"/>
                      <a:pt x="2859" y="847"/>
                    </a:cubicBezTo>
                    <a:cubicBezTo>
                      <a:pt x="2996" y="680"/>
                      <a:pt x="3089" y="465"/>
                      <a:pt x="3137" y="192"/>
                    </a:cubicBezTo>
                    <a:cubicBezTo>
                      <a:pt x="3494" y="255"/>
                      <a:pt x="3831" y="353"/>
                      <a:pt x="4154" y="485"/>
                    </a:cubicBezTo>
                    <a:cubicBezTo>
                      <a:pt x="4159" y="490"/>
                      <a:pt x="4163" y="490"/>
                      <a:pt x="4173" y="490"/>
                    </a:cubicBezTo>
                    <a:cubicBezTo>
                      <a:pt x="4193" y="490"/>
                      <a:pt x="4212" y="480"/>
                      <a:pt x="4217" y="461"/>
                    </a:cubicBezTo>
                    <a:cubicBezTo>
                      <a:pt x="4232" y="436"/>
                      <a:pt x="4217" y="407"/>
                      <a:pt x="4193" y="392"/>
                    </a:cubicBezTo>
                    <a:cubicBezTo>
                      <a:pt x="3545" y="99"/>
                      <a:pt x="2919" y="0"/>
                      <a:pt x="23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Google Shape;889;p31">
            <a:extLst>
              <a:ext uri="{FF2B5EF4-FFF2-40B4-BE49-F238E27FC236}">
                <a16:creationId xmlns:a16="http://schemas.microsoft.com/office/drawing/2014/main" id="{933342B5-F74E-3822-EE80-A38A793E75F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87831" y="1399557"/>
            <a:ext cx="3031880" cy="17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uktaMahee Regular" panose="020B0000000000000000" pitchFamily="34" charset="77"/>
                <a:cs typeface="MuktaMahee Regular" panose="020B0000000000000000" pitchFamily="34" charset="77"/>
              </a:rPr>
              <a:t>You end up being the "playmate" and running around yourself, instead of your dog socializing with peers.</a:t>
            </a:r>
            <a:endParaRPr dirty="0">
              <a:latin typeface="MuktaMahee Regular" panose="020B0000000000000000" pitchFamily="34" charset="77"/>
              <a:cs typeface="MuktaMahee Regular" panose="020B0000000000000000" pitchFamily="34" charset="77"/>
            </a:endParaRPr>
          </a:p>
        </p:txBody>
      </p:sp>
      <p:sp>
        <p:nvSpPr>
          <p:cNvPr id="15" name="Google Shape;1078;p35">
            <a:extLst>
              <a:ext uri="{FF2B5EF4-FFF2-40B4-BE49-F238E27FC236}">
                <a16:creationId xmlns:a16="http://schemas.microsoft.com/office/drawing/2014/main" id="{B311143A-224F-5A34-550E-C971A5B4270A}"/>
              </a:ext>
            </a:extLst>
          </p:cNvPr>
          <p:cNvSpPr txBox="1">
            <a:spLocks/>
          </p:cNvSpPr>
          <p:nvPr/>
        </p:nvSpPr>
        <p:spPr>
          <a:xfrm>
            <a:off x="462042" y="1288464"/>
            <a:ext cx="889233" cy="482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4.</a:t>
            </a:r>
          </a:p>
        </p:txBody>
      </p:sp>
      <p:sp>
        <p:nvSpPr>
          <p:cNvPr id="16" name="Google Shape;1078;p35">
            <a:extLst>
              <a:ext uri="{FF2B5EF4-FFF2-40B4-BE49-F238E27FC236}">
                <a16:creationId xmlns:a16="http://schemas.microsoft.com/office/drawing/2014/main" id="{9A83C4F6-B248-BC41-2E46-13DD106439B3}"/>
              </a:ext>
            </a:extLst>
          </p:cNvPr>
          <p:cNvSpPr txBox="1">
            <a:spLocks/>
          </p:cNvSpPr>
          <p:nvPr/>
        </p:nvSpPr>
        <p:spPr>
          <a:xfrm>
            <a:off x="458405" y="2617531"/>
            <a:ext cx="889233" cy="482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5.</a:t>
            </a:r>
          </a:p>
        </p:txBody>
      </p:sp>
      <p:sp>
        <p:nvSpPr>
          <p:cNvPr id="19" name="Google Shape;889;p31">
            <a:extLst>
              <a:ext uri="{FF2B5EF4-FFF2-40B4-BE49-F238E27FC236}">
                <a16:creationId xmlns:a16="http://schemas.microsoft.com/office/drawing/2014/main" id="{69DF4C5F-7CBB-7A6C-1451-A2568463DBDA}"/>
              </a:ext>
            </a:extLst>
          </p:cNvPr>
          <p:cNvSpPr txBox="1">
            <a:spLocks/>
          </p:cNvSpPr>
          <p:nvPr/>
        </p:nvSpPr>
        <p:spPr>
          <a:xfrm>
            <a:off x="1084391" y="2736948"/>
            <a:ext cx="3031880" cy="17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l"/>
            <a:r>
              <a:rPr lang="en-US" dirty="0">
                <a:latin typeface="MuktaMahee Regular" panose="020B0000000000000000" pitchFamily="34" charset="77"/>
                <a:cs typeface="MuktaMahee Regular" panose="020B0000000000000000" pitchFamily="34" charset="77"/>
              </a:rPr>
              <a:t>There is currently no way to know what’s happening at the park until you are physically there.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D658B36-4D83-11FF-F515-D6D27F3FA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671" y="1244079"/>
            <a:ext cx="889233" cy="8892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CCB6ADC-93CE-40AB-520C-B111F4890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883" y="2562638"/>
            <a:ext cx="1051186" cy="105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41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35"/>
          <p:cNvSpPr txBox="1">
            <a:spLocks noGrp="1"/>
          </p:cNvSpPr>
          <p:nvPr>
            <p:ph type="title" idx="2"/>
          </p:nvPr>
        </p:nvSpPr>
        <p:spPr>
          <a:xfrm>
            <a:off x="3750110" y="2182969"/>
            <a:ext cx="4471577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 err="1"/>
              <a:t>WhoofPark</a:t>
            </a:r>
            <a:r>
              <a:rPr lang="he-IL" dirty="0"/>
              <a:t> </a:t>
            </a:r>
            <a:r>
              <a:rPr lang="he-IL" dirty="0" err="1"/>
              <a:t>App</a:t>
            </a:r>
            <a:endParaRPr dirty="0"/>
          </a:p>
        </p:txBody>
      </p:sp>
      <p:sp>
        <p:nvSpPr>
          <p:cNvPr id="1077" name="Google Shape;1077;p35"/>
          <p:cNvSpPr txBox="1">
            <a:spLocks noGrp="1"/>
          </p:cNvSpPr>
          <p:nvPr>
            <p:ph type="subTitle" idx="3"/>
          </p:nvPr>
        </p:nvSpPr>
        <p:spPr>
          <a:xfrm>
            <a:off x="4167324" y="2979262"/>
            <a:ext cx="3748200" cy="7688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 err="1">
                <a:latin typeface="MuktaMahee Regular" panose="020B0000000000000000" pitchFamily="34" charset="77"/>
              </a:rPr>
              <a:t>R</a:t>
            </a:r>
            <a:r>
              <a:rPr lang="en-US" dirty="0" err="1">
                <a:latin typeface="MuktaMahee Regular" panose="020B0000000000000000" pitchFamily="34" charset="77"/>
                <a:cs typeface="MuktaMahee Regular" panose="020B0000000000000000" pitchFamily="34" charset="77"/>
              </a:rPr>
              <a:t>eal</a:t>
            </a:r>
            <a:r>
              <a:rPr lang="he-IL" dirty="0">
                <a:latin typeface="MuktaMahee Regular" panose="020B0000000000000000" pitchFamily="34" charset="77"/>
              </a:rPr>
              <a:t> </a:t>
            </a:r>
            <a:r>
              <a:rPr lang="en-US" dirty="0">
                <a:latin typeface="MuktaMahee Regular" panose="020B0000000000000000" pitchFamily="34" charset="77"/>
                <a:cs typeface="MuktaMahee Regular" panose="020B0000000000000000" pitchFamily="34" charset="77"/>
              </a:rPr>
              <a:t>time social platform that lets you see who's at the park before you leave home, turning every walk into a social success</a:t>
            </a:r>
            <a:endParaRPr dirty="0">
              <a:latin typeface="MuktaMahee Regular" panose="020B0000000000000000" pitchFamily="34" charset="77"/>
              <a:cs typeface="MuktaMahee Regular" panose="020B0000000000000000" pitchFamily="34" charset="77"/>
            </a:endParaRPr>
          </a:p>
        </p:txBody>
      </p:sp>
      <p:sp>
        <p:nvSpPr>
          <p:cNvPr id="1080" name="Google Shape;1080;p35"/>
          <p:cNvSpPr/>
          <p:nvPr/>
        </p:nvSpPr>
        <p:spPr>
          <a:xfrm>
            <a:off x="1790806" y="3337767"/>
            <a:ext cx="267158" cy="397710"/>
          </a:xfrm>
          <a:custGeom>
            <a:avLst/>
            <a:gdLst/>
            <a:ahLst/>
            <a:cxnLst/>
            <a:rect l="l" t="t" r="r" b="b"/>
            <a:pathLst>
              <a:path w="10815" h="16100" extrusionOk="0">
                <a:moveTo>
                  <a:pt x="5621" y="0"/>
                </a:moveTo>
                <a:cubicBezTo>
                  <a:pt x="3208" y="4613"/>
                  <a:pt x="1314" y="9470"/>
                  <a:pt x="0" y="14480"/>
                </a:cubicBezTo>
                <a:cubicBezTo>
                  <a:pt x="1863" y="15214"/>
                  <a:pt x="3788" y="15763"/>
                  <a:pt x="5774" y="16099"/>
                </a:cubicBezTo>
                <a:cubicBezTo>
                  <a:pt x="7087" y="11395"/>
                  <a:pt x="8767" y="6782"/>
                  <a:pt x="10814" y="2322"/>
                </a:cubicBezTo>
                <a:cubicBezTo>
                  <a:pt x="8920" y="2078"/>
                  <a:pt x="7057" y="1283"/>
                  <a:pt x="56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1" name="Google Shape;1081;p35"/>
          <p:cNvGrpSpPr/>
          <p:nvPr/>
        </p:nvGrpSpPr>
        <p:grpSpPr>
          <a:xfrm>
            <a:off x="-1551944" y="965068"/>
            <a:ext cx="6970844" cy="4553260"/>
            <a:chOff x="-1551944" y="965068"/>
            <a:chExt cx="6970844" cy="4553260"/>
          </a:xfrm>
        </p:grpSpPr>
        <p:grpSp>
          <p:nvGrpSpPr>
            <p:cNvPr id="1082" name="Google Shape;1082;p35"/>
            <p:cNvGrpSpPr/>
            <p:nvPr/>
          </p:nvGrpSpPr>
          <p:grpSpPr>
            <a:xfrm flipH="1">
              <a:off x="-1551944" y="4339393"/>
              <a:ext cx="6970844" cy="1178935"/>
              <a:chOff x="-2506343" y="4479193"/>
              <a:chExt cx="6970844" cy="1178935"/>
            </a:xfrm>
          </p:grpSpPr>
          <p:sp>
            <p:nvSpPr>
              <p:cNvPr id="1083" name="Google Shape;1083;p35"/>
              <p:cNvSpPr/>
              <p:nvPr/>
            </p:nvSpPr>
            <p:spPr>
              <a:xfrm>
                <a:off x="-2506343" y="4727225"/>
                <a:ext cx="6970844" cy="930903"/>
              </a:xfrm>
              <a:custGeom>
                <a:avLst/>
                <a:gdLst/>
                <a:ahLst/>
                <a:cxnLst/>
                <a:rect l="l" t="t" r="r" b="b"/>
                <a:pathLst>
                  <a:path w="34034" h="3334" extrusionOk="0">
                    <a:moveTo>
                      <a:pt x="15590" y="1"/>
                    </a:moveTo>
                    <a:cubicBezTo>
                      <a:pt x="15258" y="1"/>
                      <a:pt x="14921" y="1"/>
                      <a:pt x="14594" y="6"/>
                    </a:cubicBezTo>
                    <a:cubicBezTo>
                      <a:pt x="11511" y="30"/>
                      <a:pt x="8643" y="172"/>
                      <a:pt x="6215" y="401"/>
                    </a:cubicBezTo>
                    <a:cubicBezTo>
                      <a:pt x="4769" y="533"/>
                      <a:pt x="3474" y="704"/>
                      <a:pt x="2380" y="895"/>
                    </a:cubicBezTo>
                    <a:cubicBezTo>
                      <a:pt x="0" y="1310"/>
                      <a:pt x="4827" y="3157"/>
                      <a:pt x="12141" y="3333"/>
                    </a:cubicBezTo>
                    <a:cubicBezTo>
                      <a:pt x="12169" y="3333"/>
                      <a:pt x="12203" y="3334"/>
                      <a:pt x="12243" y="3334"/>
                    </a:cubicBezTo>
                    <a:cubicBezTo>
                      <a:pt x="14438" y="3334"/>
                      <a:pt x="34034" y="2289"/>
                      <a:pt x="26842" y="1066"/>
                    </a:cubicBezTo>
                    <a:cubicBezTo>
                      <a:pt x="23090" y="431"/>
                      <a:pt x="18326" y="1"/>
                      <a:pt x="1559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5"/>
              <p:cNvSpPr/>
              <p:nvPr/>
            </p:nvSpPr>
            <p:spPr>
              <a:xfrm>
                <a:off x="-1254767" y="4479193"/>
                <a:ext cx="249762" cy="395346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3226" extrusionOk="0">
                    <a:moveTo>
                      <a:pt x="1993" y="1311"/>
                    </a:moveTo>
                    <a:lnTo>
                      <a:pt x="1993" y="1311"/>
                    </a:lnTo>
                    <a:cubicBezTo>
                      <a:pt x="1679" y="1797"/>
                      <a:pt x="1354" y="2302"/>
                      <a:pt x="1206" y="2858"/>
                    </a:cubicBezTo>
                    <a:lnTo>
                      <a:pt x="1206" y="2858"/>
                    </a:lnTo>
                    <a:lnTo>
                      <a:pt x="2037" y="2684"/>
                    </a:lnTo>
                    <a:cubicBezTo>
                      <a:pt x="1989" y="2229"/>
                      <a:pt x="1974" y="1770"/>
                      <a:pt x="1993" y="1311"/>
                    </a:cubicBezTo>
                    <a:close/>
                    <a:moveTo>
                      <a:pt x="1263" y="1"/>
                    </a:moveTo>
                    <a:cubicBezTo>
                      <a:pt x="1208" y="1"/>
                      <a:pt x="1165" y="74"/>
                      <a:pt x="1148" y="133"/>
                    </a:cubicBezTo>
                    <a:cubicBezTo>
                      <a:pt x="1007" y="544"/>
                      <a:pt x="875" y="959"/>
                      <a:pt x="753" y="1374"/>
                    </a:cubicBezTo>
                    <a:cubicBezTo>
                      <a:pt x="645" y="1741"/>
                      <a:pt x="542" y="2141"/>
                      <a:pt x="660" y="2503"/>
                    </a:cubicBezTo>
                    <a:cubicBezTo>
                      <a:pt x="709" y="2645"/>
                      <a:pt x="787" y="2806"/>
                      <a:pt x="704" y="2928"/>
                    </a:cubicBezTo>
                    <a:cubicBezTo>
                      <a:pt x="591" y="2537"/>
                      <a:pt x="479" y="2146"/>
                      <a:pt x="367" y="1755"/>
                    </a:cubicBezTo>
                    <a:cubicBezTo>
                      <a:pt x="166" y="2220"/>
                      <a:pt x="39" y="2723"/>
                      <a:pt x="0" y="3226"/>
                    </a:cubicBezTo>
                    <a:cubicBezTo>
                      <a:pt x="5" y="3187"/>
                      <a:pt x="10" y="3148"/>
                      <a:pt x="15" y="3109"/>
                    </a:cubicBezTo>
                    <a:lnTo>
                      <a:pt x="1122" y="2876"/>
                    </a:lnTo>
                    <a:lnTo>
                      <a:pt x="1122" y="2876"/>
                    </a:lnTo>
                    <a:cubicBezTo>
                      <a:pt x="1130" y="2964"/>
                      <a:pt x="1138" y="3051"/>
                      <a:pt x="1148" y="3138"/>
                    </a:cubicBezTo>
                    <a:cubicBezTo>
                      <a:pt x="1162" y="3043"/>
                      <a:pt x="1182" y="2950"/>
                      <a:pt x="1206" y="2858"/>
                    </a:cubicBezTo>
                    <a:lnTo>
                      <a:pt x="1206" y="2858"/>
                    </a:lnTo>
                    <a:lnTo>
                      <a:pt x="1122" y="2876"/>
                    </a:lnTo>
                    <a:lnTo>
                      <a:pt x="1122" y="2876"/>
                    </a:lnTo>
                    <a:cubicBezTo>
                      <a:pt x="1040" y="1919"/>
                      <a:pt x="1097" y="946"/>
                      <a:pt x="1290" y="6"/>
                    </a:cubicBezTo>
                    <a:cubicBezTo>
                      <a:pt x="1281" y="2"/>
                      <a:pt x="1272" y="1"/>
                      <a:pt x="12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5" name="Google Shape;1085;p35"/>
            <p:cNvGrpSpPr/>
            <p:nvPr/>
          </p:nvGrpSpPr>
          <p:grpSpPr>
            <a:xfrm>
              <a:off x="1004488" y="965068"/>
              <a:ext cx="2749485" cy="4178018"/>
              <a:chOff x="1004476" y="1056121"/>
              <a:chExt cx="2689509" cy="4086880"/>
            </a:xfrm>
          </p:grpSpPr>
          <p:grpSp>
            <p:nvGrpSpPr>
              <p:cNvPr id="1086" name="Google Shape;1086;p35"/>
              <p:cNvGrpSpPr/>
              <p:nvPr/>
            </p:nvGrpSpPr>
            <p:grpSpPr>
              <a:xfrm>
                <a:off x="1004476" y="1056121"/>
                <a:ext cx="2689509" cy="4086880"/>
                <a:chOff x="223600" y="783575"/>
                <a:chExt cx="2721900" cy="4136100"/>
              </a:xfrm>
            </p:grpSpPr>
            <p:sp>
              <p:nvSpPr>
                <p:cNvPr id="1087" name="Google Shape;1087;p35"/>
                <p:cNvSpPr/>
                <p:nvPr/>
              </p:nvSpPr>
              <p:spPr>
                <a:xfrm>
                  <a:off x="2141275" y="4436925"/>
                  <a:ext cx="804225" cy="15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69" h="6017" extrusionOk="0">
                      <a:moveTo>
                        <a:pt x="1529" y="0"/>
                      </a:moveTo>
                      <a:cubicBezTo>
                        <a:pt x="1017" y="0"/>
                        <a:pt x="505" y="31"/>
                        <a:pt x="1" y="88"/>
                      </a:cubicBezTo>
                      <a:cubicBezTo>
                        <a:pt x="31" y="1249"/>
                        <a:pt x="123" y="2379"/>
                        <a:pt x="245" y="3540"/>
                      </a:cubicBezTo>
                      <a:cubicBezTo>
                        <a:pt x="3147" y="3601"/>
                        <a:pt x="6049" y="3662"/>
                        <a:pt x="8951" y="3724"/>
                      </a:cubicBezTo>
                      <a:cubicBezTo>
                        <a:pt x="10326" y="3754"/>
                        <a:pt x="11731" y="3815"/>
                        <a:pt x="12984" y="4426"/>
                      </a:cubicBezTo>
                      <a:cubicBezTo>
                        <a:pt x="13595" y="4732"/>
                        <a:pt x="14145" y="5190"/>
                        <a:pt x="14786" y="5465"/>
                      </a:cubicBezTo>
                      <a:cubicBezTo>
                        <a:pt x="15551" y="5827"/>
                        <a:pt x="16422" y="6017"/>
                        <a:pt x="17277" y="6017"/>
                      </a:cubicBezTo>
                      <a:cubicBezTo>
                        <a:pt x="17719" y="6017"/>
                        <a:pt x="18157" y="5966"/>
                        <a:pt x="18574" y="5862"/>
                      </a:cubicBezTo>
                      <a:cubicBezTo>
                        <a:pt x="22332" y="4915"/>
                        <a:pt x="27708" y="4671"/>
                        <a:pt x="32168" y="3418"/>
                      </a:cubicBezTo>
                      <a:cubicBezTo>
                        <a:pt x="32138" y="2960"/>
                        <a:pt x="32077" y="2471"/>
                        <a:pt x="32015" y="1982"/>
                      </a:cubicBezTo>
                      <a:cubicBezTo>
                        <a:pt x="29392" y="2702"/>
                        <a:pt x="26793" y="2981"/>
                        <a:pt x="24204" y="2981"/>
                      </a:cubicBezTo>
                      <a:cubicBezTo>
                        <a:pt x="17237" y="2981"/>
                        <a:pt x="10344" y="965"/>
                        <a:pt x="3239" y="119"/>
                      </a:cubicBezTo>
                      <a:cubicBezTo>
                        <a:pt x="2674" y="38"/>
                        <a:pt x="2102" y="0"/>
                        <a:pt x="152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35"/>
                <p:cNvSpPr/>
                <p:nvPr/>
              </p:nvSpPr>
              <p:spPr>
                <a:xfrm>
                  <a:off x="2139000" y="4119900"/>
                  <a:ext cx="802675" cy="391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07" h="15662" extrusionOk="0">
                      <a:moveTo>
                        <a:pt x="12097" y="0"/>
                      </a:moveTo>
                      <a:cubicBezTo>
                        <a:pt x="8615" y="306"/>
                        <a:pt x="5132" y="580"/>
                        <a:pt x="1650" y="825"/>
                      </a:cubicBezTo>
                      <a:cubicBezTo>
                        <a:pt x="519" y="4704"/>
                        <a:pt x="0" y="8737"/>
                        <a:pt x="92" y="12769"/>
                      </a:cubicBezTo>
                      <a:cubicBezTo>
                        <a:pt x="596" y="12712"/>
                        <a:pt x="1108" y="12681"/>
                        <a:pt x="1620" y="12681"/>
                      </a:cubicBezTo>
                      <a:cubicBezTo>
                        <a:pt x="2193" y="12681"/>
                        <a:pt x="2765" y="12719"/>
                        <a:pt x="3330" y="12800"/>
                      </a:cubicBezTo>
                      <a:cubicBezTo>
                        <a:pt x="10435" y="13646"/>
                        <a:pt x="17328" y="15662"/>
                        <a:pt x="24295" y="15662"/>
                      </a:cubicBezTo>
                      <a:cubicBezTo>
                        <a:pt x="26884" y="15662"/>
                        <a:pt x="29483" y="15383"/>
                        <a:pt x="32106" y="14663"/>
                      </a:cubicBezTo>
                      <a:cubicBezTo>
                        <a:pt x="31923" y="13594"/>
                        <a:pt x="31618" y="12555"/>
                        <a:pt x="30915" y="11792"/>
                      </a:cubicBezTo>
                      <a:cubicBezTo>
                        <a:pt x="30335" y="11150"/>
                        <a:pt x="29571" y="10753"/>
                        <a:pt x="28777" y="10448"/>
                      </a:cubicBezTo>
                      <a:cubicBezTo>
                        <a:pt x="26333" y="9470"/>
                        <a:pt x="23675" y="9226"/>
                        <a:pt x="21109" y="8615"/>
                      </a:cubicBezTo>
                      <a:cubicBezTo>
                        <a:pt x="18940" y="8095"/>
                        <a:pt x="16802" y="7271"/>
                        <a:pt x="15060" y="5804"/>
                      </a:cubicBezTo>
                      <a:cubicBezTo>
                        <a:pt x="13350" y="4368"/>
                        <a:pt x="12097" y="2261"/>
                        <a:pt x="1209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9" name="Google Shape;1089;p35"/>
                <p:cNvSpPr/>
                <p:nvPr/>
              </p:nvSpPr>
              <p:spPr>
                <a:xfrm>
                  <a:off x="461125" y="3911725"/>
                  <a:ext cx="750750" cy="96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30" h="38561" extrusionOk="0">
                      <a:moveTo>
                        <a:pt x="20221" y="0"/>
                      </a:moveTo>
                      <a:cubicBezTo>
                        <a:pt x="19380" y="0"/>
                        <a:pt x="18557" y="181"/>
                        <a:pt x="17810" y="598"/>
                      </a:cubicBezTo>
                      <a:cubicBezTo>
                        <a:pt x="16771" y="1179"/>
                        <a:pt x="16038" y="2095"/>
                        <a:pt x="15305" y="3012"/>
                      </a:cubicBezTo>
                      <a:cubicBezTo>
                        <a:pt x="12556" y="6372"/>
                        <a:pt x="9837" y="9763"/>
                        <a:pt x="7087" y="13123"/>
                      </a:cubicBezTo>
                      <a:cubicBezTo>
                        <a:pt x="4857" y="15872"/>
                        <a:pt x="2597" y="18683"/>
                        <a:pt x="1283" y="21952"/>
                      </a:cubicBezTo>
                      <a:cubicBezTo>
                        <a:pt x="458" y="24029"/>
                        <a:pt x="31" y="26259"/>
                        <a:pt x="0" y="28489"/>
                      </a:cubicBezTo>
                      <a:cubicBezTo>
                        <a:pt x="0" y="31880"/>
                        <a:pt x="1192" y="35576"/>
                        <a:pt x="4063" y="37379"/>
                      </a:cubicBezTo>
                      <a:lnTo>
                        <a:pt x="4063" y="37348"/>
                      </a:lnTo>
                      <a:cubicBezTo>
                        <a:pt x="5459" y="38230"/>
                        <a:pt x="7053" y="38560"/>
                        <a:pt x="8699" y="38560"/>
                      </a:cubicBezTo>
                      <a:cubicBezTo>
                        <a:pt x="10474" y="38560"/>
                        <a:pt x="12310" y="38176"/>
                        <a:pt x="14022" y="37684"/>
                      </a:cubicBezTo>
                      <a:cubicBezTo>
                        <a:pt x="15519" y="37256"/>
                        <a:pt x="16985" y="36737"/>
                        <a:pt x="18299" y="35882"/>
                      </a:cubicBezTo>
                      <a:cubicBezTo>
                        <a:pt x="19307" y="35210"/>
                        <a:pt x="20223" y="34354"/>
                        <a:pt x="21017" y="33407"/>
                      </a:cubicBezTo>
                      <a:cubicBezTo>
                        <a:pt x="25844" y="27603"/>
                        <a:pt x="26272" y="19355"/>
                        <a:pt x="29479" y="12512"/>
                      </a:cubicBezTo>
                      <a:cubicBezTo>
                        <a:pt x="29663" y="12146"/>
                        <a:pt x="29846" y="11779"/>
                        <a:pt x="29938" y="11382"/>
                      </a:cubicBezTo>
                      <a:cubicBezTo>
                        <a:pt x="30029" y="10924"/>
                        <a:pt x="29999" y="10465"/>
                        <a:pt x="29938" y="10007"/>
                      </a:cubicBezTo>
                      <a:cubicBezTo>
                        <a:pt x="29510" y="6525"/>
                        <a:pt x="27494" y="3287"/>
                        <a:pt x="24561" y="1393"/>
                      </a:cubicBezTo>
                      <a:cubicBezTo>
                        <a:pt x="23270" y="571"/>
                        <a:pt x="21717" y="0"/>
                        <a:pt x="2022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0" name="Google Shape;1090;p35"/>
                <p:cNvSpPr/>
                <p:nvPr/>
              </p:nvSpPr>
              <p:spPr>
                <a:xfrm>
                  <a:off x="332825" y="2658250"/>
                  <a:ext cx="2292675" cy="226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707" h="90457" extrusionOk="0">
                      <a:moveTo>
                        <a:pt x="78606" y="1"/>
                      </a:moveTo>
                      <a:cubicBezTo>
                        <a:pt x="78193" y="1"/>
                        <a:pt x="77803" y="19"/>
                        <a:pt x="77440" y="57"/>
                      </a:cubicBezTo>
                      <a:cubicBezTo>
                        <a:pt x="63083" y="1554"/>
                        <a:pt x="48939" y="4731"/>
                        <a:pt x="35314" y="9497"/>
                      </a:cubicBezTo>
                      <a:cubicBezTo>
                        <a:pt x="34184" y="7970"/>
                        <a:pt x="33084" y="6412"/>
                        <a:pt x="31954" y="4884"/>
                      </a:cubicBezTo>
                      <a:cubicBezTo>
                        <a:pt x="30273" y="5739"/>
                        <a:pt x="28563" y="6595"/>
                        <a:pt x="26883" y="7450"/>
                      </a:cubicBezTo>
                      <a:cubicBezTo>
                        <a:pt x="19184" y="10291"/>
                        <a:pt x="11456" y="13132"/>
                        <a:pt x="3757" y="16004"/>
                      </a:cubicBezTo>
                      <a:lnTo>
                        <a:pt x="4430" y="21289"/>
                      </a:lnTo>
                      <a:cubicBezTo>
                        <a:pt x="0" y="39526"/>
                        <a:pt x="244" y="58710"/>
                        <a:pt x="3452" y="77192"/>
                      </a:cubicBezTo>
                      <a:cubicBezTo>
                        <a:pt x="4032" y="80583"/>
                        <a:pt x="4796" y="84066"/>
                        <a:pt x="6843" y="86815"/>
                      </a:cubicBezTo>
                      <a:cubicBezTo>
                        <a:pt x="8465" y="88961"/>
                        <a:pt x="11092" y="90456"/>
                        <a:pt x="13707" y="90456"/>
                      </a:cubicBezTo>
                      <a:cubicBezTo>
                        <a:pt x="14441" y="90456"/>
                        <a:pt x="15175" y="90338"/>
                        <a:pt x="15885" y="90084"/>
                      </a:cubicBezTo>
                      <a:cubicBezTo>
                        <a:pt x="19276" y="88831"/>
                        <a:pt x="27035" y="85410"/>
                        <a:pt x="26547" y="81866"/>
                      </a:cubicBezTo>
                      <a:cubicBezTo>
                        <a:pt x="24775" y="68761"/>
                        <a:pt x="25722" y="55472"/>
                        <a:pt x="30548" y="43131"/>
                      </a:cubicBezTo>
                      <a:cubicBezTo>
                        <a:pt x="31343" y="41084"/>
                        <a:pt x="32290" y="39037"/>
                        <a:pt x="32931" y="36929"/>
                      </a:cubicBezTo>
                      <a:cubicBezTo>
                        <a:pt x="34367" y="36105"/>
                        <a:pt x="35803" y="35310"/>
                        <a:pt x="37239" y="34547"/>
                      </a:cubicBezTo>
                      <a:cubicBezTo>
                        <a:pt x="47167" y="29292"/>
                        <a:pt x="58561" y="26054"/>
                        <a:pt x="69956" y="23946"/>
                      </a:cubicBezTo>
                      <a:lnTo>
                        <a:pt x="69956" y="23946"/>
                      </a:lnTo>
                      <a:cubicBezTo>
                        <a:pt x="69681" y="25260"/>
                        <a:pt x="69498" y="26604"/>
                        <a:pt x="69375" y="27948"/>
                      </a:cubicBezTo>
                      <a:cubicBezTo>
                        <a:pt x="68734" y="34822"/>
                        <a:pt x="69498" y="41726"/>
                        <a:pt x="70292" y="48568"/>
                      </a:cubicBezTo>
                      <a:lnTo>
                        <a:pt x="71606" y="59841"/>
                      </a:lnTo>
                      <a:cubicBezTo>
                        <a:pt x="71667" y="60391"/>
                        <a:pt x="71728" y="60940"/>
                        <a:pt x="71942" y="61429"/>
                      </a:cubicBezTo>
                      <a:cubicBezTo>
                        <a:pt x="72583" y="62865"/>
                        <a:pt x="74324" y="63415"/>
                        <a:pt x="75882" y="63629"/>
                      </a:cubicBezTo>
                      <a:cubicBezTo>
                        <a:pt x="76964" y="63787"/>
                        <a:pt x="78057" y="63866"/>
                        <a:pt x="79150" y="63866"/>
                      </a:cubicBezTo>
                      <a:cubicBezTo>
                        <a:pt x="81638" y="63866"/>
                        <a:pt x="84127" y="63458"/>
                        <a:pt x="86483" y="62651"/>
                      </a:cubicBezTo>
                      <a:cubicBezTo>
                        <a:pt x="86360" y="52784"/>
                        <a:pt x="86635" y="42917"/>
                        <a:pt x="87307" y="33080"/>
                      </a:cubicBezTo>
                      <a:cubicBezTo>
                        <a:pt x="87643" y="28254"/>
                        <a:pt x="88254" y="25077"/>
                        <a:pt x="88896" y="20311"/>
                      </a:cubicBezTo>
                      <a:cubicBezTo>
                        <a:pt x="89293" y="17378"/>
                        <a:pt x="91706" y="13438"/>
                        <a:pt x="90943" y="9466"/>
                      </a:cubicBezTo>
                      <a:cubicBezTo>
                        <a:pt x="90698" y="8214"/>
                        <a:pt x="89660" y="3357"/>
                        <a:pt x="88652" y="2685"/>
                      </a:cubicBezTo>
                      <a:cubicBezTo>
                        <a:pt x="86297" y="1115"/>
                        <a:pt x="81808" y="1"/>
                        <a:pt x="7860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1" name="Google Shape;1091;p35"/>
                <p:cNvSpPr/>
                <p:nvPr/>
              </p:nvSpPr>
              <p:spPr>
                <a:xfrm>
                  <a:off x="1073600" y="2780350"/>
                  <a:ext cx="139025" cy="12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61" h="4949" extrusionOk="0">
                      <a:moveTo>
                        <a:pt x="2323" y="0"/>
                      </a:moveTo>
                      <a:cubicBezTo>
                        <a:pt x="1559" y="397"/>
                        <a:pt x="795" y="764"/>
                        <a:pt x="1" y="1161"/>
                      </a:cubicBezTo>
                      <a:cubicBezTo>
                        <a:pt x="826" y="2841"/>
                        <a:pt x="979" y="4949"/>
                        <a:pt x="1528" y="4949"/>
                      </a:cubicBezTo>
                      <a:cubicBezTo>
                        <a:pt x="2873" y="4827"/>
                        <a:pt x="4217" y="4643"/>
                        <a:pt x="5561" y="4430"/>
                      </a:cubicBezTo>
                      <a:cubicBezTo>
                        <a:pt x="4492" y="2963"/>
                        <a:pt x="3392" y="1466"/>
                        <a:pt x="2323" y="0"/>
                      </a:cubicBezTo>
                      <a:close/>
                    </a:path>
                  </a:pathLst>
                </a:custGeom>
                <a:solidFill>
                  <a:srgbClr val="44281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2" name="Google Shape;1092;p35"/>
                <p:cNvSpPr/>
                <p:nvPr/>
              </p:nvSpPr>
              <p:spPr>
                <a:xfrm>
                  <a:off x="952950" y="1311575"/>
                  <a:ext cx="808800" cy="105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52" h="42001" extrusionOk="0">
                      <a:moveTo>
                        <a:pt x="2469" y="1"/>
                      </a:moveTo>
                      <a:cubicBezTo>
                        <a:pt x="2105" y="1"/>
                        <a:pt x="1740" y="13"/>
                        <a:pt x="1375" y="37"/>
                      </a:cubicBezTo>
                      <a:cubicBezTo>
                        <a:pt x="0" y="6391"/>
                        <a:pt x="1344" y="13265"/>
                        <a:pt x="5010" y="18610"/>
                      </a:cubicBezTo>
                      <a:cubicBezTo>
                        <a:pt x="8646" y="23865"/>
                        <a:pt x="14328" y="27592"/>
                        <a:pt x="17413" y="33182"/>
                      </a:cubicBezTo>
                      <a:cubicBezTo>
                        <a:pt x="18329" y="34862"/>
                        <a:pt x="19032" y="36695"/>
                        <a:pt x="20040" y="38314"/>
                      </a:cubicBezTo>
                      <a:cubicBezTo>
                        <a:pt x="21079" y="39933"/>
                        <a:pt x="22545" y="41400"/>
                        <a:pt x="24409" y="41858"/>
                      </a:cubicBezTo>
                      <a:cubicBezTo>
                        <a:pt x="24800" y="41954"/>
                        <a:pt x="25200" y="42000"/>
                        <a:pt x="25601" y="42000"/>
                      </a:cubicBezTo>
                      <a:cubicBezTo>
                        <a:pt x="27358" y="42000"/>
                        <a:pt x="29135" y="41118"/>
                        <a:pt x="30304" y="39750"/>
                      </a:cubicBezTo>
                      <a:cubicBezTo>
                        <a:pt x="31740" y="38070"/>
                        <a:pt x="32351" y="35809"/>
                        <a:pt x="32321" y="33610"/>
                      </a:cubicBezTo>
                      <a:cubicBezTo>
                        <a:pt x="32290" y="31410"/>
                        <a:pt x="31649" y="29241"/>
                        <a:pt x="30885" y="27195"/>
                      </a:cubicBezTo>
                      <a:cubicBezTo>
                        <a:pt x="29388" y="23284"/>
                        <a:pt x="27311" y="19649"/>
                        <a:pt x="25050" y="16167"/>
                      </a:cubicBezTo>
                      <a:cubicBezTo>
                        <a:pt x="22331" y="11951"/>
                        <a:pt x="19246" y="7857"/>
                        <a:pt x="15305" y="4803"/>
                      </a:cubicBezTo>
                      <a:cubicBezTo>
                        <a:pt x="11623" y="1942"/>
                        <a:pt x="7101" y="1"/>
                        <a:pt x="246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3" name="Google Shape;1093;p35"/>
                <p:cNvSpPr/>
                <p:nvPr/>
              </p:nvSpPr>
              <p:spPr>
                <a:xfrm>
                  <a:off x="1306550" y="1948975"/>
                  <a:ext cx="455200" cy="44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08" h="17819" extrusionOk="0">
                      <a:moveTo>
                        <a:pt x="11446" y="1"/>
                      </a:moveTo>
                      <a:cubicBezTo>
                        <a:pt x="9791" y="1"/>
                        <a:pt x="8067" y="742"/>
                        <a:pt x="6660" y="1729"/>
                      </a:cubicBezTo>
                      <a:cubicBezTo>
                        <a:pt x="4124" y="3532"/>
                        <a:pt x="2108" y="6098"/>
                        <a:pt x="1008" y="9030"/>
                      </a:cubicBezTo>
                      <a:cubicBezTo>
                        <a:pt x="306" y="10833"/>
                        <a:pt x="0" y="12971"/>
                        <a:pt x="1008" y="14590"/>
                      </a:cubicBezTo>
                      <a:cubicBezTo>
                        <a:pt x="1864" y="15995"/>
                        <a:pt x="3513" y="16698"/>
                        <a:pt x="5102" y="17126"/>
                      </a:cubicBezTo>
                      <a:cubicBezTo>
                        <a:pt x="6782" y="17588"/>
                        <a:pt x="8534" y="17819"/>
                        <a:pt x="10280" y="17819"/>
                      </a:cubicBezTo>
                      <a:cubicBezTo>
                        <a:pt x="11073" y="17819"/>
                        <a:pt x="11864" y="17771"/>
                        <a:pt x="12647" y="17675"/>
                      </a:cubicBezTo>
                      <a:cubicBezTo>
                        <a:pt x="14083" y="17523"/>
                        <a:pt x="15580" y="17156"/>
                        <a:pt x="16588" y="16148"/>
                      </a:cubicBezTo>
                      <a:cubicBezTo>
                        <a:pt x="17657" y="15048"/>
                        <a:pt x="17993" y="13460"/>
                        <a:pt x="18085" y="11932"/>
                      </a:cubicBezTo>
                      <a:cubicBezTo>
                        <a:pt x="18207" y="9183"/>
                        <a:pt x="17657" y="6373"/>
                        <a:pt x="16496" y="3868"/>
                      </a:cubicBezTo>
                      <a:cubicBezTo>
                        <a:pt x="15855" y="2523"/>
                        <a:pt x="14969" y="1179"/>
                        <a:pt x="13625" y="507"/>
                      </a:cubicBezTo>
                      <a:cubicBezTo>
                        <a:pt x="12937" y="154"/>
                        <a:pt x="12199" y="1"/>
                        <a:pt x="1144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4" name="Google Shape;1094;p35"/>
                <p:cNvSpPr/>
                <p:nvPr/>
              </p:nvSpPr>
              <p:spPr>
                <a:xfrm>
                  <a:off x="1337100" y="2039200"/>
                  <a:ext cx="384175" cy="3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7" h="13226" extrusionOk="0">
                      <a:moveTo>
                        <a:pt x="9376" y="0"/>
                      </a:moveTo>
                      <a:cubicBezTo>
                        <a:pt x="7883" y="0"/>
                        <a:pt x="6375" y="837"/>
                        <a:pt x="5102" y="1694"/>
                      </a:cubicBezTo>
                      <a:cubicBezTo>
                        <a:pt x="3758" y="2580"/>
                        <a:pt x="2444" y="3527"/>
                        <a:pt x="1497" y="4780"/>
                      </a:cubicBezTo>
                      <a:cubicBezTo>
                        <a:pt x="550" y="6063"/>
                        <a:pt x="0" y="7712"/>
                        <a:pt x="397" y="9240"/>
                      </a:cubicBezTo>
                      <a:cubicBezTo>
                        <a:pt x="825" y="10981"/>
                        <a:pt x="2352" y="12264"/>
                        <a:pt x="4033" y="12814"/>
                      </a:cubicBezTo>
                      <a:cubicBezTo>
                        <a:pt x="4960" y="13117"/>
                        <a:pt x="5933" y="13225"/>
                        <a:pt x="6918" y="13225"/>
                      </a:cubicBezTo>
                      <a:cubicBezTo>
                        <a:pt x="7717" y="13225"/>
                        <a:pt x="8523" y="13154"/>
                        <a:pt x="9317" y="13058"/>
                      </a:cubicBezTo>
                      <a:cubicBezTo>
                        <a:pt x="11273" y="12814"/>
                        <a:pt x="13442" y="12234"/>
                        <a:pt x="14419" y="10492"/>
                      </a:cubicBezTo>
                      <a:cubicBezTo>
                        <a:pt x="15366" y="8751"/>
                        <a:pt x="14725" y="6613"/>
                        <a:pt x="14052" y="4749"/>
                      </a:cubicBezTo>
                      <a:cubicBezTo>
                        <a:pt x="13350" y="2886"/>
                        <a:pt x="12403" y="778"/>
                        <a:pt x="10478" y="167"/>
                      </a:cubicBezTo>
                      <a:cubicBezTo>
                        <a:pt x="10114" y="52"/>
                        <a:pt x="9745" y="0"/>
                        <a:pt x="937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5" name="Google Shape;1095;p35"/>
                <p:cNvSpPr/>
                <p:nvPr/>
              </p:nvSpPr>
              <p:spPr>
                <a:xfrm>
                  <a:off x="1237050" y="2169525"/>
                  <a:ext cx="465875" cy="204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35" h="8182" extrusionOk="0">
                      <a:moveTo>
                        <a:pt x="10937" y="1"/>
                      </a:moveTo>
                      <a:cubicBezTo>
                        <a:pt x="10505" y="1"/>
                        <a:pt x="10081" y="104"/>
                        <a:pt x="9745" y="361"/>
                      </a:cubicBezTo>
                      <a:cubicBezTo>
                        <a:pt x="9287" y="728"/>
                        <a:pt x="9043" y="1308"/>
                        <a:pt x="8707" y="1797"/>
                      </a:cubicBezTo>
                      <a:cubicBezTo>
                        <a:pt x="7668" y="3141"/>
                        <a:pt x="5743" y="3355"/>
                        <a:pt x="4063" y="3599"/>
                      </a:cubicBezTo>
                      <a:cubicBezTo>
                        <a:pt x="3941" y="3599"/>
                        <a:pt x="3819" y="3630"/>
                        <a:pt x="3727" y="3691"/>
                      </a:cubicBezTo>
                      <a:cubicBezTo>
                        <a:pt x="3636" y="3752"/>
                        <a:pt x="3575" y="3874"/>
                        <a:pt x="3513" y="3996"/>
                      </a:cubicBezTo>
                      <a:cubicBezTo>
                        <a:pt x="2902" y="5371"/>
                        <a:pt x="1344" y="6012"/>
                        <a:pt x="153" y="6959"/>
                      </a:cubicBezTo>
                      <a:cubicBezTo>
                        <a:pt x="123" y="6990"/>
                        <a:pt x="61" y="7021"/>
                        <a:pt x="31" y="7112"/>
                      </a:cubicBezTo>
                      <a:cubicBezTo>
                        <a:pt x="0" y="7204"/>
                        <a:pt x="61" y="7295"/>
                        <a:pt x="123" y="7387"/>
                      </a:cubicBezTo>
                      <a:cubicBezTo>
                        <a:pt x="436" y="7788"/>
                        <a:pt x="929" y="7940"/>
                        <a:pt x="1448" y="7940"/>
                      </a:cubicBezTo>
                      <a:cubicBezTo>
                        <a:pt x="1838" y="7940"/>
                        <a:pt x="2243" y="7854"/>
                        <a:pt x="2597" y="7723"/>
                      </a:cubicBezTo>
                      <a:cubicBezTo>
                        <a:pt x="3422" y="7387"/>
                        <a:pt x="4185" y="6807"/>
                        <a:pt x="5071" y="6654"/>
                      </a:cubicBezTo>
                      <a:cubicBezTo>
                        <a:pt x="5225" y="6631"/>
                        <a:pt x="5378" y="6621"/>
                        <a:pt x="5532" y="6621"/>
                      </a:cubicBezTo>
                      <a:cubicBezTo>
                        <a:pt x="6417" y="6621"/>
                        <a:pt x="7307" y="6951"/>
                        <a:pt x="8218" y="7082"/>
                      </a:cubicBezTo>
                      <a:cubicBezTo>
                        <a:pt x="8456" y="7109"/>
                        <a:pt x="8694" y="7123"/>
                        <a:pt x="8932" y="7123"/>
                      </a:cubicBezTo>
                      <a:cubicBezTo>
                        <a:pt x="9486" y="7123"/>
                        <a:pt x="10036" y="7048"/>
                        <a:pt x="10570" y="6898"/>
                      </a:cubicBezTo>
                      <a:cubicBezTo>
                        <a:pt x="10753" y="6868"/>
                        <a:pt x="10967" y="6807"/>
                        <a:pt x="11151" y="6807"/>
                      </a:cubicBezTo>
                      <a:cubicBezTo>
                        <a:pt x="11395" y="6807"/>
                        <a:pt x="11639" y="6898"/>
                        <a:pt x="11884" y="6990"/>
                      </a:cubicBezTo>
                      <a:cubicBezTo>
                        <a:pt x="13289" y="7540"/>
                        <a:pt x="14725" y="8151"/>
                        <a:pt x="16252" y="8181"/>
                      </a:cubicBezTo>
                      <a:cubicBezTo>
                        <a:pt x="17016" y="8181"/>
                        <a:pt x="17902" y="7998"/>
                        <a:pt x="18329" y="7357"/>
                      </a:cubicBezTo>
                      <a:cubicBezTo>
                        <a:pt x="18635" y="6837"/>
                        <a:pt x="18604" y="6196"/>
                        <a:pt x="18543" y="5615"/>
                      </a:cubicBezTo>
                      <a:cubicBezTo>
                        <a:pt x="18482" y="5065"/>
                        <a:pt x="18421" y="4516"/>
                        <a:pt x="18360" y="3996"/>
                      </a:cubicBezTo>
                      <a:cubicBezTo>
                        <a:pt x="18268" y="3385"/>
                        <a:pt x="18146" y="2713"/>
                        <a:pt x="17718" y="2255"/>
                      </a:cubicBezTo>
                      <a:cubicBezTo>
                        <a:pt x="17169" y="1644"/>
                        <a:pt x="16222" y="1522"/>
                        <a:pt x="15397" y="1369"/>
                      </a:cubicBezTo>
                      <a:cubicBezTo>
                        <a:pt x="14725" y="1216"/>
                        <a:pt x="14114" y="1033"/>
                        <a:pt x="13472" y="789"/>
                      </a:cubicBezTo>
                      <a:cubicBezTo>
                        <a:pt x="12861" y="544"/>
                        <a:pt x="12281" y="208"/>
                        <a:pt x="11639" y="86"/>
                      </a:cubicBezTo>
                      <a:cubicBezTo>
                        <a:pt x="11412" y="32"/>
                        <a:pt x="11174" y="1"/>
                        <a:pt x="10937" y="1"/>
                      </a:cubicBezTo>
                      <a:close/>
                    </a:path>
                  </a:pathLst>
                </a:custGeom>
                <a:solidFill>
                  <a:srgbClr val="A779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6" name="Google Shape;1096;p35"/>
                <p:cNvSpPr/>
                <p:nvPr/>
              </p:nvSpPr>
              <p:spPr>
                <a:xfrm>
                  <a:off x="1363050" y="2242350"/>
                  <a:ext cx="312400" cy="13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96" h="5358" extrusionOk="0">
                      <a:moveTo>
                        <a:pt x="6288" y="1"/>
                      </a:moveTo>
                      <a:cubicBezTo>
                        <a:pt x="5721" y="1"/>
                        <a:pt x="5204" y="356"/>
                        <a:pt x="4736" y="686"/>
                      </a:cubicBezTo>
                      <a:cubicBezTo>
                        <a:pt x="3380" y="1600"/>
                        <a:pt x="1825" y="2400"/>
                        <a:pt x="180" y="2400"/>
                      </a:cubicBezTo>
                      <a:cubicBezTo>
                        <a:pt x="121" y="2400"/>
                        <a:pt x="61" y="2399"/>
                        <a:pt x="1" y="2397"/>
                      </a:cubicBezTo>
                      <a:lnTo>
                        <a:pt x="1" y="2397"/>
                      </a:lnTo>
                      <a:cubicBezTo>
                        <a:pt x="1" y="2947"/>
                        <a:pt x="551" y="3344"/>
                        <a:pt x="1101" y="3466"/>
                      </a:cubicBezTo>
                      <a:cubicBezTo>
                        <a:pt x="1284" y="3497"/>
                        <a:pt x="1471" y="3503"/>
                        <a:pt x="1658" y="3503"/>
                      </a:cubicBezTo>
                      <a:cubicBezTo>
                        <a:pt x="1809" y="3503"/>
                        <a:pt x="1960" y="3499"/>
                        <a:pt x="2110" y="3499"/>
                      </a:cubicBezTo>
                      <a:cubicBezTo>
                        <a:pt x="2336" y="3499"/>
                        <a:pt x="2561" y="3509"/>
                        <a:pt x="2781" y="3558"/>
                      </a:cubicBezTo>
                      <a:cubicBezTo>
                        <a:pt x="3636" y="3710"/>
                        <a:pt x="4339" y="4291"/>
                        <a:pt x="5102" y="4688"/>
                      </a:cubicBezTo>
                      <a:cubicBezTo>
                        <a:pt x="6041" y="5177"/>
                        <a:pt x="7066" y="5357"/>
                        <a:pt x="8116" y="5357"/>
                      </a:cubicBezTo>
                      <a:cubicBezTo>
                        <a:pt x="9494" y="5357"/>
                        <a:pt x="10916" y="5048"/>
                        <a:pt x="12251" y="4718"/>
                      </a:cubicBezTo>
                      <a:cubicBezTo>
                        <a:pt x="12495" y="3558"/>
                        <a:pt x="12159" y="2091"/>
                        <a:pt x="11059" y="1603"/>
                      </a:cubicBezTo>
                      <a:cubicBezTo>
                        <a:pt x="10204" y="1205"/>
                        <a:pt x="9165" y="1541"/>
                        <a:pt x="8341" y="1144"/>
                      </a:cubicBezTo>
                      <a:cubicBezTo>
                        <a:pt x="7668" y="839"/>
                        <a:pt x="7210" y="106"/>
                        <a:pt x="6477" y="14"/>
                      </a:cubicBezTo>
                      <a:cubicBezTo>
                        <a:pt x="6414" y="5"/>
                        <a:pt x="6351" y="1"/>
                        <a:pt x="6288" y="1"/>
                      </a:cubicBezTo>
                      <a:close/>
                    </a:path>
                  </a:pathLst>
                </a:custGeom>
                <a:solidFill>
                  <a:srgbClr val="89532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7" name="Google Shape;1097;p35"/>
                <p:cNvSpPr/>
                <p:nvPr/>
              </p:nvSpPr>
              <p:spPr>
                <a:xfrm>
                  <a:off x="223600" y="1281975"/>
                  <a:ext cx="1132600" cy="214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04" h="85811" extrusionOk="0">
                      <a:moveTo>
                        <a:pt x="27992" y="0"/>
                      </a:moveTo>
                      <a:cubicBezTo>
                        <a:pt x="26316" y="0"/>
                        <a:pt x="24653" y="317"/>
                        <a:pt x="23095" y="1007"/>
                      </a:cubicBezTo>
                      <a:cubicBezTo>
                        <a:pt x="19949" y="2382"/>
                        <a:pt x="17566" y="5009"/>
                        <a:pt x="15275" y="7575"/>
                      </a:cubicBezTo>
                      <a:cubicBezTo>
                        <a:pt x="11120" y="12280"/>
                        <a:pt x="6966" y="17106"/>
                        <a:pt x="4277" y="22788"/>
                      </a:cubicBezTo>
                      <a:cubicBezTo>
                        <a:pt x="214" y="31464"/>
                        <a:pt x="1" y="41484"/>
                        <a:pt x="1284" y="50984"/>
                      </a:cubicBezTo>
                      <a:cubicBezTo>
                        <a:pt x="2139" y="57461"/>
                        <a:pt x="3666" y="63845"/>
                        <a:pt x="5072" y="70230"/>
                      </a:cubicBezTo>
                      <a:cubicBezTo>
                        <a:pt x="4369" y="74415"/>
                        <a:pt x="3727" y="78600"/>
                        <a:pt x="3147" y="82785"/>
                      </a:cubicBezTo>
                      <a:cubicBezTo>
                        <a:pt x="3147" y="82816"/>
                        <a:pt x="5652" y="85260"/>
                        <a:pt x="5621" y="85321"/>
                      </a:cubicBezTo>
                      <a:cubicBezTo>
                        <a:pt x="6746" y="85661"/>
                        <a:pt x="8325" y="85811"/>
                        <a:pt x="9986" y="85811"/>
                      </a:cubicBezTo>
                      <a:cubicBezTo>
                        <a:pt x="12203" y="85811"/>
                        <a:pt x="14567" y="85544"/>
                        <a:pt x="16191" y="85107"/>
                      </a:cubicBezTo>
                      <a:cubicBezTo>
                        <a:pt x="31068" y="81563"/>
                        <a:pt x="36109" y="69436"/>
                        <a:pt x="43349" y="57064"/>
                      </a:cubicBezTo>
                      <a:cubicBezTo>
                        <a:pt x="42341" y="54284"/>
                        <a:pt x="41577" y="51412"/>
                        <a:pt x="41088" y="48510"/>
                      </a:cubicBezTo>
                      <a:cubicBezTo>
                        <a:pt x="41455" y="45852"/>
                        <a:pt x="41974" y="43195"/>
                        <a:pt x="42524" y="40567"/>
                      </a:cubicBezTo>
                      <a:cubicBezTo>
                        <a:pt x="43807" y="34580"/>
                        <a:pt x="45273" y="28562"/>
                        <a:pt x="45304" y="22452"/>
                      </a:cubicBezTo>
                      <a:cubicBezTo>
                        <a:pt x="45304" y="16343"/>
                        <a:pt x="43746" y="9988"/>
                        <a:pt x="39683" y="5406"/>
                      </a:cubicBezTo>
                      <a:cubicBezTo>
                        <a:pt x="36753" y="2123"/>
                        <a:pt x="32328" y="0"/>
                        <a:pt x="2799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8" name="Google Shape;1098;p35"/>
                <p:cNvSpPr/>
                <p:nvPr/>
              </p:nvSpPr>
              <p:spPr>
                <a:xfrm>
                  <a:off x="459600" y="1446825"/>
                  <a:ext cx="600300" cy="49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2" h="19969" extrusionOk="0">
                      <a:moveTo>
                        <a:pt x="16554" y="1"/>
                      </a:moveTo>
                      <a:cubicBezTo>
                        <a:pt x="16125" y="1"/>
                        <a:pt x="15695" y="37"/>
                        <a:pt x="15274" y="95"/>
                      </a:cubicBezTo>
                      <a:cubicBezTo>
                        <a:pt x="9806" y="767"/>
                        <a:pt x="4888" y="4250"/>
                        <a:pt x="1863" y="8863"/>
                      </a:cubicBezTo>
                      <a:cubicBezTo>
                        <a:pt x="1405" y="9565"/>
                        <a:pt x="1008" y="10268"/>
                        <a:pt x="764" y="11062"/>
                      </a:cubicBezTo>
                      <a:cubicBezTo>
                        <a:pt x="0" y="13506"/>
                        <a:pt x="1161" y="16316"/>
                        <a:pt x="3147" y="17905"/>
                      </a:cubicBezTo>
                      <a:cubicBezTo>
                        <a:pt x="4984" y="19381"/>
                        <a:pt x="7380" y="19968"/>
                        <a:pt x="9733" y="19968"/>
                      </a:cubicBezTo>
                      <a:cubicBezTo>
                        <a:pt x="9961" y="19968"/>
                        <a:pt x="10190" y="19963"/>
                        <a:pt x="10417" y="19952"/>
                      </a:cubicBezTo>
                      <a:cubicBezTo>
                        <a:pt x="13014" y="19799"/>
                        <a:pt x="15488" y="19005"/>
                        <a:pt x="17932" y="18149"/>
                      </a:cubicBezTo>
                      <a:cubicBezTo>
                        <a:pt x="18696" y="17874"/>
                        <a:pt x="19490" y="17599"/>
                        <a:pt x="20162" y="17111"/>
                      </a:cubicBezTo>
                      <a:cubicBezTo>
                        <a:pt x="21476" y="16194"/>
                        <a:pt x="22209" y="14636"/>
                        <a:pt x="22820" y="13139"/>
                      </a:cubicBezTo>
                      <a:cubicBezTo>
                        <a:pt x="23431" y="11581"/>
                        <a:pt x="24011" y="9932"/>
                        <a:pt x="23797" y="8252"/>
                      </a:cubicBezTo>
                      <a:cubicBezTo>
                        <a:pt x="23645" y="7091"/>
                        <a:pt x="23095" y="6022"/>
                        <a:pt x="22575" y="4983"/>
                      </a:cubicBezTo>
                      <a:cubicBezTo>
                        <a:pt x="21628" y="3120"/>
                        <a:pt x="20529" y="1103"/>
                        <a:pt x="18573" y="340"/>
                      </a:cubicBezTo>
                      <a:cubicBezTo>
                        <a:pt x="17932" y="94"/>
                        <a:pt x="17245" y="1"/>
                        <a:pt x="165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9" name="Google Shape;1099;p35"/>
                <p:cNvSpPr/>
                <p:nvPr/>
              </p:nvSpPr>
              <p:spPr>
                <a:xfrm>
                  <a:off x="479450" y="1264375"/>
                  <a:ext cx="536900" cy="65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76" h="26120" extrusionOk="0">
                      <a:moveTo>
                        <a:pt x="13808" y="1"/>
                      </a:moveTo>
                      <a:cubicBezTo>
                        <a:pt x="9806" y="1375"/>
                        <a:pt x="5774" y="2750"/>
                        <a:pt x="1742" y="4125"/>
                      </a:cubicBezTo>
                      <a:cubicBezTo>
                        <a:pt x="1680" y="7913"/>
                        <a:pt x="1619" y="11670"/>
                        <a:pt x="1558" y="15458"/>
                      </a:cubicBezTo>
                      <a:cubicBezTo>
                        <a:pt x="1375" y="15825"/>
                        <a:pt x="1222" y="16191"/>
                        <a:pt x="1069" y="16558"/>
                      </a:cubicBezTo>
                      <a:cubicBezTo>
                        <a:pt x="428" y="18024"/>
                        <a:pt x="0" y="19704"/>
                        <a:pt x="489" y="21232"/>
                      </a:cubicBezTo>
                      <a:cubicBezTo>
                        <a:pt x="1222" y="23523"/>
                        <a:pt x="3697" y="24684"/>
                        <a:pt x="6018" y="25325"/>
                      </a:cubicBezTo>
                      <a:cubicBezTo>
                        <a:pt x="7737" y="25792"/>
                        <a:pt x="9495" y="26120"/>
                        <a:pt x="11260" y="26120"/>
                      </a:cubicBezTo>
                      <a:cubicBezTo>
                        <a:pt x="11692" y="26120"/>
                        <a:pt x="12124" y="26100"/>
                        <a:pt x="12556" y="26058"/>
                      </a:cubicBezTo>
                      <a:cubicBezTo>
                        <a:pt x="14725" y="25814"/>
                        <a:pt x="16894" y="24959"/>
                        <a:pt x="18452" y="23401"/>
                      </a:cubicBezTo>
                      <a:cubicBezTo>
                        <a:pt x="21140" y="20712"/>
                        <a:pt x="21476" y="16374"/>
                        <a:pt x="20620" y="12678"/>
                      </a:cubicBezTo>
                      <a:cubicBezTo>
                        <a:pt x="20223" y="10906"/>
                        <a:pt x="19551" y="9134"/>
                        <a:pt x="18207" y="7882"/>
                      </a:cubicBezTo>
                      <a:cubicBezTo>
                        <a:pt x="17413" y="7149"/>
                        <a:pt x="16435" y="6630"/>
                        <a:pt x="15366" y="6385"/>
                      </a:cubicBezTo>
                      <a:cubicBezTo>
                        <a:pt x="14480" y="4369"/>
                        <a:pt x="13930" y="2200"/>
                        <a:pt x="13808" y="1"/>
                      </a:cubicBezTo>
                      <a:close/>
                    </a:path>
                  </a:pathLst>
                </a:custGeom>
                <a:solidFill>
                  <a:srgbClr val="A779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0" name="Google Shape;1100;p35"/>
                <p:cNvSpPr/>
                <p:nvPr/>
              </p:nvSpPr>
              <p:spPr>
                <a:xfrm>
                  <a:off x="558875" y="1264375"/>
                  <a:ext cx="451375" cy="50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55" h="20122" extrusionOk="0">
                      <a:moveTo>
                        <a:pt x="10631" y="1"/>
                      </a:moveTo>
                      <a:cubicBezTo>
                        <a:pt x="7088" y="1222"/>
                        <a:pt x="3544" y="2414"/>
                        <a:pt x="0" y="3636"/>
                      </a:cubicBezTo>
                      <a:cubicBezTo>
                        <a:pt x="1467" y="9715"/>
                        <a:pt x="3483" y="16466"/>
                        <a:pt x="9440" y="19277"/>
                      </a:cubicBezTo>
                      <a:cubicBezTo>
                        <a:pt x="10881" y="19879"/>
                        <a:pt x="12432" y="20121"/>
                        <a:pt x="14039" y="20121"/>
                      </a:cubicBezTo>
                      <a:cubicBezTo>
                        <a:pt x="15123" y="20121"/>
                        <a:pt x="16232" y="20011"/>
                        <a:pt x="17352" y="19826"/>
                      </a:cubicBezTo>
                      <a:cubicBezTo>
                        <a:pt x="18054" y="17566"/>
                        <a:pt x="17993" y="15000"/>
                        <a:pt x="17443" y="12678"/>
                      </a:cubicBezTo>
                      <a:cubicBezTo>
                        <a:pt x="17046" y="10906"/>
                        <a:pt x="16374" y="9134"/>
                        <a:pt x="15030" y="7882"/>
                      </a:cubicBezTo>
                      <a:cubicBezTo>
                        <a:pt x="14236" y="7149"/>
                        <a:pt x="13258" y="6630"/>
                        <a:pt x="12189" y="6385"/>
                      </a:cubicBezTo>
                      <a:cubicBezTo>
                        <a:pt x="11303" y="4369"/>
                        <a:pt x="10753" y="2200"/>
                        <a:pt x="10631" y="1"/>
                      </a:cubicBezTo>
                      <a:close/>
                    </a:path>
                  </a:pathLst>
                </a:custGeom>
                <a:solidFill>
                  <a:srgbClr val="1E1A19">
                    <a:alpha val="97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1" name="Google Shape;1101;p35"/>
                <p:cNvSpPr/>
                <p:nvPr/>
              </p:nvSpPr>
              <p:spPr>
                <a:xfrm>
                  <a:off x="1672350" y="3091175"/>
                  <a:ext cx="9975" cy="9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" h="367" extrusionOk="0">
                      <a:moveTo>
                        <a:pt x="398" y="0"/>
                      </a:moveTo>
                      <a:cubicBezTo>
                        <a:pt x="276" y="123"/>
                        <a:pt x="154" y="245"/>
                        <a:pt x="1" y="367"/>
                      </a:cubicBezTo>
                      <a:cubicBezTo>
                        <a:pt x="215" y="275"/>
                        <a:pt x="337" y="153"/>
                        <a:pt x="398" y="0"/>
                      </a:cubicBezTo>
                      <a:close/>
                    </a:path>
                  </a:pathLst>
                </a:custGeom>
                <a:solidFill>
                  <a:srgbClr val="89532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2" name="Google Shape;1102;p35"/>
                <p:cNvSpPr/>
                <p:nvPr/>
              </p:nvSpPr>
              <p:spPr>
                <a:xfrm>
                  <a:off x="899475" y="4025175"/>
                  <a:ext cx="611000" cy="67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40" h="26970" extrusionOk="0">
                      <a:moveTo>
                        <a:pt x="10516" y="1"/>
                      </a:moveTo>
                      <a:cubicBezTo>
                        <a:pt x="8903" y="1"/>
                        <a:pt x="7333" y="604"/>
                        <a:pt x="6416" y="1895"/>
                      </a:cubicBezTo>
                      <a:cubicBezTo>
                        <a:pt x="5377" y="3270"/>
                        <a:pt x="5316" y="5164"/>
                        <a:pt x="5530" y="6874"/>
                      </a:cubicBezTo>
                      <a:cubicBezTo>
                        <a:pt x="6172" y="12037"/>
                        <a:pt x="9043" y="16742"/>
                        <a:pt x="12740" y="20407"/>
                      </a:cubicBezTo>
                      <a:cubicBezTo>
                        <a:pt x="12831" y="20530"/>
                        <a:pt x="12984" y="20652"/>
                        <a:pt x="13106" y="20774"/>
                      </a:cubicBezTo>
                      <a:cubicBezTo>
                        <a:pt x="12097" y="20618"/>
                        <a:pt x="11079" y="20539"/>
                        <a:pt x="10064" y="20539"/>
                      </a:cubicBezTo>
                      <a:cubicBezTo>
                        <a:pt x="7700" y="20539"/>
                        <a:pt x="5349" y="20967"/>
                        <a:pt x="3147" y="21843"/>
                      </a:cubicBezTo>
                      <a:cubicBezTo>
                        <a:pt x="2292" y="22149"/>
                        <a:pt x="1467" y="22546"/>
                        <a:pt x="856" y="23248"/>
                      </a:cubicBezTo>
                      <a:cubicBezTo>
                        <a:pt x="276" y="23920"/>
                        <a:pt x="1" y="24929"/>
                        <a:pt x="398" y="25723"/>
                      </a:cubicBezTo>
                      <a:cubicBezTo>
                        <a:pt x="765" y="26456"/>
                        <a:pt x="1559" y="26853"/>
                        <a:pt x="2384" y="26945"/>
                      </a:cubicBezTo>
                      <a:cubicBezTo>
                        <a:pt x="2531" y="26962"/>
                        <a:pt x="2679" y="26969"/>
                        <a:pt x="2827" y="26969"/>
                      </a:cubicBezTo>
                      <a:cubicBezTo>
                        <a:pt x="3473" y="26969"/>
                        <a:pt x="4120" y="26825"/>
                        <a:pt x="4766" y="26700"/>
                      </a:cubicBezTo>
                      <a:cubicBezTo>
                        <a:pt x="8959" y="25876"/>
                        <a:pt x="13221" y="25721"/>
                        <a:pt x="17487" y="25721"/>
                      </a:cubicBezTo>
                      <a:cubicBezTo>
                        <a:pt x="18909" y="25721"/>
                        <a:pt x="20331" y="25738"/>
                        <a:pt x="21751" y="25753"/>
                      </a:cubicBezTo>
                      <a:cubicBezTo>
                        <a:pt x="21813" y="25112"/>
                        <a:pt x="21507" y="24531"/>
                        <a:pt x="21049" y="24043"/>
                      </a:cubicBezTo>
                      <a:cubicBezTo>
                        <a:pt x="22576" y="23707"/>
                        <a:pt x="24012" y="22607"/>
                        <a:pt x="24256" y="21079"/>
                      </a:cubicBezTo>
                      <a:cubicBezTo>
                        <a:pt x="24440" y="20010"/>
                        <a:pt x="24043" y="18972"/>
                        <a:pt x="23676" y="17964"/>
                      </a:cubicBezTo>
                      <a:cubicBezTo>
                        <a:pt x="22179" y="14023"/>
                        <a:pt x="20682" y="10051"/>
                        <a:pt x="18605" y="6386"/>
                      </a:cubicBezTo>
                      <a:cubicBezTo>
                        <a:pt x="17352" y="4095"/>
                        <a:pt x="15764" y="1864"/>
                        <a:pt x="13473" y="704"/>
                      </a:cubicBezTo>
                      <a:cubicBezTo>
                        <a:pt x="12573" y="242"/>
                        <a:pt x="11536" y="1"/>
                        <a:pt x="105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3" name="Google Shape;1103;p35"/>
                <p:cNvSpPr/>
                <p:nvPr/>
              </p:nvSpPr>
              <p:spPr>
                <a:xfrm>
                  <a:off x="899475" y="4588475"/>
                  <a:ext cx="111550" cy="10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2" h="4265" extrusionOk="0">
                      <a:moveTo>
                        <a:pt x="1881" y="0"/>
                      </a:moveTo>
                      <a:cubicBezTo>
                        <a:pt x="1721" y="0"/>
                        <a:pt x="1555" y="38"/>
                        <a:pt x="1406" y="105"/>
                      </a:cubicBezTo>
                      <a:cubicBezTo>
                        <a:pt x="856" y="319"/>
                        <a:pt x="459" y="808"/>
                        <a:pt x="245" y="1358"/>
                      </a:cubicBezTo>
                      <a:cubicBezTo>
                        <a:pt x="31" y="1908"/>
                        <a:pt x="1" y="2519"/>
                        <a:pt x="31" y="3099"/>
                      </a:cubicBezTo>
                      <a:cubicBezTo>
                        <a:pt x="31" y="3282"/>
                        <a:pt x="31" y="3435"/>
                        <a:pt x="123" y="3588"/>
                      </a:cubicBezTo>
                      <a:cubicBezTo>
                        <a:pt x="195" y="3683"/>
                        <a:pt x="322" y="3760"/>
                        <a:pt x="447" y="3760"/>
                      </a:cubicBezTo>
                      <a:cubicBezTo>
                        <a:pt x="482" y="3760"/>
                        <a:pt x="517" y="3754"/>
                        <a:pt x="551" y="3741"/>
                      </a:cubicBezTo>
                      <a:cubicBezTo>
                        <a:pt x="612" y="3710"/>
                        <a:pt x="673" y="3649"/>
                        <a:pt x="734" y="3588"/>
                      </a:cubicBezTo>
                      <a:cubicBezTo>
                        <a:pt x="887" y="3374"/>
                        <a:pt x="1009" y="3160"/>
                        <a:pt x="1101" y="2916"/>
                      </a:cubicBezTo>
                      <a:lnTo>
                        <a:pt x="1101" y="2916"/>
                      </a:lnTo>
                      <a:cubicBezTo>
                        <a:pt x="1009" y="3252"/>
                        <a:pt x="1101" y="3649"/>
                        <a:pt x="1345" y="3893"/>
                      </a:cubicBezTo>
                      <a:cubicBezTo>
                        <a:pt x="1565" y="4141"/>
                        <a:pt x="1884" y="4265"/>
                        <a:pt x="2190" y="4265"/>
                      </a:cubicBezTo>
                      <a:cubicBezTo>
                        <a:pt x="2225" y="4265"/>
                        <a:pt x="2258" y="4263"/>
                        <a:pt x="2292" y="4260"/>
                      </a:cubicBezTo>
                      <a:cubicBezTo>
                        <a:pt x="2842" y="4168"/>
                        <a:pt x="3270" y="3680"/>
                        <a:pt x="3422" y="3160"/>
                      </a:cubicBezTo>
                      <a:lnTo>
                        <a:pt x="3422" y="3160"/>
                      </a:lnTo>
                      <a:cubicBezTo>
                        <a:pt x="3392" y="3374"/>
                        <a:pt x="3392" y="3557"/>
                        <a:pt x="3392" y="3771"/>
                      </a:cubicBezTo>
                      <a:cubicBezTo>
                        <a:pt x="3850" y="3221"/>
                        <a:pt x="4217" y="2580"/>
                        <a:pt x="4461" y="1877"/>
                      </a:cubicBezTo>
                      <a:lnTo>
                        <a:pt x="4461" y="1877"/>
                      </a:lnTo>
                      <a:cubicBezTo>
                        <a:pt x="4150" y="1903"/>
                        <a:pt x="3861" y="2061"/>
                        <a:pt x="3631" y="2277"/>
                      </a:cubicBezTo>
                      <a:lnTo>
                        <a:pt x="3631" y="2277"/>
                      </a:lnTo>
                      <a:cubicBezTo>
                        <a:pt x="3690" y="2174"/>
                        <a:pt x="3698" y="2042"/>
                        <a:pt x="3636" y="1938"/>
                      </a:cubicBezTo>
                      <a:cubicBezTo>
                        <a:pt x="3565" y="1849"/>
                        <a:pt x="3452" y="1802"/>
                        <a:pt x="3347" y="1802"/>
                      </a:cubicBezTo>
                      <a:cubicBezTo>
                        <a:pt x="3271" y="1802"/>
                        <a:pt x="3198" y="1826"/>
                        <a:pt x="3147" y="1877"/>
                      </a:cubicBezTo>
                      <a:cubicBezTo>
                        <a:pt x="3392" y="1480"/>
                        <a:pt x="3606" y="1052"/>
                        <a:pt x="3758" y="594"/>
                      </a:cubicBezTo>
                      <a:cubicBezTo>
                        <a:pt x="3789" y="503"/>
                        <a:pt x="3819" y="441"/>
                        <a:pt x="3758" y="380"/>
                      </a:cubicBezTo>
                      <a:cubicBezTo>
                        <a:pt x="3758" y="319"/>
                        <a:pt x="3697" y="289"/>
                        <a:pt x="3636" y="258"/>
                      </a:cubicBezTo>
                      <a:cubicBezTo>
                        <a:pt x="3395" y="147"/>
                        <a:pt x="3121" y="47"/>
                        <a:pt x="2867" y="47"/>
                      </a:cubicBezTo>
                      <a:cubicBezTo>
                        <a:pt x="2702" y="47"/>
                        <a:pt x="2546" y="89"/>
                        <a:pt x="2414" y="197"/>
                      </a:cubicBezTo>
                      <a:cubicBezTo>
                        <a:pt x="2278" y="61"/>
                        <a:pt x="2084" y="0"/>
                        <a:pt x="188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4" name="Google Shape;1104;p35"/>
                <p:cNvSpPr/>
                <p:nvPr/>
              </p:nvSpPr>
              <p:spPr>
                <a:xfrm>
                  <a:off x="1085075" y="4098475"/>
                  <a:ext cx="366600" cy="50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64" h="20210" extrusionOk="0">
                      <a:moveTo>
                        <a:pt x="4538" y="1"/>
                      </a:moveTo>
                      <a:cubicBezTo>
                        <a:pt x="4200" y="1"/>
                        <a:pt x="3870" y="74"/>
                        <a:pt x="3574" y="246"/>
                      </a:cubicBezTo>
                      <a:cubicBezTo>
                        <a:pt x="2750" y="765"/>
                        <a:pt x="2566" y="1835"/>
                        <a:pt x="2475" y="2782"/>
                      </a:cubicBezTo>
                      <a:cubicBezTo>
                        <a:pt x="2444" y="2171"/>
                        <a:pt x="2261" y="1529"/>
                        <a:pt x="1925" y="1010"/>
                      </a:cubicBezTo>
                      <a:cubicBezTo>
                        <a:pt x="1558" y="1682"/>
                        <a:pt x="1344" y="2476"/>
                        <a:pt x="1344" y="3240"/>
                      </a:cubicBezTo>
                      <a:cubicBezTo>
                        <a:pt x="1283" y="2629"/>
                        <a:pt x="1039" y="2018"/>
                        <a:pt x="611" y="1560"/>
                      </a:cubicBezTo>
                      <a:lnTo>
                        <a:pt x="611" y="1560"/>
                      </a:lnTo>
                      <a:cubicBezTo>
                        <a:pt x="0" y="4401"/>
                        <a:pt x="886" y="7517"/>
                        <a:pt x="2902" y="9624"/>
                      </a:cubicBezTo>
                      <a:cubicBezTo>
                        <a:pt x="2261" y="9197"/>
                        <a:pt x="1619" y="8800"/>
                        <a:pt x="947" y="8372"/>
                      </a:cubicBezTo>
                      <a:lnTo>
                        <a:pt x="947" y="8372"/>
                      </a:lnTo>
                      <a:cubicBezTo>
                        <a:pt x="1344" y="9533"/>
                        <a:pt x="2047" y="10571"/>
                        <a:pt x="2994" y="11305"/>
                      </a:cubicBezTo>
                      <a:cubicBezTo>
                        <a:pt x="2750" y="11244"/>
                        <a:pt x="2505" y="11152"/>
                        <a:pt x="2291" y="11091"/>
                      </a:cubicBezTo>
                      <a:lnTo>
                        <a:pt x="2291" y="11091"/>
                      </a:lnTo>
                      <a:cubicBezTo>
                        <a:pt x="2475" y="12191"/>
                        <a:pt x="3391" y="13138"/>
                        <a:pt x="4491" y="13321"/>
                      </a:cubicBezTo>
                      <a:cubicBezTo>
                        <a:pt x="4155" y="13718"/>
                        <a:pt x="4521" y="14329"/>
                        <a:pt x="4888" y="14726"/>
                      </a:cubicBezTo>
                      <a:cubicBezTo>
                        <a:pt x="6171" y="16040"/>
                        <a:pt x="7485" y="17384"/>
                        <a:pt x="9043" y="18331"/>
                      </a:cubicBezTo>
                      <a:cubicBezTo>
                        <a:pt x="10173" y="19033"/>
                        <a:pt x="11395" y="19522"/>
                        <a:pt x="12617" y="20011"/>
                      </a:cubicBezTo>
                      <a:cubicBezTo>
                        <a:pt x="12878" y="20115"/>
                        <a:pt x="13168" y="20210"/>
                        <a:pt x="13443" y="20210"/>
                      </a:cubicBezTo>
                      <a:cubicBezTo>
                        <a:pt x="13652" y="20210"/>
                        <a:pt x="13851" y="20156"/>
                        <a:pt x="14022" y="20011"/>
                      </a:cubicBezTo>
                      <a:cubicBezTo>
                        <a:pt x="14266" y="19797"/>
                        <a:pt x="14327" y="19430"/>
                        <a:pt x="14358" y="19094"/>
                      </a:cubicBezTo>
                      <a:cubicBezTo>
                        <a:pt x="14663" y="15123"/>
                        <a:pt x="13808" y="11060"/>
                        <a:pt x="11884" y="7547"/>
                      </a:cubicBezTo>
                      <a:cubicBezTo>
                        <a:pt x="11303" y="6508"/>
                        <a:pt x="10601" y="5470"/>
                        <a:pt x="9928" y="4462"/>
                      </a:cubicBezTo>
                      <a:cubicBezTo>
                        <a:pt x="8859" y="2904"/>
                        <a:pt x="7729" y="1285"/>
                        <a:pt x="6018" y="399"/>
                      </a:cubicBezTo>
                      <a:cubicBezTo>
                        <a:pt x="5562" y="162"/>
                        <a:pt x="5041" y="1"/>
                        <a:pt x="4538" y="1"/>
                      </a:cubicBezTo>
                      <a:close/>
                    </a:path>
                  </a:pathLst>
                </a:custGeom>
                <a:solidFill>
                  <a:srgbClr val="1E1A19">
                    <a:alpha val="97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5" name="Google Shape;1105;p35"/>
                <p:cNvSpPr/>
                <p:nvPr/>
              </p:nvSpPr>
              <p:spPr>
                <a:xfrm>
                  <a:off x="1713600" y="3997700"/>
                  <a:ext cx="520125" cy="54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5" h="21743" extrusionOk="0">
                      <a:moveTo>
                        <a:pt x="8310" y="0"/>
                      </a:moveTo>
                      <a:lnTo>
                        <a:pt x="1" y="7271"/>
                      </a:lnTo>
                      <a:cubicBezTo>
                        <a:pt x="764" y="11425"/>
                        <a:pt x="3086" y="15305"/>
                        <a:pt x="6416" y="17932"/>
                      </a:cubicBezTo>
                      <a:cubicBezTo>
                        <a:pt x="9544" y="20407"/>
                        <a:pt x="13493" y="21742"/>
                        <a:pt x="17450" y="21742"/>
                      </a:cubicBezTo>
                      <a:cubicBezTo>
                        <a:pt x="17743" y="21742"/>
                        <a:pt x="18037" y="21735"/>
                        <a:pt x="18330" y="21720"/>
                      </a:cubicBezTo>
                      <a:cubicBezTo>
                        <a:pt x="18910" y="21690"/>
                        <a:pt x="19552" y="21598"/>
                        <a:pt x="20040" y="21262"/>
                      </a:cubicBezTo>
                      <a:cubicBezTo>
                        <a:pt x="20529" y="20926"/>
                        <a:pt x="20804" y="20223"/>
                        <a:pt x="20529" y="19704"/>
                      </a:cubicBezTo>
                      <a:cubicBezTo>
                        <a:pt x="20224" y="19124"/>
                        <a:pt x="19429" y="19063"/>
                        <a:pt x="18788" y="19001"/>
                      </a:cubicBezTo>
                      <a:cubicBezTo>
                        <a:pt x="14572" y="18604"/>
                        <a:pt x="10601" y="16008"/>
                        <a:pt x="8524" y="12250"/>
                      </a:cubicBezTo>
                      <a:cubicBezTo>
                        <a:pt x="6477" y="8523"/>
                        <a:pt x="6385" y="3788"/>
                        <a:pt x="83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6" name="Google Shape;1106;p35"/>
                <p:cNvSpPr/>
                <p:nvPr/>
              </p:nvSpPr>
              <p:spPr>
                <a:xfrm>
                  <a:off x="1713600" y="3997700"/>
                  <a:ext cx="369650" cy="53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86" h="21201" extrusionOk="0">
                      <a:moveTo>
                        <a:pt x="8310" y="0"/>
                      </a:moveTo>
                      <a:lnTo>
                        <a:pt x="1" y="7271"/>
                      </a:lnTo>
                      <a:cubicBezTo>
                        <a:pt x="764" y="11456"/>
                        <a:pt x="3086" y="15305"/>
                        <a:pt x="6416" y="17963"/>
                      </a:cubicBezTo>
                      <a:cubicBezTo>
                        <a:pt x="8401" y="19490"/>
                        <a:pt x="10693" y="20620"/>
                        <a:pt x="13136" y="21201"/>
                      </a:cubicBezTo>
                      <a:cubicBezTo>
                        <a:pt x="13870" y="20193"/>
                        <a:pt x="14419" y="19124"/>
                        <a:pt x="14786" y="17932"/>
                      </a:cubicBezTo>
                      <a:cubicBezTo>
                        <a:pt x="12159" y="16771"/>
                        <a:pt x="9898" y="14786"/>
                        <a:pt x="8524" y="12281"/>
                      </a:cubicBezTo>
                      <a:cubicBezTo>
                        <a:pt x="6477" y="8554"/>
                        <a:pt x="6385" y="3788"/>
                        <a:pt x="8310" y="0"/>
                      </a:cubicBezTo>
                      <a:close/>
                    </a:path>
                  </a:pathLst>
                </a:custGeom>
                <a:solidFill>
                  <a:srgbClr val="1E1A19">
                    <a:alpha val="97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7" name="Google Shape;1107;p35"/>
                <p:cNvSpPr/>
                <p:nvPr/>
              </p:nvSpPr>
              <p:spPr>
                <a:xfrm>
                  <a:off x="1659375" y="3942600"/>
                  <a:ext cx="455200" cy="67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08" h="26846" extrusionOk="0">
                      <a:moveTo>
                        <a:pt x="12768" y="1"/>
                      </a:moveTo>
                      <a:cubicBezTo>
                        <a:pt x="12708" y="1"/>
                        <a:pt x="12647" y="2"/>
                        <a:pt x="12587" y="5"/>
                      </a:cubicBezTo>
                      <a:cubicBezTo>
                        <a:pt x="10479" y="96"/>
                        <a:pt x="8799" y="1777"/>
                        <a:pt x="7516" y="3457"/>
                      </a:cubicBezTo>
                      <a:cubicBezTo>
                        <a:pt x="3636" y="8497"/>
                        <a:pt x="1100" y="14576"/>
                        <a:pt x="276" y="20869"/>
                      </a:cubicBezTo>
                      <a:cubicBezTo>
                        <a:pt x="1" y="22855"/>
                        <a:pt x="92" y="25207"/>
                        <a:pt x="1742" y="26307"/>
                      </a:cubicBezTo>
                      <a:cubicBezTo>
                        <a:pt x="2321" y="26693"/>
                        <a:pt x="2980" y="26846"/>
                        <a:pt x="3662" y="26846"/>
                      </a:cubicBezTo>
                      <a:cubicBezTo>
                        <a:pt x="4600" y="26846"/>
                        <a:pt x="5580" y="26556"/>
                        <a:pt x="6446" y="26185"/>
                      </a:cubicBezTo>
                      <a:cubicBezTo>
                        <a:pt x="13167" y="23283"/>
                        <a:pt x="17474" y="16104"/>
                        <a:pt x="18055" y="8803"/>
                      </a:cubicBezTo>
                      <a:cubicBezTo>
                        <a:pt x="18207" y="6848"/>
                        <a:pt x="18116" y="4801"/>
                        <a:pt x="17230" y="3060"/>
                      </a:cubicBezTo>
                      <a:cubicBezTo>
                        <a:pt x="16371" y="1372"/>
                        <a:pt x="14652" y="1"/>
                        <a:pt x="127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8" name="Google Shape;1108;p35"/>
                <p:cNvSpPr/>
                <p:nvPr/>
              </p:nvSpPr>
              <p:spPr>
                <a:xfrm>
                  <a:off x="1770125" y="4035125"/>
                  <a:ext cx="266800" cy="50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2" h="20140" extrusionOk="0">
                      <a:moveTo>
                        <a:pt x="8676" y="0"/>
                      </a:moveTo>
                      <a:cubicBezTo>
                        <a:pt x="8645" y="458"/>
                        <a:pt x="8584" y="917"/>
                        <a:pt x="8554" y="1344"/>
                      </a:cubicBezTo>
                      <a:cubicBezTo>
                        <a:pt x="8161" y="787"/>
                        <a:pt x="7476" y="536"/>
                        <a:pt x="6780" y="536"/>
                      </a:cubicBezTo>
                      <a:cubicBezTo>
                        <a:pt x="6447" y="536"/>
                        <a:pt x="6111" y="594"/>
                        <a:pt x="5804" y="703"/>
                      </a:cubicBezTo>
                      <a:cubicBezTo>
                        <a:pt x="3788" y="1344"/>
                        <a:pt x="2597" y="3422"/>
                        <a:pt x="1864" y="5407"/>
                      </a:cubicBezTo>
                      <a:cubicBezTo>
                        <a:pt x="275" y="9806"/>
                        <a:pt x="0" y="14663"/>
                        <a:pt x="1100" y="19185"/>
                      </a:cubicBezTo>
                      <a:cubicBezTo>
                        <a:pt x="1192" y="19612"/>
                        <a:pt x="1375" y="20070"/>
                        <a:pt x="1803" y="20132"/>
                      </a:cubicBezTo>
                      <a:cubicBezTo>
                        <a:pt x="1835" y="20137"/>
                        <a:pt x="1867" y="20140"/>
                        <a:pt x="1900" y="20140"/>
                      </a:cubicBezTo>
                      <a:cubicBezTo>
                        <a:pt x="2051" y="20140"/>
                        <a:pt x="2202" y="20085"/>
                        <a:pt x="2352" y="20009"/>
                      </a:cubicBezTo>
                      <a:cubicBezTo>
                        <a:pt x="4857" y="18971"/>
                        <a:pt x="7026" y="17138"/>
                        <a:pt x="8523" y="14847"/>
                      </a:cubicBezTo>
                      <a:lnTo>
                        <a:pt x="8523" y="14847"/>
                      </a:lnTo>
                      <a:cubicBezTo>
                        <a:pt x="7821" y="15305"/>
                        <a:pt x="7118" y="15733"/>
                        <a:pt x="6446" y="16191"/>
                      </a:cubicBezTo>
                      <a:cubicBezTo>
                        <a:pt x="7485" y="15122"/>
                        <a:pt x="8309" y="13839"/>
                        <a:pt x="8798" y="12403"/>
                      </a:cubicBezTo>
                      <a:lnTo>
                        <a:pt x="8798" y="12403"/>
                      </a:lnTo>
                      <a:cubicBezTo>
                        <a:pt x="8678" y="12441"/>
                        <a:pt x="8562" y="12491"/>
                        <a:pt x="8451" y="12551"/>
                      </a:cubicBezTo>
                      <a:lnTo>
                        <a:pt x="8451" y="12551"/>
                      </a:lnTo>
                      <a:cubicBezTo>
                        <a:pt x="9997" y="10222"/>
                        <a:pt x="10672" y="7302"/>
                        <a:pt x="10264" y="4552"/>
                      </a:cubicBezTo>
                      <a:lnTo>
                        <a:pt x="10264" y="4552"/>
                      </a:lnTo>
                      <a:cubicBezTo>
                        <a:pt x="9898" y="4796"/>
                        <a:pt x="9592" y="5163"/>
                        <a:pt x="9409" y="5591"/>
                      </a:cubicBezTo>
                      <a:lnTo>
                        <a:pt x="9379" y="5591"/>
                      </a:lnTo>
                      <a:cubicBezTo>
                        <a:pt x="10295" y="3819"/>
                        <a:pt x="10020" y="1497"/>
                        <a:pt x="8676" y="0"/>
                      </a:cubicBezTo>
                      <a:close/>
                    </a:path>
                  </a:pathLst>
                </a:custGeom>
                <a:solidFill>
                  <a:srgbClr val="1E1A19">
                    <a:alpha val="97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9" name="Google Shape;1109;p35"/>
                <p:cNvSpPr/>
                <p:nvPr/>
              </p:nvSpPr>
              <p:spPr>
                <a:xfrm>
                  <a:off x="1695275" y="4562750"/>
                  <a:ext cx="269600" cy="121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84" h="4862" extrusionOk="0">
                      <a:moveTo>
                        <a:pt x="6040" y="1"/>
                      </a:moveTo>
                      <a:cubicBezTo>
                        <a:pt x="5642" y="1"/>
                        <a:pt x="5245" y="35"/>
                        <a:pt x="4858" y="96"/>
                      </a:cubicBezTo>
                      <a:cubicBezTo>
                        <a:pt x="3636" y="249"/>
                        <a:pt x="2444" y="676"/>
                        <a:pt x="1528" y="1470"/>
                      </a:cubicBezTo>
                      <a:cubicBezTo>
                        <a:pt x="611" y="2265"/>
                        <a:pt x="0" y="3487"/>
                        <a:pt x="153" y="4678"/>
                      </a:cubicBezTo>
                      <a:cubicBezTo>
                        <a:pt x="3208" y="4739"/>
                        <a:pt x="6293" y="4800"/>
                        <a:pt x="9348" y="4861"/>
                      </a:cubicBezTo>
                      <a:cubicBezTo>
                        <a:pt x="9532" y="4861"/>
                        <a:pt x="9745" y="4861"/>
                        <a:pt x="9929" y="4800"/>
                      </a:cubicBezTo>
                      <a:lnTo>
                        <a:pt x="9898" y="4800"/>
                      </a:lnTo>
                      <a:cubicBezTo>
                        <a:pt x="10570" y="4617"/>
                        <a:pt x="10784" y="3731"/>
                        <a:pt x="10631" y="3059"/>
                      </a:cubicBezTo>
                      <a:cubicBezTo>
                        <a:pt x="10387" y="1898"/>
                        <a:pt x="9470" y="921"/>
                        <a:pt x="8371" y="462"/>
                      </a:cubicBezTo>
                      <a:cubicBezTo>
                        <a:pt x="7638" y="136"/>
                        <a:pt x="6836" y="1"/>
                        <a:pt x="604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0" name="Google Shape;1110;p35"/>
                <p:cNvSpPr/>
                <p:nvPr/>
              </p:nvSpPr>
              <p:spPr>
                <a:xfrm>
                  <a:off x="1861750" y="4595875"/>
                  <a:ext cx="92450" cy="8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3553" extrusionOk="0">
                      <a:moveTo>
                        <a:pt x="1614" y="1"/>
                      </a:moveTo>
                      <a:cubicBezTo>
                        <a:pt x="1515" y="1"/>
                        <a:pt x="1419" y="41"/>
                        <a:pt x="1345" y="115"/>
                      </a:cubicBezTo>
                      <a:cubicBezTo>
                        <a:pt x="1192" y="207"/>
                        <a:pt x="1131" y="359"/>
                        <a:pt x="1040" y="512"/>
                      </a:cubicBezTo>
                      <a:cubicBezTo>
                        <a:pt x="890" y="412"/>
                        <a:pt x="720" y="312"/>
                        <a:pt x="546" y="312"/>
                      </a:cubicBezTo>
                      <a:cubicBezTo>
                        <a:pt x="507" y="312"/>
                        <a:pt x="468" y="318"/>
                        <a:pt x="429" y="329"/>
                      </a:cubicBezTo>
                      <a:cubicBezTo>
                        <a:pt x="123" y="420"/>
                        <a:pt x="32" y="787"/>
                        <a:pt x="32" y="1092"/>
                      </a:cubicBezTo>
                      <a:cubicBezTo>
                        <a:pt x="1" y="1765"/>
                        <a:pt x="123" y="2437"/>
                        <a:pt x="398" y="3078"/>
                      </a:cubicBezTo>
                      <a:cubicBezTo>
                        <a:pt x="426" y="3190"/>
                        <a:pt x="530" y="3326"/>
                        <a:pt x="664" y="3326"/>
                      </a:cubicBezTo>
                      <a:cubicBezTo>
                        <a:pt x="677" y="3326"/>
                        <a:pt x="690" y="3325"/>
                        <a:pt x="704" y="3322"/>
                      </a:cubicBezTo>
                      <a:cubicBezTo>
                        <a:pt x="856" y="3139"/>
                        <a:pt x="948" y="2925"/>
                        <a:pt x="979" y="2712"/>
                      </a:cubicBezTo>
                      <a:cubicBezTo>
                        <a:pt x="1009" y="2895"/>
                        <a:pt x="1040" y="3109"/>
                        <a:pt x="1192" y="3231"/>
                      </a:cubicBezTo>
                      <a:cubicBezTo>
                        <a:pt x="1265" y="3304"/>
                        <a:pt x="1359" y="3342"/>
                        <a:pt x="1447" y="3342"/>
                      </a:cubicBezTo>
                      <a:cubicBezTo>
                        <a:pt x="1544" y="3342"/>
                        <a:pt x="1633" y="3296"/>
                        <a:pt x="1681" y="3200"/>
                      </a:cubicBezTo>
                      <a:cubicBezTo>
                        <a:pt x="1742" y="3139"/>
                        <a:pt x="1742" y="3017"/>
                        <a:pt x="1834" y="2986"/>
                      </a:cubicBezTo>
                      <a:cubicBezTo>
                        <a:pt x="1956" y="3200"/>
                        <a:pt x="2109" y="3445"/>
                        <a:pt x="2353" y="3536"/>
                      </a:cubicBezTo>
                      <a:cubicBezTo>
                        <a:pt x="2399" y="3548"/>
                        <a:pt x="2446" y="3553"/>
                        <a:pt x="2493" y="3553"/>
                      </a:cubicBezTo>
                      <a:cubicBezTo>
                        <a:pt x="2698" y="3553"/>
                        <a:pt x="2913" y="3458"/>
                        <a:pt x="3086" y="3384"/>
                      </a:cubicBezTo>
                      <a:cubicBezTo>
                        <a:pt x="3239" y="3322"/>
                        <a:pt x="3422" y="3231"/>
                        <a:pt x="3514" y="3078"/>
                      </a:cubicBezTo>
                      <a:cubicBezTo>
                        <a:pt x="3575" y="2986"/>
                        <a:pt x="3575" y="2834"/>
                        <a:pt x="3606" y="2712"/>
                      </a:cubicBezTo>
                      <a:cubicBezTo>
                        <a:pt x="3667" y="2284"/>
                        <a:pt x="3697" y="1826"/>
                        <a:pt x="3545" y="1428"/>
                      </a:cubicBezTo>
                      <a:cubicBezTo>
                        <a:pt x="3392" y="1062"/>
                        <a:pt x="3117" y="756"/>
                        <a:pt x="2842" y="481"/>
                      </a:cubicBezTo>
                      <a:cubicBezTo>
                        <a:pt x="2713" y="378"/>
                        <a:pt x="2584" y="254"/>
                        <a:pt x="2437" y="254"/>
                      </a:cubicBezTo>
                      <a:cubicBezTo>
                        <a:pt x="2410" y="254"/>
                        <a:pt x="2382" y="258"/>
                        <a:pt x="2353" y="268"/>
                      </a:cubicBezTo>
                      <a:cubicBezTo>
                        <a:pt x="2292" y="298"/>
                        <a:pt x="2231" y="329"/>
                        <a:pt x="2170" y="329"/>
                      </a:cubicBezTo>
                      <a:cubicBezTo>
                        <a:pt x="2158" y="331"/>
                        <a:pt x="2146" y="332"/>
                        <a:pt x="2135" y="332"/>
                      </a:cubicBezTo>
                      <a:cubicBezTo>
                        <a:pt x="1978" y="332"/>
                        <a:pt x="1917" y="139"/>
                        <a:pt x="1803" y="54"/>
                      </a:cubicBezTo>
                      <a:cubicBezTo>
                        <a:pt x="1743" y="18"/>
                        <a:pt x="1678" y="1"/>
                        <a:pt x="161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1" name="Google Shape;1111;p35"/>
                <p:cNvSpPr/>
                <p:nvPr/>
              </p:nvSpPr>
              <p:spPr>
                <a:xfrm>
                  <a:off x="1034675" y="2831200"/>
                  <a:ext cx="1005050" cy="176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02" h="70746" extrusionOk="0">
                      <a:moveTo>
                        <a:pt x="18247" y="0"/>
                      </a:moveTo>
                      <a:cubicBezTo>
                        <a:pt x="16180" y="0"/>
                        <a:pt x="14122" y="309"/>
                        <a:pt x="12158" y="960"/>
                      </a:cubicBezTo>
                      <a:cubicBezTo>
                        <a:pt x="6782" y="2732"/>
                        <a:pt x="2261" y="7192"/>
                        <a:pt x="886" y="12690"/>
                      </a:cubicBezTo>
                      <a:cubicBezTo>
                        <a:pt x="0" y="16295"/>
                        <a:pt x="428" y="20114"/>
                        <a:pt x="1375" y="23718"/>
                      </a:cubicBezTo>
                      <a:cubicBezTo>
                        <a:pt x="2322" y="27293"/>
                        <a:pt x="3757" y="30745"/>
                        <a:pt x="4888" y="34288"/>
                      </a:cubicBezTo>
                      <a:cubicBezTo>
                        <a:pt x="6843" y="40337"/>
                        <a:pt x="7912" y="46660"/>
                        <a:pt x="8065" y="53014"/>
                      </a:cubicBezTo>
                      <a:cubicBezTo>
                        <a:pt x="8156" y="56680"/>
                        <a:pt x="7973" y="60468"/>
                        <a:pt x="9470" y="63829"/>
                      </a:cubicBezTo>
                      <a:cubicBezTo>
                        <a:pt x="11028" y="67342"/>
                        <a:pt x="14480" y="69908"/>
                        <a:pt x="18268" y="70580"/>
                      </a:cubicBezTo>
                      <a:cubicBezTo>
                        <a:pt x="18927" y="70691"/>
                        <a:pt x="19594" y="70746"/>
                        <a:pt x="20260" y="70746"/>
                      </a:cubicBezTo>
                      <a:cubicBezTo>
                        <a:pt x="23423" y="70746"/>
                        <a:pt x="26583" y="69522"/>
                        <a:pt x="28929" y="67403"/>
                      </a:cubicBezTo>
                      <a:cubicBezTo>
                        <a:pt x="32840" y="63829"/>
                        <a:pt x="34245" y="58299"/>
                        <a:pt x="34550" y="53014"/>
                      </a:cubicBezTo>
                      <a:cubicBezTo>
                        <a:pt x="34856" y="47760"/>
                        <a:pt x="34275" y="42445"/>
                        <a:pt x="35039" y="37221"/>
                      </a:cubicBezTo>
                      <a:cubicBezTo>
                        <a:pt x="36200" y="29614"/>
                        <a:pt x="40202" y="22130"/>
                        <a:pt x="38491" y="14646"/>
                      </a:cubicBezTo>
                      <a:cubicBezTo>
                        <a:pt x="37300" y="9422"/>
                        <a:pt x="33328" y="5084"/>
                        <a:pt x="28563" y="2579"/>
                      </a:cubicBezTo>
                      <a:cubicBezTo>
                        <a:pt x="25393" y="917"/>
                        <a:pt x="21807" y="0"/>
                        <a:pt x="1824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2" name="Google Shape;1112;p35"/>
                <p:cNvSpPr/>
                <p:nvPr/>
              </p:nvSpPr>
              <p:spPr>
                <a:xfrm>
                  <a:off x="1056050" y="2831200"/>
                  <a:ext cx="706450" cy="371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58" h="14843" extrusionOk="0">
                      <a:moveTo>
                        <a:pt x="17399" y="0"/>
                      </a:moveTo>
                      <a:cubicBezTo>
                        <a:pt x="15329" y="0"/>
                        <a:pt x="13267" y="309"/>
                        <a:pt x="11303" y="960"/>
                      </a:cubicBezTo>
                      <a:cubicBezTo>
                        <a:pt x="5927" y="2732"/>
                        <a:pt x="1406" y="7192"/>
                        <a:pt x="31" y="12690"/>
                      </a:cubicBezTo>
                      <a:cubicBezTo>
                        <a:pt x="31" y="12752"/>
                        <a:pt x="0" y="12813"/>
                        <a:pt x="0" y="12904"/>
                      </a:cubicBezTo>
                      <a:cubicBezTo>
                        <a:pt x="3041" y="14134"/>
                        <a:pt x="6305" y="14843"/>
                        <a:pt x="9520" y="14843"/>
                      </a:cubicBezTo>
                      <a:cubicBezTo>
                        <a:pt x="13733" y="14843"/>
                        <a:pt x="17862" y="13625"/>
                        <a:pt x="21293" y="10766"/>
                      </a:cubicBezTo>
                      <a:lnTo>
                        <a:pt x="21293" y="10766"/>
                      </a:lnTo>
                      <a:cubicBezTo>
                        <a:pt x="21659" y="11530"/>
                        <a:pt x="20926" y="12263"/>
                        <a:pt x="20926" y="12996"/>
                      </a:cubicBezTo>
                      <a:lnTo>
                        <a:pt x="20926" y="12996"/>
                      </a:lnTo>
                      <a:cubicBezTo>
                        <a:pt x="22789" y="12263"/>
                        <a:pt x="23553" y="10399"/>
                        <a:pt x="25020" y="9269"/>
                      </a:cubicBezTo>
                      <a:cubicBezTo>
                        <a:pt x="25020" y="9544"/>
                        <a:pt x="25233" y="10033"/>
                        <a:pt x="25050" y="10399"/>
                      </a:cubicBezTo>
                      <a:cubicBezTo>
                        <a:pt x="27066" y="8414"/>
                        <a:pt x="27952" y="5664"/>
                        <a:pt x="28258" y="2884"/>
                      </a:cubicBezTo>
                      <a:cubicBezTo>
                        <a:pt x="28074" y="2793"/>
                        <a:pt x="27891" y="2671"/>
                        <a:pt x="27708" y="2579"/>
                      </a:cubicBezTo>
                      <a:cubicBezTo>
                        <a:pt x="24557" y="917"/>
                        <a:pt x="20966" y="0"/>
                        <a:pt x="1739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3" name="Google Shape;1113;p35"/>
                <p:cNvSpPr/>
                <p:nvPr/>
              </p:nvSpPr>
              <p:spPr>
                <a:xfrm>
                  <a:off x="1181300" y="3267025"/>
                  <a:ext cx="730125" cy="128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05" h="51322" extrusionOk="0">
                      <a:moveTo>
                        <a:pt x="13258" y="0"/>
                      </a:moveTo>
                      <a:cubicBezTo>
                        <a:pt x="11759" y="0"/>
                        <a:pt x="10263" y="224"/>
                        <a:pt x="8829" y="695"/>
                      </a:cubicBezTo>
                      <a:cubicBezTo>
                        <a:pt x="4949" y="1978"/>
                        <a:pt x="1680" y="5216"/>
                        <a:pt x="672" y="9218"/>
                      </a:cubicBezTo>
                      <a:cubicBezTo>
                        <a:pt x="0" y="11815"/>
                        <a:pt x="336" y="14595"/>
                        <a:pt x="1008" y="17191"/>
                      </a:cubicBezTo>
                      <a:cubicBezTo>
                        <a:pt x="1711" y="19818"/>
                        <a:pt x="2750" y="22293"/>
                        <a:pt x="3574" y="24859"/>
                      </a:cubicBezTo>
                      <a:cubicBezTo>
                        <a:pt x="5010" y="29258"/>
                        <a:pt x="5774" y="33871"/>
                        <a:pt x="5896" y="38483"/>
                      </a:cubicBezTo>
                      <a:cubicBezTo>
                        <a:pt x="5957" y="41111"/>
                        <a:pt x="5805" y="43891"/>
                        <a:pt x="6904" y="46304"/>
                      </a:cubicBezTo>
                      <a:cubicBezTo>
                        <a:pt x="8035" y="48839"/>
                        <a:pt x="10509" y="50733"/>
                        <a:pt x="13258" y="51192"/>
                      </a:cubicBezTo>
                      <a:cubicBezTo>
                        <a:pt x="13751" y="51279"/>
                        <a:pt x="14249" y="51322"/>
                        <a:pt x="14748" y="51322"/>
                      </a:cubicBezTo>
                      <a:cubicBezTo>
                        <a:pt x="17031" y="51322"/>
                        <a:pt x="19312" y="50430"/>
                        <a:pt x="21018" y="48900"/>
                      </a:cubicBezTo>
                      <a:cubicBezTo>
                        <a:pt x="23828" y="46304"/>
                        <a:pt x="24867" y="42271"/>
                        <a:pt x="25081" y="38453"/>
                      </a:cubicBezTo>
                      <a:cubicBezTo>
                        <a:pt x="25325" y="34634"/>
                        <a:pt x="24867" y="30785"/>
                        <a:pt x="25447" y="26997"/>
                      </a:cubicBezTo>
                      <a:cubicBezTo>
                        <a:pt x="26272" y="21499"/>
                        <a:pt x="29205" y="16061"/>
                        <a:pt x="27952" y="10623"/>
                      </a:cubicBezTo>
                      <a:cubicBezTo>
                        <a:pt x="27066" y="6835"/>
                        <a:pt x="24195" y="3689"/>
                        <a:pt x="20743" y="1886"/>
                      </a:cubicBezTo>
                      <a:cubicBezTo>
                        <a:pt x="18441" y="668"/>
                        <a:pt x="15845" y="0"/>
                        <a:pt x="1325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4" name="Google Shape;1114;p35"/>
                <p:cNvSpPr/>
                <p:nvPr/>
              </p:nvSpPr>
              <p:spPr>
                <a:xfrm>
                  <a:off x="909425" y="3008000"/>
                  <a:ext cx="477325" cy="175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3" h="70010" extrusionOk="0">
                      <a:moveTo>
                        <a:pt x="8061" y="0"/>
                      </a:moveTo>
                      <a:cubicBezTo>
                        <a:pt x="6751" y="0"/>
                        <a:pt x="4988" y="1951"/>
                        <a:pt x="4735" y="3419"/>
                      </a:cubicBezTo>
                      <a:lnTo>
                        <a:pt x="4735" y="3450"/>
                      </a:lnTo>
                      <a:cubicBezTo>
                        <a:pt x="2658" y="4580"/>
                        <a:pt x="1558" y="7207"/>
                        <a:pt x="1069" y="9773"/>
                      </a:cubicBezTo>
                      <a:cubicBezTo>
                        <a:pt x="0" y="15058"/>
                        <a:pt x="794" y="20679"/>
                        <a:pt x="2444" y="25780"/>
                      </a:cubicBezTo>
                      <a:cubicBezTo>
                        <a:pt x="4063" y="30913"/>
                        <a:pt x="6507" y="35648"/>
                        <a:pt x="8767" y="40413"/>
                      </a:cubicBezTo>
                      <a:cubicBezTo>
                        <a:pt x="10051" y="43101"/>
                        <a:pt x="11334" y="45851"/>
                        <a:pt x="11822" y="48875"/>
                      </a:cubicBezTo>
                      <a:cubicBezTo>
                        <a:pt x="12555" y="53396"/>
                        <a:pt x="11456" y="58009"/>
                        <a:pt x="10387" y="62469"/>
                      </a:cubicBezTo>
                      <a:cubicBezTo>
                        <a:pt x="7820" y="63141"/>
                        <a:pt x="5896" y="66135"/>
                        <a:pt x="6049" y="69129"/>
                      </a:cubicBezTo>
                      <a:cubicBezTo>
                        <a:pt x="6468" y="69764"/>
                        <a:pt x="7246" y="70009"/>
                        <a:pt x="8247" y="70009"/>
                      </a:cubicBezTo>
                      <a:cubicBezTo>
                        <a:pt x="9795" y="70009"/>
                        <a:pt x="11876" y="69423"/>
                        <a:pt x="13991" y="68793"/>
                      </a:cubicBezTo>
                      <a:lnTo>
                        <a:pt x="15213" y="66929"/>
                      </a:lnTo>
                      <a:cubicBezTo>
                        <a:pt x="19093" y="54832"/>
                        <a:pt x="17840" y="41452"/>
                        <a:pt x="15671" y="28835"/>
                      </a:cubicBezTo>
                      <a:cubicBezTo>
                        <a:pt x="14327" y="20862"/>
                        <a:pt x="12617" y="12920"/>
                        <a:pt x="10906" y="5007"/>
                      </a:cubicBezTo>
                      <a:cubicBezTo>
                        <a:pt x="10509" y="3266"/>
                        <a:pt x="10051" y="1372"/>
                        <a:pt x="8798" y="272"/>
                      </a:cubicBezTo>
                      <a:cubicBezTo>
                        <a:pt x="8583" y="84"/>
                        <a:pt x="8332" y="0"/>
                        <a:pt x="80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5" name="Google Shape;1115;p35"/>
                <p:cNvSpPr/>
                <p:nvPr/>
              </p:nvSpPr>
              <p:spPr>
                <a:xfrm>
                  <a:off x="1056800" y="4633100"/>
                  <a:ext cx="129875" cy="13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5" h="5275" extrusionOk="0">
                      <a:moveTo>
                        <a:pt x="1834" y="1"/>
                      </a:moveTo>
                      <a:cubicBezTo>
                        <a:pt x="1681" y="1"/>
                        <a:pt x="1528" y="92"/>
                        <a:pt x="1437" y="184"/>
                      </a:cubicBezTo>
                      <a:cubicBezTo>
                        <a:pt x="551" y="856"/>
                        <a:pt x="154" y="2017"/>
                        <a:pt x="31" y="3147"/>
                      </a:cubicBezTo>
                      <a:lnTo>
                        <a:pt x="62" y="3147"/>
                      </a:lnTo>
                      <a:cubicBezTo>
                        <a:pt x="1" y="3575"/>
                        <a:pt x="1" y="4064"/>
                        <a:pt x="306" y="4369"/>
                      </a:cubicBezTo>
                      <a:cubicBezTo>
                        <a:pt x="520" y="4583"/>
                        <a:pt x="826" y="4644"/>
                        <a:pt x="1101" y="4797"/>
                      </a:cubicBezTo>
                      <a:cubicBezTo>
                        <a:pt x="1376" y="4919"/>
                        <a:pt x="1620" y="5133"/>
                        <a:pt x="1925" y="5224"/>
                      </a:cubicBezTo>
                      <a:cubicBezTo>
                        <a:pt x="2042" y="5260"/>
                        <a:pt x="2161" y="5275"/>
                        <a:pt x="2281" y="5275"/>
                      </a:cubicBezTo>
                      <a:cubicBezTo>
                        <a:pt x="2571" y="5275"/>
                        <a:pt x="2867" y="5189"/>
                        <a:pt x="3147" y="5102"/>
                      </a:cubicBezTo>
                      <a:cubicBezTo>
                        <a:pt x="3819" y="4919"/>
                        <a:pt x="4492" y="4705"/>
                        <a:pt x="5194" y="4522"/>
                      </a:cubicBezTo>
                      <a:cubicBezTo>
                        <a:pt x="5194" y="4216"/>
                        <a:pt x="4858" y="4033"/>
                        <a:pt x="4583" y="4002"/>
                      </a:cubicBezTo>
                      <a:cubicBezTo>
                        <a:pt x="4278" y="3972"/>
                        <a:pt x="3972" y="4002"/>
                        <a:pt x="3728" y="3850"/>
                      </a:cubicBezTo>
                      <a:cubicBezTo>
                        <a:pt x="3453" y="3666"/>
                        <a:pt x="3361" y="3269"/>
                        <a:pt x="3392" y="2933"/>
                      </a:cubicBezTo>
                      <a:cubicBezTo>
                        <a:pt x="3422" y="2597"/>
                        <a:pt x="3545" y="2292"/>
                        <a:pt x="3514" y="1956"/>
                      </a:cubicBezTo>
                      <a:cubicBezTo>
                        <a:pt x="3514" y="1620"/>
                        <a:pt x="3300" y="1253"/>
                        <a:pt x="2964" y="1192"/>
                      </a:cubicBezTo>
                      <a:cubicBezTo>
                        <a:pt x="2903" y="1177"/>
                        <a:pt x="2834" y="1177"/>
                        <a:pt x="2766" y="1177"/>
                      </a:cubicBezTo>
                      <a:cubicBezTo>
                        <a:pt x="2697" y="1177"/>
                        <a:pt x="2628" y="1177"/>
                        <a:pt x="2567" y="1161"/>
                      </a:cubicBezTo>
                      <a:cubicBezTo>
                        <a:pt x="2353" y="1070"/>
                        <a:pt x="2292" y="795"/>
                        <a:pt x="2231" y="550"/>
                      </a:cubicBezTo>
                      <a:cubicBezTo>
                        <a:pt x="2170" y="306"/>
                        <a:pt x="2048" y="31"/>
                        <a:pt x="18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6" name="Google Shape;1116;p35"/>
                <p:cNvSpPr/>
                <p:nvPr/>
              </p:nvSpPr>
              <p:spPr>
                <a:xfrm>
                  <a:off x="1615850" y="3008000"/>
                  <a:ext cx="478100" cy="172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24" h="69150" extrusionOk="0">
                      <a:moveTo>
                        <a:pt x="11061" y="0"/>
                      </a:moveTo>
                      <a:cubicBezTo>
                        <a:pt x="10791" y="0"/>
                        <a:pt x="10540" y="84"/>
                        <a:pt x="10326" y="272"/>
                      </a:cubicBezTo>
                      <a:cubicBezTo>
                        <a:pt x="9043" y="1372"/>
                        <a:pt x="8584" y="3266"/>
                        <a:pt x="8218" y="5007"/>
                      </a:cubicBezTo>
                      <a:cubicBezTo>
                        <a:pt x="6507" y="12920"/>
                        <a:pt x="4796" y="20862"/>
                        <a:pt x="3422" y="28835"/>
                      </a:cubicBezTo>
                      <a:cubicBezTo>
                        <a:pt x="1253" y="41452"/>
                        <a:pt x="0" y="54832"/>
                        <a:pt x="3880" y="66929"/>
                      </a:cubicBezTo>
                      <a:lnTo>
                        <a:pt x="5010" y="68487"/>
                      </a:lnTo>
                      <a:cubicBezTo>
                        <a:pt x="5316" y="68884"/>
                        <a:pt x="5743" y="69129"/>
                        <a:pt x="6232" y="69129"/>
                      </a:cubicBezTo>
                      <a:cubicBezTo>
                        <a:pt x="6675" y="69144"/>
                        <a:pt x="7111" y="69150"/>
                        <a:pt x="7541" y="69150"/>
                      </a:cubicBezTo>
                      <a:cubicBezTo>
                        <a:pt x="8833" y="69150"/>
                        <a:pt x="10081" y="69098"/>
                        <a:pt x="11364" y="69098"/>
                      </a:cubicBezTo>
                      <a:cubicBezTo>
                        <a:pt x="12372" y="69098"/>
                        <a:pt x="13106" y="68151"/>
                        <a:pt x="12861" y="67174"/>
                      </a:cubicBezTo>
                      <a:cubicBezTo>
                        <a:pt x="12342" y="64943"/>
                        <a:pt x="10723" y="62988"/>
                        <a:pt x="8707" y="62469"/>
                      </a:cubicBezTo>
                      <a:cubicBezTo>
                        <a:pt x="7637" y="58009"/>
                        <a:pt x="6568" y="53396"/>
                        <a:pt x="7301" y="48875"/>
                      </a:cubicBezTo>
                      <a:cubicBezTo>
                        <a:pt x="7790" y="45851"/>
                        <a:pt x="9043" y="43101"/>
                        <a:pt x="10326" y="40413"/>
                      </a:cubicBezTo>
                      <a:cubicBezTo>
                        <a:pt x="12617" y="35648"/>
                        <a:pt x="15030" y="30913"/>
                        <a:pt x="16680" y="25780"/>
                      </a:cubicBezTo>
                      <a:cubicBezTo>
                        <a:pt x="18299" y="20679"/>
                        <a:pt x="19124" y="15058"/>
                        <a:pt x="18054" y="9773"/>
                      </a:cubicBezTo>
                      <a:cubicBezTo>
                        <a:pt x="17535" y="7207"/>
                        <a:pt x="16435" y="4580"/>
                        <a:pt x="14389" y="3450"/>
                      </a:cubicBezTo>
                      <a:lnTo>
                        <a:pt x="14389" y="3419"/>
                      </a:lnTo>
                      <a:cubicBezTo>
                        <a:pt x="14110" y="1951"/>
                        <a:pt x="12364" y="0"/>
                        <a:pt x="110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7" name="Google Shape;1117;p35"/>
                <p:cNvSpPr/>
                <p:nvPr/>
              </p:nvSpPr>
              <p:spPr>
                <a:xfrm>
                  <a:off x="1714375" y="4629775"/>
                  <a:ext cx="221500" cy="11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60" h="4613" extrusionOk="0">
                      <a:moveTo>
                        <a:pt x="4013" y="1"/>
                      </a:moveTo>
                      <a:cubicBezTo>
                        <a:pt x="3928" y="1"/>
                        <a:pt x="3843" y="13"/>
                        <a:pt x="3758" y="42"/>
                      </a:cubicBezTo>
                      <a:cubicBezTo>
                        <a:pt x="3238" y="195"/>
                        <a:pt x="3055" y="836"/>
                        <a:pt x="2963" y="1386"/>
                      </a:cubicBezTo>
                      <a:cubicBezTo>
                        <a:pt x="2902" y="1905"/>
                        <a:pt x="2780" y="2547"/>
                        <a:pt x="2291" y="2791"/>
                      </a:cubicBezTo>
                      <a:cubicBezTo>
                        <a:pt x="2136" y="2877"/>
                        <a:pt x="1962" y="2915"/>
                        <a:pt x="1785" y="2915"/>
                      </a:cubicBezTo>
                      <a:cubicBezTo>
                        <a:pt x="1647" y="2915"/>
                        <a:pt x="1508" y="2892"/>
                        <a:pt x="1375" y="2852"/>
                      </a:cubicBezTo>
                      <a:cubicBezTo>
                        <a:pt x="794" y="2700"/>
                        <a:pt x="306" y="2333"/>
                        <a:pt x="0" y="1844"/>
                      </a:cubicBezTo>
                      <a:lnTo>
                        <a:pt x="0" y="1844"/>
                      </a:lnTo>
                      <a:cubicBezTo>
                        <a:pt x="306" y="2822"/>
                        <a:pt x="703" y="3922"/>
                        <a:pt x="1650" y="4380"/>
                      </a:cubicBezTo>
                      <a:cubicBezTo>
                        <a:pt x="2047" y="4568"/>
                        <a:pt x="2501" y="4613"/>
                        <a:pt x="2953" y="4613"/>
                      </a:cubicBezTo>
                      <a:cubicBezTo>
                        <a:pt x="3162" y="4613"/>
                        <a:pt x="3371" y="4603"/>
                        <a:pt x="3574" y="4594"/>
                      </a:cubicBezTo>
                      <a:cubicBezTo>
                        <a:pt x="4216" y="4563"/>
                        <a:pt x="4857" y="4502"/>
                        <a:pt x="5499" y="4410"/>
                      </a:cubicBezTo>
                      <a:cubicBezTo>
                        <a:pt x="5835" y="4349"/>
                        <a:pt x="6201" y="4258"/>
                        <a:pt x="6537" y="4258"/>
                      </a:cubicBezTo>
                      <a:cubicBezTo>
                        <a:pt x="6782" y="4258"/>
                        <a:pt x="7013" y="4285"/>
                        <a:pt x="7248" y="4285"/>
                      </a:cubicBezTo>
                      <a:cubicBezTo>
                        <a:pt x="7366" y="4285"/>
                        <a:pt x="7484" y="4278"/>
                        <a:pt x="7607" y="4258"/>
                      </a:cubicBezTo>
                      <a:cubicBezTo>
                        <a:pt x="8279" y="4105"/>
                        <a:pt x="8768" y="3433"/>
                        <a:pt x="8798" y="2730"/>
                      </a:cubicBezTo>
                      <a:cubicBezTo>
                        <a:pt x="8859" y="2028"/>
                        <a:pt x="8554" y="1356"/>
                        <a:pt x="8126" y="806"/>
                      </a:cubicBezTo>
                      <a:cubicBezTo>
                        <a:pt x="8004" y="653"/>
                        <a:pt x="7882" y="531"/>
                        <a:pt x="7729" y="500"/>
                      </a:cubicBezTo>
                      <a:cubicBezTo>
                        <a:pt x="7710" y="497"/>
                        <a:pt x="7691" y="495"/>
                        <a:pt x="7672" y="495"/>
                      </a:cubicBezTo>
                      <a:cubicBezTo>
                        <a:pt x="7510" y="495"/>
                        <a:pt x="7365" y="611"/>
                        <a:pt x="7393" y="775"/>
                      </a:cubicBezTo>
                      <a:cubicBezTo>
                        <a:pt x="7240" y="409"/>
                        <a:pt x="6843" y="164"/>
                        <a:pt x="6446" y="164"/>
                      </a:cubicBezTo>
                      <a:cubicBezTo>
                        <a:pt x="6049" y="164"/>
                        <a:pt x="5682" y="409"/>
                        <a:pt x="5529" y="775"/>
                      </a:cubicBezTo>
                      <a:cubicBezTo>
                        <a:pt x="5377" y="653"/>
                        <a:pt x="5193" y="561"/>
                        <a:pt x="5041" y="439"/>
                      </a:cubicBezTo>
                      <a:cubicBezTo>
                        <a:pt x="4742" y="240"/>
                        <a:pt x="4383" y="1"/>
                        <a:pt x="401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8" name="Google Shape;1118;p35"/>
                <p:cNvSpPr/>
                <p:nvPr/>
              </p:nvSpPr>
              <p:spPr>
                <a:xfrm>
                  <a:off x="1004125" y="2313725"/>
                  <a:ext cx="768300" cy="81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32" h="32460" extrusionOk="0">
                      <a:moveTo>
                        <a:pt x="15763" y="0"/>
                      </a:moveTo>
                      <a:cubicBezTo>
                        <a:pt x="14236" y="764"/>
                        <a:pt x="11303" y="1802"/>
                        <a:pt x="9165" y="2474"/>
                      </a:cubicBezTo>
                      <a:lnTo>
                        <a:pt x="9134" y="2413"/>
                      </a:lnTo>
                      <a:cubicBezTo>
                        <a:pt x="9042" y="2474"/>
                        <a:pt x="8951" y="2536"/>
                        <a:pt x="8829" y="2597"/>
                      </a:cubicBezTo>
                      <a:cubicBezTo>
                        <a:pt x="8706" y="2627"/>
                        <a:pt x="8615" y="2658"/>
                        <a:pt x="8493" y="2688"/>
                      </a:cubicBezTo>
                      <a:lnTo>
                        <a:pt x="8523" y="2749"/>
                      </a:lnTo>
                      <a:cubicBezTo>
                        <a:pt x="6507" y="3757"/>
                        <a:pt x="3666" y="5041"/>
                        <a:pt x="2077" y="5590"/>
                      </a:cubicBezTo>
                      <a:cubicBezTo>
                        <a:pt x="1039" y="9226"/>
                        <a:pt x="0" y="12953"/>
                        <a:pt x="306" y="16710"/>
                      </a:cubicBezTo>
                      <a:cubicBezTo>
                        <a:pt x="397" y="17749"/>
                        <a:pt x="733" y="19001"/>
                        <a:pt x="1711" y="19337"/>
                      </a:cubicBezTo>
                      <a:cubicBezTo>
                        <a:pt x="2230" y="19490"/>
                        <a:pt x="2872" y="19398"/>
                        <a:pt x="3238" y="19795"/>
                      </a:cubicBezTo>
                      <a:cubicBezTo>
                        <a:pt x="3635" y="20162"/>
                        <a:pt x="3574" y="20804"/>
                        <a:pt x="3483" y="21353"/>
                      </a:cubicBezTo>
                      <a:cubicBezTo>
                        <a:pt x="3208" y="23247"/>
                        <a:pt x="3238" y="25233"/>
                        <a:pt x="3819" y="27066"/>
                      </a:cubicBezTo>
                      <a:cubicBezTo>
                        <a:pt x="4399" y="28929"/>
                        <a:pt x="5590" y="30610"/>
                        <a:pt x="7271" y="31557"/>
                      </a:cubicBezTo>
                      <a:cubicBezTo>
                        <a:pt x="8426" y="32196"/>
                        <a:pt x="9735" y="32460"/>
                        <a:pt x="11046" y="32460"/>
                      </a:cubicBezTo>
                      <a:cubicBezTo>
                        <a:pt x="11677" y="32460"/>
                        <a:pt x="12307" y="32399"/>
                        <a:pt x="12922" y="32290"/>
                      </a:cubicBezTo>
                      <a:cubicBezTo>
                        <a:pt x="14724" y="31984"/>
                        <a:pt x="18054" y="30610"/>
                        <a:pt x="19918" y="29846"/>
                      </a:cubicBezTo>
                      <a:cubicBezTo>
                        <a:pt x="21812" y="29113"/>
                        <a:pt x="25111" y="27738"/>
                        <a:pt x="26638" y="26699"/>
                      </a:cubicBezTo>
                      <a:cubicBezTo>
                        <a:pt x="28227" y="25600"/>
                        <a:pt x="29602" y="24103"/>
                        <a:pt x="30151" y="22239"/>
                      </a:cubicBezTo>
                      <a:cubicBezTo>
                        <a:pt x="30732" y="20376"/>
                        <a:pt x="30396" y="18360"/>
                        <a:pt x="29540" y="16618"/>
                      </a:cubicBezTo>
                      <a:lnTo>
                        <a:pt x="29510" y="16618"/>
                      </a:lnTo>
                      <a:cubicBezTo>
                        <a:pt x="28655" y="14877"/>
                        <a:pt x="27280" y="13472"/>
                        <a:pt x="25752" y="12280"/>
                      </a:cubicBezTo>
                      <a:cubicBezTo>
                        <a:pt x="25294" y="11944"/>
                        <a:pt x="24805" y="11547"/>
                        <a:pt x="24836" y="10997"/>
                      </a:cubicBezTo>
                      <a:cubicBezTo>
                        <a:pt x="24836" y="10478"/>
                        <a:pt x="25355" y="10081"/>
                        <a:pt x="25600" y="9623"/>
                      </a:cubicBezTo>
                      <a:cubicBezTo>
                        <a:pt x="26088" y="8676"/>
                        <a:pt x="25447" y="7545"/>
                        <a:pt x="24775" y="6751"/>
                      </a:cubicBezTo>
                      <a:cubicBezTo>
                        <a:pt x="22362" y="3849"/>
                        <a:pt x="19032" y="1894"/>
                        <a:pt x="1576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9" name="Google Shape;1119;p35"/>
                <p:cNvSpPr/>
                <p:nvPr/>
              </p:nvSpPr>
              <p:spPr>
                <a:xfrm>
                  <a:off x="1081250" y="2579975"/>
                  <a:ext cx="239825" cy="26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3" h="10792" extrusionOk="0">
                      <a:moveTo>
                        <a:pt x="4116" y="1"/>
                      </a:moveTo>
                      <a:cubicBezTo>
                        <a:pt x="3774" y="1"/>
                        <a:pt x="3445" y="72"/>
                        <a:pt x="3147" y="256"/>
                      </a:cubicBezTo>
                      <a:cubicBezTo>
                        <a:pt x="2750" y="500"/>
                        <a:pt x="2475" y="958"/>
                        <a:pt x="2200" y="1386"/>
                      </a:cubicBezTo>
                      <a:cubicBezTo>
                        <a:pt x="1711" y="2180"/>
                        <a:pt x="1222" y="3005"/>
                        <a:pt x="734" y="3799"/>
                      </a:cubicBezTo>
                      <a:cubicBezTo>
                        <a:pt x="367" y="4380"/>
                        <a:pt x="31" y="4991"/>
                        <a:pt x="31" y="5724"/>
                      </a:cubicBezTo>
                      <a:cubicBezTo>
                        <a:pt x="0" y="7038"/>
                        <a:pt x="1131" y="8107"/>
                        <a:pt x="2108" y="8932"/>
                      </a:cubicBezTo>
                      <a:cubicBezTo>
                        <a:pt x="2780" y="9512"/>
                        <a:pt x="3452" y="10092"/>
                        <a:pt x="4247" y="10428"/>
                      </a:cubicBezTo>
                      <a:cubicBezTo>
                        <a:pt x="4705" y="10648"/>
                        <a:pt x="5196" y="10791"/>
                        <a:pt x="5668" y="10791"/>
                      </a:cubicBezTo>
                      <a:cubicBezTo>
                        <a:pt x="5982" y="10791"/>
                        <a:pt x="6287" y="10728"/>
                        <a:pt x="6568" y="10581"/>
                      </a:cubicBezTo>
                      <a:cubicBezTo>
                        <a:pt x="7363" y="10215"/>
                        <a:pt x="7821" y="9359"/>
                        <a:pt x="8249" y="8534"/>
                      </a:cubicBezTo>
                      <a:cubicBezTo>
                        <a:pt x="8737" y="7557"/>
                        <a:pt x="9226" y="6549"/>
                        <a:pt x="9409" y="5418"/>
                      </a:cubicBezTo>
                      <a:cubicBezTo>
                        <a:pt x="9593" y="4319"/>
                        <a:pt x="9409" y="3005"/>
                        <a:pt x="8676" y="2089"/>
                      </a:cubicBezTo>
                      <a:cubicBezTo>
                        <a:pt x="7974" y="1142"/>
                        <a:pt x="6874" y="745"/>
                        <a:pt x="5866" y="409"/>
                      </a:cubicBezTo>
                      <a:cubicBezTo>
                        <a:pt x="5293" y="199"/>
                        <a:pt x="4685" y="1"/>
                        <a:pt x="4116" y="1"/>
                      </a:cubicBezTo>
                      <a:close/>
                    </a:path>
                  </a:pathLst>
                </a:custGeom>
                <a:solidFill>
                  <a:srgbClr val="1E1A19">
                    <a:alpha val="97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0" name="Google Shape;1120;p35"/>
                <p:cNvSpPr/>
                <p:nvPr/>
              </p:nvSpPr>
              <p:spPr>
                <a:xfrm>
                  <a:off x="1182825" y="2703050"/>
                  <a:ext cx="55775" cy="10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" h="4114" extrusionOk="0">
                      <a:moveTo>
                        <a:pt x="1717" y="1"/>
                      </a:moveTo>
                      <a:cubicBezTo>
                        <a:pt x="1526" y="1"/>
                        <a:pt x="1320" y="84"/>
                        <a:pt x="1161" y="190"/>
                      </a:cubicBezTo>
                      <a:cubicBezTo>
                        <a:pt x="703" y="465"/>
                        <a:pt x="398" y="954"/>
                        <a:pt x="214" y="1473"/>
                      </a:cubicBezTo>
                      <a:cubicBezTo>
                        <a:pt x="31" y="1962"/>
                        <a:pt x="0" y="2512"/>
                        <a:pt x="0" y="3062"/>
                      </a:cubicBezTo>
                      <a:cubicBezTo>
                        <a:pt x="0" y="3337"/>
                        <a:pt x="0" y="3581"/>
                        <a:pt x="153" y="3825"/>
                      </a:cubicBezTo>
                      <a:cubicBezTo>
                        <a:pt x="245" y="3987"/>
                        <a:pt x="442" y="4113"/>
                        <a:pt x="625" y="4113"/>
                      </a:cubicBezTo>
                      <a:cubicBezTo>
                        <a:pt x="684" y="4113"/>
                        <a:pt x="742" y="4100"/>
                        <a:pt x="795" y="4070"/>
                      </a:cubicBezTo>
                      <a:cubicBezTo>
                        <a:pt x="459" y="3459"/>
                        <a:pt x="398" y="2664"/>
                        <a:pt x="642" y="1992"/>
                      </a:cubicBezTo>
                      <a:cubicBezTo>
                        <a:pt x="886" y="1351"/>
                        <a:pt x="1467" y="801"/>
                        <a:pt x="2139" y="557"/>
                      </a:cubicBezTo>
                      <a:cubicBezTo>
                        <a:pt x="2230" y="343"/>
                        <a:pt x="2047" y="68"/>
                        <a:pt x="1803" y="7"/>
                      </a:cubicBezTo>
                      <a:cubicBezTo>
                        <a:pt x="1775" y="3"/>
                        <a:pt x="1746" y="1"/>
                        <a:pt x="171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1" name="Google Shape;1121;p35"/>
                <p:cNvSpPr/>
                <p:nvPr/>
              </p:nvSpPr>
              <p:spPr>
                <a:xfrm>
                  <a:off x="1356175" y="2476675"/>
                  <a:ext cx="245175" cy="24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07" h="9964" extrusionOk="0">
                      <a:moveTo>
                        <a:pt x="3236" y="0"/>
                      </a:moveTo>
                      <a:cubicBezTo>
                        <a:pt x="3093" y="0"/>
                        <a:pt x="2951" y="15"/>
                        <a:pt x="2811" y="50"/>
                      </a:cubicBezTo>
                      <a:cubicBezTo>
                        <a:pt x="1925" y="264"/>
                        <a:pt x="1406" y="1180"/>
                        <a:pt x="978" y="2036"/>
                      </a:cubicBezTo>
                      <a:cubicBezTo>
                        <a:pt x="490" y="3013"/>
                        <a:pt x="1" y="4052"/>
                        <a:pt x="123" y="5213"/>
                      </a:cubicBezTo>
                      <a:cubicBezTo>
                        <a:pt x="276" y="6373"/>
                        <a:pt x="1040" y="7443"/>
                        <a:pt x="1956" y="8115"/>
                      </a:cubicBezTo>
                      <a:cubicBezTo>
                        <a:pt x="2872" y="8787"/>
                        <a:pt x="3911" y="9153"/>
                        <a:pt x="4950" y="9520"/>
                      </a:cubicBezTo>
                      <a:cubicBezTo>
                        <a:pt x="5592" y="9742"/>
                        <a:pt x="6251" y="9963"/>
                        <a:pt x="6879" y="9963"/>
                      </a:cubicBezTo>
                      <a:cubicBezTo>
                        <a:pt x="7117" y="9963"/>
                        <a:pt x="7350" y="9931"/>
                        <a:pt x="7577" y="9856"/>
                      </a:cubicBezTo>
                      <a:cubicBezTo>
                        <a:pt x="8341" y="9581"/>
                        <a:pt x="8860" y="8878"/>
                        <a:pt x="9165" y="8084"/>
                      </a:cubicBezTo>
                      <a:cubicBezTo>
                        <a:pt x="9471" y="7290"/>
                        <a:pt x="9532" y="6404"/>
                        <a:pt x="9624" y="5549"/>
                      </a:cubicBezTo>
                      <a:cubicBezTo>
                        <a:pt x="9746" y="4235"/>
                        <a:pt x="9807" y="2708"/>
                        <a:pt x="8890" y="1791"/>
                      </a:cubicBezTo>
                      <a:cubicBezTo>
                        <a:pt x="8371" y="1272"/>
                        <a:pt x="7699" y="1089"/>
                        <a:pt x="7058" y="905"/>
                      </a:cubicBezTo>
                      <a:cubicBezTo>
                        <a:pt x="6141" y="661"/>
                        <a:pt x="5225" y="417"/>
                        <a:pt x="4308" y="203"/>
                      </a:cubicBezTo>
                      <a:cubicBezTo>
                        <a:pt x="3959" y="94"/>
                        <a:pt x="3594" y="0"/>
                        <a:pt x="3236" y="0"/>
                      </a:cubicBezTo>
                      <a:close/>
                    </a:path>
                  </a:pathLst>
                </a:custGeom>
                <a:solidFill>
                  <a:srgbClr val="1E1A19">
                    <a:alpha val="97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2" name="Google Shape;1122;p35"/>
                <p:cNvSpPr/>
                <p:nvPr/>
              </p:nvSpPr>
              <p:spPr>
                <a:xfrm>
                  <a:off x="1443250" y="2601725"/>
                  <a:ext cx="126025" cy="38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1" h="1555" extrusionOk="0">
                      <a:moveTo>
                        <a:pt x="2097" y="1"/>
                      </a:moveTo>
                      <a:cubicBezTo>
                        <a:pt x="1845" y="1"/>
                        <a:pt x="1594" y="11"/>
                        <a:pt x="1345" y="27"/>
                      </a:cubicBezTo>
                      <a:cubicBezTo>
                        <a:pt x="1009" y="58"/>
                        <a:pt x="642" y="119"/>
                        <a:pt x="398" y="302"/>
                      </a:cubicBezTo>
                      <a:cubicBezTo>
                        <a:pt x="123" y="516"/>
                        <a:pt x="0" y="944"/>
                        <a:pt x="245" y="1188"/>
                      </a:cubicBezTo>
                      <a:cubicBezTo>
                        <a:pt x="849" y="749"/>
                        <a:pt x="1601" y="507"/>
                        <a:pt x="2346" y="507"/>
                      </a:cubicBezTo>
                      <a:cubicBezTo>
                        <a:pt x="2430" y="507"/>
                        <a:pt x="2514" y="510"/>
                        <a:pt x="2597" y="516"/>
                      </a:cubicBezTo>
                      <a:cubicBezTo>
                        <a:pt x="3452" y="577"/>
                        <a:pt x="4277" y="974"/>
                        <a:pt x="4858" y="1555"/>
                      </a:cubicBezTo>
                      <a:cubicBezTo>
                        <a:pt x="5041" y="1341"/>
                        <a:pt x="5010" y="974"/>
                        <a:pt x="4827" y="730"/>
                      </a:cubicBezTo>
                      <a:cubicBezTo>
                        <a:pt x="4674" y="516"/>
                        <a:pt x="4369" y="363"/>
                        <a:pt x="4094" y="272"/>
                      </a:cubicBezTo>
                      <a:cubicBezTo>
                        <a:pt x="3449" y="72"/>
                        <a:pt x="2771" y="1"/>
                        <a:pt x="209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3" name="Google Shape;1123;p35"/>
                <p:cNvSpPr/>
                <p:nvPr/>
              </p:nvSpPr>
              <p:spPr>
                <a:xfrm>
                  <a:off x="1351600" y="2919850"/>
                  <a:ext cx="250525" cy="15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21" h="6179" extrusionOk="0">
                      <a:moveTo>
                        <a:pt x="8338" y="1"/>
                      </a:moveTo>
                      <a:cubicBezTo>
                        <a:pt x="5529" y="1"/>
                        <a:pt x="2712" y="1052"/>
                        <a:pt x="612" y="2913"/>
                      </a:cubicBezTo>
                      <a:cubicBezTo>
                        <a:pt x="306" y="3188"/>
                        <a:pt x="1" y="3524"/>
                        <a:pt x="1" y="3921"/>
                      </a:cubicBezTo>
                      <a:cubicBezTo>
                        <a:pt x="31" y="4287"/>
                        <a:pt x="306" y="4593"/>
                        <a:pt x="581" y="4807"/>
                      </a:cubicBezTo>
                      <a:cubicBezTo>
                        <a:pt x="1161" y="5326"/>
                        <a:pt x="1803" y="5754"/>
                        <a:pt x="2536" y="5998"/>
                      </a:cubicBezTo>
                      <a:cubicBezTo>
                        <a:pt x="2940" y="6123"/>
                        <a:pt x="3353" y="6178"/>
                        <a:pt x="3767" y="6178"/>
                      </a:cubicBezTo>
                      <a:cubicBezTo>
                        <a:pt x="4667" y="6178"/>
                        <a:pt x="5569" y="5916"/>
                        <a:pt x="6385" y="5540"/>
                      </a:cubicBezTo>
                      <a:cubicBezTo>
                        <a:pt x="7454" y="5051"/>
                        <a:pt x="8463" y="4379"/>
                        <a:pt x="9104" y="3401"/>
                      </a:cubicBezTo>
                      <a:cubicBezTo>
                        <a:pt x="9746" y="2424"/>
                        <a:pt x="10020" y="1141"/>
                        <a:pt x="9593" y="72"/>
                      </a:cubicBezTo>
                      <a:cubicBezTo>
                        <a:pt x="9176" y="24"/>
                        <a:pt x="8757" y="1"/>
                        <a:pt x="833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4" name="Google Shape;1124;p35"/>
                <p:cNvSpPr/>
                <p:nvPr/>
              </p:nvSpPr>
              <p:spPr>
                <a:xfrm>
                  <a:off x="1182825" y="2470350"/>
                  <a:ext cx="562875" cy="65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15" h="26147" extrusionOk="0">
                      <a:moveTo>
                        <a:pt x="4931" y="1"/>
                      </a:moveTo>
                      <a:cubicBezTo>
                        <a:pt x="4486" y="1"/>
                        <a:pt x="4039" y="52"/>
                        <a:pt x="3605" y="150"/>
                      </a:cubicBezTo>
                      <a:cubicBezTo>
                        <a:pt x="3147" y="242"/>
                        <a:pt x="2658" y="425"/>
                        <a:pt x="2292" y="761"/>
                      </a:cubicBezTo>
                      <a:cubicBezTo>
                        <a:pt x="1650" y="1342"/>
                        <a:pt x="1467" y="2258"/>
                        <a:pt x="1406" y="3144"/>
                      </a:cubicBezTo>
                      <a:cubicBezTo>
                        <a:pt x="1375" y="3633"/>
                        <a:pt x="1375" y="4183"/>
                        <a:pt x="1681" y="4580"/>
                      </a:cubicBezTo>
                      <a:cubicBezTo>
                        <a:pt x="1711" y="4030"/>
                        <a:pt x="1894" y="3511"/>
                        <a:pt x="2169" y="3022"/>
                      </a:cubicBezTo>
                      <a:cubicBezTo>
                        <a:pt x="2261" y="3327"/>
                        <a:pt x="2353" y="3602"/>
                        <a:pt x="2475" y="3908"/>
                      </a:cubicBezTo>
                      <a:cubicBezTo>
                        <a:pt x="2841" y="4763"/>
                        <a:pt x="3177" y="5649"/>
                        <a:pt x="3544" y="6535"/>
                      </a:cubicBezTo>
                      <a:cubicBezTo>
                        <a:pt x="4399" y="8704"/>
                        <a:pt x="4247" y="11209"/>
                        <a:pt x="2994" y="13194"/>
                      </a:cubicBezTo>
                      <a:cubicBezTo>
                        <a:pt x="2414" y="14111"/>
                        <a:pt x="1925" y="15119"/>
                        <a:pt x="1528" y="16188"/>
                      </a:cubicBezTo>
                      <a:cubicBezTo>
                        <a:pt x="1161" y="16646"/>
                        <a:pt x="856" y="17196"/>
                        <a:pt x="642" y="17777"/>
                      </a:cubicBezTo>
                      <a:cubicBezTo>
                        <a:pt x="214" y="18876"/>
                        <a:pt x="62" y="20037"/>
                        <a:pt x="31" y="21198"/>
                      </a:cubicBezTo>
                      <a:cubicBezTo>
                        <a:pt x="0" y="22206"/>
                        <a:pt x="62" y="23214"/>
                        <a:pt x="428" y="24131"/>
                      </a:cubicBezTo>
                      <a:cubicBezTo>
                        <a:pt x="275" y="23000"/>
                        <a:pt x="367" y="21840"/>
                        <a:pt x="642" y="20740"/>
                      </a:cubicBezTo>
                      <a:lnTo>
                        <a:pt x="642" y="20740"/>
                      </a:lnTo>
                      <a:cubicBezTo>
                        <a:pt x="611" y="21992"/>
                        <a:pt x="764" y="23275"/>
                        <a:pt x="1406" y="24345"/>
                      </a:cubicBezTo>
                      <a:cubicBezTo>
                        <a:pt x="2042" y="25382"/>
                        <a:pt x="3206" y="26146"/>
                        <a:pt x="4309" y="26146"/>
                      </a:cubicBezTo>
                      <a:cubicBezTo>
                        <a:pt x="4634" y="26146"/>
                        <a:pt x="4955" y="26079"/>
                        <a:pt x="5255" y="25933"/>
                      </a:cubicBezTo>
                      <a:cubicBezTo>
                        <a:pt x="6202" y="25505"/>
                        <a:pt x="6721" y="24497"/>
                        <a:pt x="7332" y="23642"/>
                      </a:cubicBezTo>
                      <a:cubicBezTo>
                        <a:pt x="8432" y="22084"/>
                        <a:pt x="10020" y="20954"/>
                        <a:pt x="11792" y="20373"/>
                      </a:cubicBezTo>
                      <a:lnTo>
                        <a:pt x="11792" y="20404"/>
                      </a:lnTo>
                      <a:cubicBezTo>
                        <a:pt x="11823" y="20373"/>
                        <a:pt x="11853" y="20373"/>
                        <a:pt x="11884" y="20343"/>
                      </a:cubicBezTo>
                      <a:cubicBezTo>
                        <a:pt x="11914" y="20343"/>
                        <a:pt x="11945" y="20343"/>
                        <a:pt x="11975" y="20312"/>
                      </a:cubicBezTo>
                      <a:cubicBezTo>
                        <a:pt x="13182" y="19709"/>
                        <a:pt x="14551" y="19384"/>
                        <a:pt x="15929" y="19384"/>
                      </a:cubicBezTo>
                      <a:cubicBezTo>
                        <a:pt x="16435" y="19384"/>
                        <a:pt x="16943" y="19428"/>
                        <a:pt x="17444" y="19518"/>
                      </a:cubicBezTo>
                      <a:cubicBezTo>
                        <a:pt x="18177" y="19647"/>
                        <a:pt x="18927" y="19868"/>
                        <a:pt x="19648" y="19868"/>
                      </a:cubicBezTo>
                      <a:cubicBezTo>
                        <a:pt x="19947" y="19868"/>
                        <a:pt x="20242" y="19830"/>
                        <a:pt x="20529" y="19732"/>
                      </a:cubicBezTo>
                      <a:cubicBezTo>
                        <a:pt x="21934" y="19243"/>
                        <a:pt x="22515" y="17410"/>
                        <a:pt x="22148" y="15883"/>
                      </a:cubicBezTo>
                      <a:lnTo>
                        <a:pt x="22148" y="15883"/>
                      </a:lnTo>
                      <a:lnTo>
                        <a:pt x="22148" y="15913"/>
                      </a:lnTo>
                      <a:cubicBezTo>
                        <a:pt x="21781" y="14355"/>
                        <a:pt x="20682" y="13103"/>
                        <a:pt x="19460" y="12125"/>
                      </a:cubicBezTo>
                      <a:cubicBezTo>
                        <a:pt x="18635" y="11453"/>
                        <a:pt x="17718" y="10842"/>
                        <a:pt x="16771" y="10353"/>
                      </a:cubicBezTo>
                      <a:lnTo>
                        <a:pt x="16771" y="10353"/>
                      </a:lnTo>
                      <a:cubicBezTo>
                        <a:pt x="18329" y="10903"/>
                        <a:pt x="19765" y="11759"/>
                        <a:pt x="21018" y="12858"/>
                      </a:cubicBezTo>
                      <a:cubicBezTo>
                        <a:pt x="20498" y="11606"/>
                        <a:pt x="19368" y="10689"/>
                        <a:pt x="18116" y="10201"/>
                      </a:cubicBezTo>
                      <a:cubicBezTo>
                        <a:pt x="17230" y="9865"/>
                        <a:pt x="16283" y="9742"/>
                        <a:pt x="15336" y="9681"/>
                      </a:cubicBezTo>
                      <a:cubicBezTo>
                        <a:pt x="14664" y="9437"/>
                        <a:pt x="13961" y="9193"/>
                        <a:pt x="13228" y="9040"/>
                      </a:cubicBezTo>
                      <a:cubicBezTo>
                        <a:pt x="10937" y="8490"/>
                        <a:pt x="9104" y="6810"/>
                        <a:pt x="8187" y="4641"/>
                      </a:cubicBezTo>
                      <a:cubicBezTo>
                        <a:pt x="7851" y="3755"/>
                        <a:pt x="7485" y="2869"/>
                        <a:pt x="7118" y="2014"/>
                      </a:cubicBezTo>
                      <a:cubicBezTo>
                        <a:pt x="6935" y="1555"/>
                        <a:pt x="6721" y="1097"/>
                        <a:pt x="6446" y="761"/>
                      </a:cubicBezTo>
                      <a:cubicBezTo>
                        <a:pt x="6813" y="700"/>
                        <a:pt x="7210" y="700"/>
                        <a:pt x="7576" y="700"/>
                      </a:cubicBezTo>
                      <a:cubicBezTo>
                        <a:pt x="6790" y="224"/>
                        <a:pt x="5864" y="1"/>
                        <a:pt x="493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5" name="Google Shape;1125;p35"/>
                <p:cNvSpPr/>
                <p:nvPr/>
              </p:nvSpPr>
              <p:spPr>
                <a:xfrm>
                  <a:off x="1308825" y="2747250"/>
                  <a:ext cx="191725" cy="121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9" h="4843" extrusionOk="0">
                      <a:moveTo>
                        <a:pt x="5729" y="1"/>
                      </a:moveTo>
                      <a:cubicBezTo>
                        <a:pt x="5006" y="1"/>
                        <a:pt x="4117" y="185"/>
                        <a:pt x="3208" y="560"/>
                      </a:cubicBezTo>
                      <a:cubicBezTo>
                        <a:pt x="1284" y="1324"/>
                        <a:pt x="1" y="2668"/>
                        <a:pt x="367" y="3524"/>
                      </a:cubicBezTo>
                      <a:cubicBezTo>
                        <a:pt x="617" y="4158"/>
                        <a:pt x="1891" y="4843"/>
                        <a:pt x="3318" y="4843"/>
                      </a:cubicBezTo>
                      <a:cubicBezTo>
                        <a:pt x="3815" y="4843"/>
                        <a:pt x="4330" y="4760"/>
                        <a:pt x="4828" y="4562"/>
                      </a:cubicBezTo>
                      <a:cubicBezTo>
                        <a:pt x="6752" y="3768"/>
                        <a:pt x="7669" y="1569"/>
                        <a:pt x="7333" y="683"/>
                      </a:cubicBezTo>
                      <a:cubicBezTo>
                        <a:pt x="7139" y="231"/>
                        <a:pt x="6537" y="1"/>
                        <a:pt x="572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6" name="Google Shape;1126;p35"/>
                <p:cNvSpPr/>
                <p:nvPr/>
              </p:nvSpPr>
              <p:spPr>
                <a:xfrm>
                  <a:off x="1301200" y="2829225"/>
                  <a:ext cx="321550" cy="21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62" h="8617" extrusionOk="0">
                      <a:moveTo>
                        <a:pt x="5285" y="0"/>
                      </a:moveTo>
                      <a:cubicBezTo>
                        <a:pt x="4827" y="92"/>
                        <a:pt x="4613" y="611"/>
                        <a:pt x="4644" y="1069"/>
                      </a:cubicBezTo>
                      <a:cubicBezTo>
                        <a:pt x="4705" y="1497"/>
                        <a:pt x="4949" y="1894"/>
                        <a:pt x="5102" y="2322"/>
                      </a:cubicBezTo>
                      <a:cubicBezTo>
                        <a:pt x="5744" y="3758"/>
                        <a:pt x="5652" y="5560"/>
                        <a:pt x="4613" y="6751"/>
                      </a:cubicBezTo>
                      <a:cubicBezTo>
                        <a:pt x="4002" y="7474"/>
                        <a:pt x="3042" y="7893"/>
                        <a:pt x="2102" y="7893"/>
                      </a:cubicBezTo>
                      <a:cubicBezTo>
                        <a:pt x="1492" y="7893"/>
                        <a:pt x="890" y="7717"/>
                        <a:pt x="398" y="7332"/>
                      </a:cubicBezTo>
                      <a:lnTo>
                        <a:pt x="0" y="8248"/>
                      </a:lnTo>
                      <a:cubicBezTo>
                        <a:pt x="616" y="8495"/>
                        <a:pt x="1277" y="8617"/>
                        <a:pt x="1934" y="8617"/>
                      </a:cubicBezTo>
                      <a:cubicBezTo>
                        <a:pt x="2907" y="8617"/>
                        <a:pt x="3872" y="8349"/>
                        <a:pt x="4674" y="7821"/>
                      </a:cubicBezTo>
                      <a:cubicBezTo>
                        <a:pt x="5469" y="7301"/>
                        <a:pt x="6110" y="6538"/>
                        <a:pt x="6354" y="5621"/>
                      </a:cubicBezTo>
                      <a:cubicBezTo>
                        <a:pt x="6416" y="5346"/>
                        <a:pt x="6446" y="5102"/>
                        <a:pt x="6446" y="4827"/>
                      </a:cubicBezTo>
                      <a:cubicBezTo>
                        <a:pt x="7431" y="5147"/>
                        <a:pt x="8456" y="5467"/>
                        <a:pt x="9473" y="5467"/>
                      </a:cubicBezTo>
                      <a:cubicBezTo>
                        <a:pt x="9717" y="5467"/>
                        <a:pt x="9961" y="5449"/>
                        <a:pt x="10204" y="5407"/>
                      </a:cubicBezTo>
                      <a:cubicBezTo>
                        <a:pt x="11517" y="5224"/>
                        <a:pt x="12770" y="4246"/>
                        <a:pt x="12861" y="2933"/>
                      </a:cubicBezTo>
                      <a:lnTo>
                        <a:pt x="12250" y="2536"/>
                      </a:lnTo>
                      <a:cubicBezTo>
                        <a:pt x="12128" y="3666"/>
                        <a:pt x="11089" y="4552"/>
                        <a:pt x="9990" y="4674"/>
                      </a:cubicBezTo>
                      <a:cubicBezTo>
                        <a:pt x="9857" y="4692"/>
                        <a:pt x="9724" y="4701"/>
                        <a:pt x="9592" y="4701"/>
                      </a:cubicBezTo>
                      <a:cubicBezTo>
                        <a:pt x="8599" y="4701"/>
                        <a:pt x="7640" y="4211"/>
                        <a:pt x="6965" y="3483"/>
                      </a:cubicBezTo>
                      <a:cubicBezTo>
                        <a:pt x="6171" y="2688"/>
                        <a:pt x="5713" y="1619"/>
                        <a:pt x="5407" y="550"/>
                      </a:cubicBezTo>
                      <a:cubicBezTo>
                        <a:pt x="5407" y="550"/>
                        <a:pt x="5377" y="550"/>
                        <a:pt x="5377" y="581"/>
                      </a:cubicBezTo>
                      <a:cubicBezTo>
                        <a:pt x="5316" y="367"/>
                        <a:pt x="5285" y="184"/>
                        <a:pt x="528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7" name="Google Shape;1127;p35"/>
                <p:cNvSpPr/>
                <p:nvPr/>
              </p:nvSpPr>
              <p:spPr>
                <a:xfrm>
                  <a:off x="1413475" y="2926200"/>
                  <a:ext cx="169550" cy="194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2" h="7790" extrusionOk="0">
                      <a:moveTo>
                        <a:pt x="1680" y="1"/>
                      </a:moveTo>
                      <a:lnTo>
                        <a:pt x="1680" y="1"/>
                      </a:lnTo>
                      <a:cubicBezTo>
                        <a:pt x="1741" y="1437"/>
                        <a:pt x="1100" y="2842"/>
                        <a:pt x="0" y="3728"/>
                      </a:cubicBezTo>
                      <a:cubicBezTo>
                        <a:pt x="764" y="4400"/>
                        <a:pt x="1344" y="5286"/>
                        <a:pt x="1650" y="6263"/>
                      </a:cubicBezTo>
                      <a:cubicBezTo>
                        <a:pt x="1772" y="6660"/>
                        <a:pt x="1833" y="7058"/>
                        <a:pt x="2108" y="7363"/>
                      </a:cubicBezTo>
                      <a:cubicBezTo>
                        <a:pt x="2385" y="7677"/>
                        <a:pt x="2784" y="7790"/>
                        <a:pt x="3198" y="7790"/>
                      </a:cubicBezTo>
                      <a:cubicBezTo>
                        <a:pt x="3470" y="7790"/>
                        <a:pt x="3748" y="7741"/>
                        <a:pt x="4002" y="7669"/>
                      </a:cubicBezTo>
                      <a:cubicBezTo>
                        <a:pt x="4949" y="7424"/>
                        <a:pt x="5865" y="6813"/>
                        <a:pt x="6324" y="5958"/>
                      </a:cubicBezTo>
                      <a:cubicBezTo>
                        <a:pt x="6721" y="5225"/>
                        <a:pt x="6782" y="4339"/>
                        <a:pt x="6629" y="3544"/>
                      </a:cubicBezTo>
                      <a:cubicBezTo>
                        <a:pt x="6507" y="2720"/>
                        <a:pt x="6201" y="1956"/>
                        <a:pt x="5926" y="1162"/>
                      </a:cubicBezTo>
                      <a:cubicBezTo>
                        <a:pt x="5727" y="1182"/>
                        <a:pt x="5526" y="1192"/>
                        <a:pt x="5326" y="1192"/>
                      </a:cubicBezTo>
                      <a:cubicBezTo>
                        <a:pt x="4027" y="1192"/>
                        <a:pt x="2739" y="769"/>
                        <a:pt x="168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8" name="Google Shape;1128;p35"/>
                <p:cNvSpPr/>
                <p:nvPr/>
              </p:nvSpPr>
              <p:spPr>
                <a:xfrm>
                  <a:off x="881925" y="2423000"/>
                  <a:ext cx="259675" cy="60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7" h="24070" extrusionOk="0">
                      <a:moveTo>
                        <a:pt x="8158" y="1"/>
                      </a:moveTo>
                      <a:cubicBezTo>
                        <a:pt x="8010" y="1"/>
                        <a:pt x="7865" y="27"/>
                        <a:pt x="7729" y="89"/>
                      </a:cubicBezTo>
                      <a:cubicBezTo>
                        <a:pt x="7362" y="242"/>
                        <a:pt x="7149" y="639"/>
                        <a:pt x="6965" y="1006"/>
                      </a:cubicBezTo>
                      <a:cubicBezTo>
                        <a:pt x="5346" y="3999"/>
                        <a:pt x="2902" y="6565"/>
                        <a:pt x="0" y="8276"/>
                      </a:cubicBezTo>
                      <a:cubicBezTo>
                        <a:pt x="978" y="10109"/>
                        <a:pt x="1344" y="12186"/>
                        <a:pt x="1711" y="14233"/>
                      </a:cubicBezTo>
                      <a:cubicBezTo>
                        <a:pt x="2047" y="16249"/>
                        <a:pt x="2353" y="18327"/>
                        <a:pt x="3269" y="20190"/>
                      </a:cubicBezTo>
                      <a:cubicBezTo>
                        <a:pt x="4185" y="22053"/>
                        <a:pt x="5805" y="23672"/>
                        <a:pt x="7851" y="24070"/>
                      </a:cubicBezTo>
                      <a:cubicBezTo>
                        <a:pt x="8401" y="23092"/>
                        <a:pt x="8462" y="21931"/>
                        <a:pt x="8309" y="20831"/>
                      </a:cubicBezTo>
                      <a:cubicBezTo>
                        <a:pt x="8157" y="19732"/>
                        <a:pt x="7790" y="18663"/>
                        <a:pt x="7607" y="17563"/>
                      </a:cubicBezTo>
                      <a:cubicBezTo>
                        <a:pt x="6935" y="13408"/>
                        <a:pt x="8768" y="9315"/>
                        <a:pt x="9898" y="5252"/>
                      </a:cubicBezTo>
                      <a:cubicBezTo>
                        <a:pt x="10173" y="4335"/>
                        <a:pt x="10387" y="3388"/>
                        <a:pt x="10265" y="2441"/>
                      </a:cubicBezTo>
                      <a:cubicBezTo>
                        <a:pt x="10142" y="1494"/>
                        <a:pt x="9654" y="547"/>
                        <a:pt x="8798" y="150"/>
                      </a:cubicBezTo>
                      <a:cubicBezTo>
                        <a:pt x="8598" y="59"/>
                        <a:pt x="8376" y="1"/>
                        <a:pt x="815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9" name="Google Shape;1129;p35"/>
                <p:cNvSpPr/>
                <p:nvPr/>
              </p:nvSpPr>
              <p:spPr>
                <a:xfrm>
                  <a:off x="1349300" y="2301425"/>
                  <a:ext cx="472775" cy="43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1" h="17294" extrusionOk="0">
                      <a:moveTo>
                        <a:pt x="1402" y="0"/>
                      </a:moveTo>
                      <a:cubicBezTo>
                        <a:pt x="1280" y="0"/>
                        <a:pt x="1158" y="19"/>
                        <a:pt x="1040" y="64"/>
                      </a:cubicBezTo>
                      <a:cubicBezTo>
                        <a:pt x="704" y="187"/>
                        <a:pt x="459" y="492"/>
                        <a:pt x="337" y="859"/>
                      </a:cubicBezTo>
                      <a:cubicBezTo>
                        <a:pt x="1" y="1745"/>
                        <a:pt x="306" y="2783"/>
                        <a:pt x="887" y="3516"/>
                      </a:cubicBezTo>
                      <a:cubicBezTo>
                        <a:pt x="1467" y="4280"/>
                        <a:pt x="2262" y="4799"/>
                        <a:pt x="3086" y="5288"/>
                      </a:cubicBezTo>
                      <a:cubicBezTo>
                        <a:pt x="6752" y="7396"/>
                        <a:pt x="10937" y="9046"/>
                        <a:pt x="13351" y="12498"/>
                      </a:cubicBezTo>
                      <a:cubicBezTo>
                        <a:pt x="13992" y="13414"/>
                        <a:pt x="14481" y="14422"/>
                        <a:pt x="15122" y="15308"/>
                      </a:cubicBezTo>
                      <a:cubicBezTo>
                        <a:pt x="15764" y="16224"/>
                        <a:pt x="16619" y="17019"/>
                        <a:pt x="17719" y="17294"/>
                      </a:cubicBezTo>
                      <a:cubicBezTo>
                        <a:pt x="18880" y="15613"/>
                        <a:pt x="18910" y="13322"/>
                        <a:pt x="18269" y="11337"/>
                      </a:cubicBezTo>
                      <a:cubicBezTo>
                        <a:pt x="17627" y="9382"/>
                        <a:pt x="16405" y="7671"/>
                        <a:pt x="15245" y="5960"/>
                      </a:cubicBezTo>
                      <a:cubicBezTo>
                        <a:pt x="14053" y="4280"/>
                        <a:pt x="12862" y="2539"/>
                        <a:pt x="12312" y="523"/>
                      </a:cubicBezTo>
                      <a:cubicBezTo>
                        <a:pt x="10872" y="869"/>
                        <a:pt x="9391" y="1041"/>
                        <a:pt x="7907" y="1041"/>
                      </a:cubicBezTo>
                      <a:cubicBezTo>
                        <a:pt x="5992" y="1041"/>
                        <a:pt x="4073" y="755"/>
                        <a:pt x="2231" y="187"/>
                      </a:cubicBezTo>
                      <a:cubicBezTo>
                        <a:pt x="1974" y="101"/>
                        <a:pt x="1687" y="0"/>
                        <a:pt x="140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0" name="Google Shape;1130;p35"/>
                <p:cNvSpPr/>
                <p:nvPr/>
              </p:nvSpPr>
              <p:spPr>
                <a:xfrm>
                  <a:off x="1118675" y="3033900"/>
                  <a:ext cx="992075" cy="42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83" h="17150" extrusionOk="0">
                      <a:moveTo>
                        <a:pt x="31068" y="0"/>
                      </a:moveTo>
                      <a:cubicBezTo>
                        <a:pt x="30793" y="1069"/>
                        <a:pt x="29907" y="1894"/>
                        <a:pt x="28991" y="2475"/>
                      </a:cubicBezTo>
                      <a:cubicBezTo>
                        <a:pt x="28044" y="3086"/>
                        <a:pt x="27036" y="3513"/>
                        <a:pt x="26119" y="4155"/>
                      </a:cubicBezTo>
                      <a:cubicBezTo>
                        <a:pt x="25020" y="4980"/>
                        <a:pt x="24164" y="6079"/>
                        <a:pt x="23126" y="6965"/>
                      </a:cubicBezTo>
                      <a:cubicBezTo>
                        <a:pt x="22820" y="7210"/>
                        <a:pt x="22484" y="7454"/>
                        <a:pt x="22148" y="7668"/>
                      </a:cubicBezTo>
                      <a:cubicBezTo>
                        <a:pt x="21076" y="7739"/>
                        <a:pt x="20004" y="7777"/>
                        <a:pt x="18937" y="7777"/>
                      </a:cubicBezTo>
                      <a:cubicBezTo>
                        <a:pt x="14017" y="7777"/>
                        <a:pt x="9195" y="6953"/>
                        <a:pt x="4827" y="4644"/>
                      </a:cubicBezTo>
                      <a:cubicBezTo>
                        <a:pt x="2444" y="8279"/>
                        <a:pt x="917" y="12281"/>
                        <a:pt x="0" y="16496"/>
                      </a:cubicBezTo>
                      <a:lnTo>
                        <a:pt x="61" y="16496"/>
                      </a:lnTo>
                      <a:cubicBezTo>
                        <a:pt x="2904" y="16952"/>
                        <a:pt x="5770" y="17149"/>
                        <a:pt x="8639" y="17149"/>
                      </a:cubicBezTo>
                      <a:cubicBezTo>
                        <a:pt x="9038" y="17149"/>
                        <a:pt x="9438" y="17145"/>
                        <a:pt x="9837" y="17138"/>
                      </a:cubicBezTo>
                      <a:cubicBezTo>
                        <a:pt x="12617" y="17107"/>
                        <a:pt x="18971" y="16771"/>
                        <a:pt x="21781" y="16680"/>
                      </a:cubicBezTo>
                      <a:cubicBezTo>
                        <a:pt x="27372" y="16496"/>
                        <a:pt x="28838" y="16832"/>
                        <a:pt x="31771" y="15733"/>
                      </a:cubicBezTo>
                      <a:cubicBezTo>
                        <a:pt x="35711" y="14297"/>
                        <a:pt x="37361" y="11547"/>
                        <a:pt x="39316" y="7851"/>
                      </a:cubicBezTo>
                      <a:cubicBezTo>
                        <a:pt x="39499" y="7454"/>
                        <a:pt x="39683" y="7057"/>
                        <a:pt x="39652" y="6629"/>
                      </a:cubicBezTo>
                      <a:cubicBezTo>
                        <a:pt x="39652" y="6202"/>
                        <a:pt x="39347" y="5774"/>
                        <a:pt x="38919" y="5743"/>
                      </a:cubicBezTo>
                      <a:cubicBezTo>
                        <a:pt x="39377" y="5438"/>
                        <a:pt x="39561" y="4735"/>
                        <a:pt x="39255" y="4277"/>
                      </a:cubicBezTo>
                      <a:cubicBezTo>
                        <a:pt x="39068" y="3996"/>
                        <a:pt x="38719" y="3841"/>
                        <a:pt x="38379" y="3841"/>
                      </a:cubicBezTo>
                      <a:cubicBezTo>
                        <a:pt x="38165" y="3841"/>
                        <a:pt x="37954" y="3903"/>
                        <a:pt x="37789" y="4033"/>
                      </a:cubicBezTo>
                      <a:cubicBezTo>
                        <a:pt x="37697" y="3758"/>
                        <a:pt x="37636" y="3452"/>
                        <a:pt x="37544" y="3177"/>
                      </a:cubicBezTo>
                      <a:cubicBezTo>
                        <a:pt x="36475" y="3177"/>
                        <a:pt x="35589" y="3941"/>
                        <a:pt x="34764" y="4613"/>
                      </a:cubicBezTo>
                      <a:cubicBezTo>
                        <a:pt x="33298" y="5743"/>
                        <a:pt x="31587" y="6568"/>
                        <a:pt x="29816" y="7057"/>
                      </a:cubicBezTo>
                      <a:cubicBezTo>
                        <a:pt x="29510" y="6629"/>
                        <a:pt x="29296" y="6171"/>
                        <a:pt x="29357" y="5682"/>
                      </a:cubicBezTo>
                      <a:cubicBezTo>
                        <a:pt x="29449" y="4613"/>
                        <a:pt x="30549" y="4002"/>
                        <a:pt x="31129" y="3147"/>
                      </a:cubicBezTo>
                      <a:cubicBezTo>
                        <a:pt x="31740" y="2200"/>
                        <a:pt x="31710" y="917"/>
                        <a:pt x="31068" y="0"/>
                      </a:cubicBezTo>
                      <a:close/>
                    </a:path>
                  </a:pathLst>
                </a:custGeom>
                <a:solidFill>
                  <a:srgbClr val="A779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1" name="Google Shape;1131;p35"/>
                <p:cNvSpPr/>
                <p:nvPr/>
              </p:nvSpPr>
              <p:spPr>
                <a:xfrm>
                  <a:off x="379400" y="877525"/>
                  <a:ext cx="682025" cy="80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81" h="32088" extrusionOk="0">
                      <a:moveTo>
                        <a:pt x="16039" y="1"/>
                      </a:moveTo>
                      <a:cubicBezTo>
                        <a:pt x="13894" y="1"/>
                        <a:pt x="11659" y="508"/>
                        <a:pt x="9593" y="1086"/>
                      </a:cubicBezTo>
                      <a:cubicBezTo>
                        <a:pt x="6293" y="2003"/>
                        <a:pt x="2689" y="3316"/>
                        <a:pt x="1100" y="6371"/>
                      </a:cubicBezTo>
                      <a:cubicBezTo>
                        <a:pt x="0" y="8509"/>
                        <a:pt x="123" y="11076"/>
                        <a:pt x="459" y="13458"/>
                      </a:cubicBezTo>
                      <a:cubicBezTo>
                        <a:pt x="947" y="16819"/>
                        <a:pt x="1803" y="20148"/>
                        <a:pt x="3361" y="23112"/>
                      </a:cubicBezTo>
                      <a:cubicBezTo>
                        <a:pt x="4949" y="26105"/>
                        <a:pt x="7302" y="28763"/>
                        <a:pt x="10295" y="30321"/>
                      </a:cubicBezTo>
                      <a:cubicBezTo>
                        <a:pt x="12715" y="31594"/>
                        <a:pt x="15387" y="32088"/>
                        <a:pt x="18120" y="32088"/>
                      </a:cubicBezTo>
                      <a:cubicBezTo>
                        <a:pt x="20045" y="32088"/>
                        <a:pt x="22001" y="31843"/>
                        <a:pt x="23920" y="31451"/>
                      </a:cubicBezTo>
                      <a:cubicBezTo>
                        <a:pt x="25050" y="30657"/>
                        <a:pt x="26150" y="29832"/>
                        <a:pt x="27280" y="29038"/>
                      </a:cubicBezTo>
                      <a:cubicBezTo>
                        <a:pt x="26944" y="22714"/>
                        <a:pt x="25264" y="16513"/>
                        <a:pt x="23614" y="10373"/>
                      </a:cubicBezTo>
                      <a:lnTo>
                        <a:pt x="21140" y="1361"/>
                      </a:lnTo>
                      <a:cubicBezTo>
                        <a:pt x="19612" y="366"/>
                        <a:pt x="17858" y="1"/>
                        <a:pt x="16039" y="1"/>
                      </a:cubicBezTo>
                      <a:close/>
                    </a:path>
                  </a:pathLst>
                </a:custGeom>
                <a:solidFill>
                  <a:srgbClr val="A779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2" name="Google Shape;1132;p35"/>
                <p:cNvSpPr/>
                <p:nvPr/>
              </p:nvSpPr>
              <p:spPr>
                <a:xfrm>
                  <a:off x="307600" y="783575"/>
                  <a:ext cx="821800" cy="71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72" h="28703" extrusionOk="0">
                      <a:moveTo>
                        <a:pt x="16369" y="1"/>
                      </a:moveTo>
                      <a:cubicBezTo>
                        <a:pt x="13825" y="1"/>
                        <a:pt x="11276" y="828"/>
                        <a:pt x="8891" y="1820"/>
                      </a:cubicBezTo>
                      <a:cubicBezTo>
                        <a:pt x="7455" y="2400"/>
                        <a:pt x="5988" y="3103"/>
                        <a:pt x="4980" y="4264"/>
                      </a:cubicBezTo>
                      <a:cubicBezTo>
                        <a:pt x="4889" y="4325"/>
                        <a:pt x="4828" y="4417"/>
                        <a:pt x="4797" y="4508"/>
                      </a:cubicBezTo>
                      <a:cubicBezTo>
                        <a:pt x="4828" y="4264"/>
                        <a:pt x="4889" y="4019"/>
                        <a:pt x="4980" y="3806"/>
                      </a:cubicBezTo>
                      <a:lnTo>
                        <a:pt x="4980" y="3806"/>
                      </a:lnTo>
                      <a:cubicBezTo>
                        <a:pt x="4339" y="4111"/>
                        <a:pt x="3850" y="4691"/>
                        <a:pt x="3667" y="5364"/>
                      </a:cubicBezTo>
                      <a:cubicBezTo>
                        <a:pt x="3636" y="5516"/>
                        <a:pt x="3606" y="5669"/>
                        <a:pt x="3606" y="5822"/>
                      </a:cubicBezTo>
                      <a:cubicBezTo>
                        <a:pt x="3470" y="5798"/>
                        <a:pt x="3334" y="5786"/>
                        <a:pt x="3199" y="5786"/>
                      </a:cubicBezTo>
                      <a:cubicBezTo>
                        <a:pt x="2819" y="5786"/>
                        <a:pt x="2447" y="5878"/>
                        <a:pt x="2109" y="6036"/>
                      </a:cubicBezTo>
                      <a:cubicBezTo>
                        <a:pt x="1528" y="6341"/>
                        <a:pt x="1070" y="6891"/>
                        <a:pt x="887" y="7532"/>
                      </a:cubicBezTo>
                      <a:cubicBezTo>
                        <a:pt x="1681" y="7227"/>
                        <a:pt x="2536" y="7013"/>
                        <a:pt x="3392" y="7013"/>
                      </a:cubicBezTo>
                      <a:lnTo>
                        <a:pt x="3483" y="7013"/>
                      </a:lnTo>
                      <a:cubicBezTo>
                        <a:pt x="3025" y="7227"/>
                        <a:pt x="2628" y="7563"/>
                        <a:pt x="2292" y="7899"/>
                      </a:cubicBezTo>
                      <a:cubicBezTo>
                        <a:pt x="1528" y="8724"/>
                        <a:pt x="1009" y="9762"/>
                        <a:pt x="765" y="10832"/>
                      </a:cubicBezTo>
                      <a:cubicBezTo>
                        <a:pt x="1" y="13978"/>
                        <a:pt x="1162" y="17216"/>
                        <a:pt x="2323" y="20241"/>
                      </a:cubicBezTo>
                      <a:cubicBezTo>
                        <a:pt x="3453" y="23265"/>
                        <a:pt x="4736" y="26442"/>
                        <a:pt x="7241" y="28489"/>
                      </a:cubicBezTo>
                      <a:cubicBezTo>
                        <a:pt x="7027" y="27603"/>
                        <a:pt x="6874" y="26686"/>
                        <a:pt x="6783" y="25800"/>
                      </a:cubicBezTo>
                      <a:cubicBezTo>
                        <a:pt x="6691" y="24884"/>
                        <a:pt x="6660" y="23998"/>
                        <a:pt x="6691" y="23112"/>
                      </a:cubicBezTo>
                      <a:lnTo>
                        <a:pt x="6691" y="23112"/>
                      </a:lnTo>
                      <a:cubicBezTo>
                        <a:pt x="7974" y="25037"/>
                        <a:pt x="9379" y="26900"/>
                        <a:pt x="10846" y="28703"/>
                      </a:cubicBezTo>
                      <a:cubicBezTo>
                        <a:pt x="11212" y="26900"/>
                        <a:pt x="10571" y="25067"/>
                        <a:pt x="10143" y="23234"/>
                      </a:cubicBezTo>
                      <a:cubicBezTo>
                        <a:pt x="10448" y="23143"/>
                        <a:pt x="10754" y="23082"/>
                        <a:pt x="11059" y="22959"/>
                      </a:cubicBezTo>
                      <a:cubicBezTo>
                        <a:pt x="12465" y="21615"/>
                        <a:pt x="13351" y="19935"/>
                        <a:pt x="12740" y="17949"/>
                      </a:cubicBezTo>
                      <a:lnTo>
                        <a:pt x="12740" y="17949"/>
                      </a:lnTo>
                      <a:cubicBezTo>
                        <a:pt x="13870" y="18713"/>
                        <a:pt x="13503" y="19813"/>
                        <a:pt x="13870" y="20943"/>
                      </a:cubicBezTo>
                      <a:cubicBezTo>
                        <a:pt x="14634" y="18316"/>
                        <a:pt x="14236" y="16086"/>
                        <a:pt x="13137" y="13856"/>
                      </a:cubicBezTo>
                      <a:lnTo>
                        <a:pt x="13137" y="13856"/>
                      </a:lnTo>
                      <a:cubicBezTo>
                        <a:pt x="16423" y="16147"/>
                        <a:pt x="20006" y="17278"/>
                        <a:pt x="23858" y="17278"/>
                      </a:cubicBezTo>
                      <a:cubicBezTo>
                        <a:pt x="23909" y="17278"/>
                        <a:pt x="23961" y="17278"/>
                        <a:pt x="24012" y="17277"/>
                      </a:cubicBezTo>
                      <a:cubicBezTo>
                        <a:pt x="24134" y="17247"/>
                        <a:pt x="24256" y="17216"/>
                        <a:pt x="24348" y="17186"/>
                      </a:cubicBezTo>
                      <a:lnTo>
                        <a:pt x="24348" y="17186"/>
                      </a:lnTo>
                      <a:cubicBezTo>
                        <a:pt x="24209" y="17202"/>
                        <a:pt x="24071" y="17209"/>
                        <a:pt x="23932" y="17209"/>
                      </a:cubicBezTo>
                      <a:cubicBezTo>
                        <a:pt x="23004" y="17209"/>
                        <a:pt x="22095" y="16866"/>
                        <a:pt x="21324" y="16361"/>
                      </a:cubicBezTo>
                      <a:cubicBezTo>
                        <a:pt x="21202" y="16269"/>
                        <a:pt x="21079" y="16178"/>
                        <a:pt x="20957" y="16086"/>
                      </a:cubicBezTo>
                      <a:cubicBezTo>
                        <a:pt x="21018" y="16025"/>
                        <a:pt x="21079" y="15994"/>
                        <a:pt x="21140" y="15933"/>
                      </a:cubicBezTo>
                      <a:cubicBezTo>
                        <a:pt x="21202" y="15964"/>
                        <a:pt x="21263" y="15964"/>
                        <a:pt x="21324" y="15964"/>
                      </a:cubicBezTo>
                      <a:cubicBezTo>
                        <a:pt x="23004" y="16330"/>
                        <a:pt x="24715" y="16422"/>
                        <a:pt x="26395" y="16544"/>
                      </a:cubicBezTo>
                      <a:cubicBezTo>
                        <a:pt x="25509" y="15903"/>
                        <a:pt x="24623" y="15292"/>
                        <a:pt x="23645" y="14772"/>
                      </a:cubicBezTo>
                      <a:lnTo>
                        <a:pt x="23645" y="14772"/>
                      </a:lnTo>
                      <a:cubicBezTo>
                        <a:pt x="25012" y="15177"/>
                        <a:pt x="26442" y="15377"/>
                        <a:pt x="27871" y="15377"/>
                      </a:cubicBezTo>
                      <a:cubicBezTo>
                        <a:pt x="29574" y="15377"/>
                        <a:pt x="31277" y="15093"/>
                        <a:pt x="32871" y="14528"/>
                      </a:cubicBezTo>
                      <a:cubicBezTo>
                        <a:pt x="31191" y="14131"/>
                        <a:pt x="29633" y="13184"/>
                        <a:pt x="28503" y="11870"/>
                      </a:cubicBezTo>
                      <a:lnTo>
                        <a:pt x="28503" y="11870"/>
                      </a:lnTo>
                      <a:cubicBezTo>
                        <a:pt x="28961" y="12206"/>
                        <a:pt x="29388" y="12542"/>
                        <a:pt x="29847" y="12909"/>
                      </a:cubicBezTo>
                      <a:cubicBezTo>
                        <a:pt x="28716" y="10190"/>
                        <a:pt x="27525" y="7441"/>
                        <a:pt x="25753" y="5119"/>
                      </a:cubicBezTo>
                      <a:cubicBezTo>
                        <a:pt x="23951" y="2767"/>
                        <a:pt x="21476" y="842"/>
                        <a:pt x="18605" y="231"/>
                      </a:cubicBezTo>
                      <a:cubicBezTo>
                        <a:pt x="17863" y="72"/>
                        <a:pt x="17116" y="1"/>
                        <a:pt x="1636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3" name="Google Shape;1133;p35"/>
                <p:cNvSpPr/>
                <p:nvPr/>
              </p:nvSpPr>
              <p:spPr>
                <a:xfrm>
                  <a:off x="391625" y="1375725"/>
                  <a:ext cx="200100" cy="21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4" h="8683" extrusionOk="0">
                      <a:moveTo>
                        <a:pt x="2392" y="0"/>
                      </a:moveTo>
                      <a:cubicBezTo>
                        <a:pt x="1812" y="0"/>
                        <a:pt x="1233" y="209"/>
                        <a:pt x="825" y="618"/>
                      </a:cubicBezTo>
                      <a:cubicBezTo>
                        <a:pt x="92" y="1381"/>
                        <a:pt x="0" y="2664"/>
                        <a:pt x="611" y="3489"/>
                      </a:cubicBezTo>
                      <a:cubicBezTo>
                        <a:pt x="1375" y="4558"/>
                        <a:pt x="2963" y="4772"/>
                        <a:pt x="3758" y="5841"/>
                      </a:cubicBezTo>
                      <a:cubicBezTo>
                        <a:pt x="4155" y="6361"/>
                        <a:pt x="4308" y="7033"/>
                        <a:pt x="4674" y="7583"/>
                      </a:cubicBezTo>
                      <a:cubicBezTo>
                        <a:pt x="5151" y="8287"/>
                        <a:pt x="6007" y="8683"/>
                        <a:pt x="6852" y="8683"/>
                      </a:cubicBezTo>
                      <a:cubicBezTo>
                        <a:pt x="7253" y="8683"/>
                        <a:pt x="7650" y="8594"/>
                        <a:pt x="8004" y="8407"/>
                      </a:cubicBezTo>
                      <a:lnTo>
                        <a:pt x="3697" y="404"/>
                      </a:lnTo>
                      <a:cubicBezTo>
                        <a:pt x="3317" y="133"/>
                        <a:pt x="2854" y="0"/>
                        <a:pt x="2392" y="0"/>
                      </a:cubicBezTo>
                      <a:close/>
                    </a:path>
                  </a:pathLst>
                </a:custGeom>
                <a:solidFill>
                  <a:srgbClr val="A779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4" name="Google Shape;1134;p35"/>
                <p:cNvSpPr/>
                <p:nvPr/>
              </p:nvSpPr>
              <p:spPr>
                <a:xfrm>
                  <a:off x="406250" y="1404725"/>
                  <a:ext cx="120575" cy="15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3" h="6087" extrusionOk="0">
                      <a:moveTo>
                        <a:pt x="901" y="1"/>
                      </a:moveTo>
                      <a:cubicBezTo>
                        <a:pt x="468" y="1"/>
                        <a:pt x="0" y="347"/>
                        <a:pt x="57" y="771"/>
                      </a:cubicBezTo>
                      <a:cubicBezTo>
                        <a:pt x="87" y="1199"/>
                        <a:pt x="607" y="1443"/>
                        <a:pt x="1004" y="1565"/>
                      </a:cubicBezTo>
                      <a:cubicBezTo>
                        <a:pt x="1370" y="1688"/>
                        <a:pt x="1737" y="1810"/>
                        <a:pt x="2103" y="1932"/>
                      </a:cubicBezTo>
                      <a:cubicBezTo>
                        <a:pt x="2134" y="2054"/>
                        <a:pt x="2012" y="2176"/>
                        <a:pt x="1859" y="2207"/>
                      </a:cubicBezTo>
                      <a:cubicBezTo>
                        <a:pt x="1737" y="2237"/>
                        <a:pt x="1584" y="2237"/>
                        <a:pt x="1493" y="2329"/>
                      </a:cubicBezTo>
                      <a:cubicBezTo>
                        <a:pt x="1279" y="2512"/>
                        <a:pt x="1493" y="2848"/>
                        <a:pt x="1737" y="3032"/>
                      </a:cubicBezTo>
                      <a:cubicBezTo>
                        <a:pt x="2440" y="3582"/>
                        <a:pt x="3203" y="4040"/>
                        <a:pt x="4028" y="4376"/>
                      </a:cubicBezTo>
                      <a:cubicBezTo>
                        <a:pt x="3936" y="4956"/>
                        <a:pt x="4028" y="5567"/>
                        <a:pt x="4334" y="6087"/>
                      </a:cubicBezTo>
                      <a:cubicBezTo>
                        <a:pt x="4181" y="5628"/>
                        <a:pt x="4272" y="5109"/>
                        <a:pt x="4547" y="4712"/>
                      </a:cubicBezTo>
                      <a:cubicBezTo>
                        <a:pt x="4639" y="4620"/>
                        <a:pt x="4731" y="4498"/>
                        <a:pt x="4761" y="4345"/>
                      </a:cubicBezTo>
                      <a:cubicBezTo>
                        <a:pt x="4822" y="4101"/>
                        <a:pt x="4639" y="3887"/>
                        <a:pt x="4425" y="3734"/>
                      </a:cubicBezTo>
                      <a:cubicBezTo>
                        <a:pt x="4120" y="3520"/>
                        <a:pt x="3723" y="3459"/>
                        <a:pt x="3387" y="3307"/>
                      </a:cubicBezTo>
                      <a:cubicBezTo>
                        <a:pt x="3050" y="3123"/>
                        <a:pt x="2745" y="2726"/>
                        <a:pt x="2867" y="2390"/>
                      </a:cubicBezTo>
                      <a:cubicBezTo>
                        <a:pt x="2928" y="2268"/>
                        <a:pt x="2989" y="2146"/>
                        <a:pt x="3050" y="2024"/>
                      </a:cubicBezTo>
                      <a:cubicBezTo>
                        <a:pt x="3173" y="1779"/>
                        <a:pt x="3081" y="1443"/>
                        <a:pt x="2898" y="1199"/>
                      </a:cubicBezTo>
                      <a:cubicBezTo>
                        <a:pt x="2714" y="954"/>
                        <a:pt x="2470" y="802"/>
                        <a:pt x="2226" y="618"/>
                      </a:cubicBezTo>
                      <a:cubicBezTo>
                        <a:pt x="1859" y="343"/>
                        <a:pt x="1462" y="38"/>
                        <a:pt x="1004" y="7"/>
                      </a:cubicBezTo>
                      <a:cubicBezTo>
                        <a:pt x="970" y="3"/>
                        <a:pt x="936" y="1"/>
                        <a:pt x="90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5" name="Google Shape;1135;p35"/>
                <p:cNvSpPr/>
                <p:nvPr/>
              </p:nvSpPr>
              <p:spPr>
                <a:xfrm>
                  <a:off x="671900" y="1272000"/>
                  <a:ext cx="147425" cy="11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7" h="4431" extrusionOk="0">
                      <a:moveTo>
                        <a:pt x="5346" y="1"/>
                      </a:moveTo>
                      <a:lnTo>
                        <a:pt x="5346" y="1"/>
                      </a:lnTo>
                      <a:cubicBezTo>
                        <a:pt x="3789" y="1131"/>
                        <a:pt x="2261" y="2292"/>
                        <a:pt x="703" y="3453"/>
                      </a:cubicBezTo>
                      <a:cubicBezTo>
                        <a:pt x="367" y="3697"/>
                        <a:pt x="1" y="4064"/>
                        <a:pt x="153" y="4431"/>
                      </a:cubicBezTo>
                      <a:cubicBezTo>
                        <a:pt x="1895" y="3484"/>
                        <a:pt x="3636" y="2537"/>
                        <a:pt x="5377" y="1590"/>
                      </a:cubicBezTo>
                      <a:cubicBezTo>
                        <a:pt x="5530" y="1498"/>
                        <a:pt x="5713" y="1406"/>
                        <a:pt x="5744" y="1223"/>
                      </a:cubicBezTo>
                      <a:cubicBezTo>
                        <a:pt x="5896" y="795"/>
                        <a:pt x="5224" y="429"/>
                        <a:pt x="534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6" name="Google Shape;1136;p35"/>
                <p:cNvSpPr/>
                <p:nvPr/>
              </p:nvSpPr>
              <p:spPr>
                <a:xfrm>
                  <a:off x="934625" y="1206475"/>
                  <a:ext cx="61875" cy="4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5" h="1828" extrusionOk="0">
                      <a:moveTo>
                        <a:pt x="1924" y="0"/>
                      </a:moveTo>
                      <a:cubicBezTo>
                        <a:pt x="1805" y="0"/>
                        <a:pt x="1697" y="43"/>
                        <a:pt x="1589" y="86"/>
                      </a:cubicBezTo>
                      <a:cubicBezTo>
                        <a:pt x="1039" y="300"/>
                        <a:pt x="519" y="514"/>
                        <a:pt x="0" y="728"/>
                      </a:cubicBezTo>
                      <a:cubicBezTo>
                        <a:pt x="31" y="1095"/>
                        <a:pt x="31" y="1461"/>
                        <a:pt x="31" y="1828"/>
                      </a:cubicBezTo>
                      <a:cubicBezTo>
                        <a:pt x="825" y="1583"/>
                        <a:pt x="1589" y="1339"/>
                        <a:pt x="2352" y="1125"/>
                      </a:cubicBezTo>
                      <a:cubicBezTo>
                        <a:pt x="2413" y="911"/>
                        <a:pt x="2475" y="697"/>
                        <a:pt x="2444" y="484"/>
                      </a:cubicBezTo>
                      <a:cubicBezTo>
                        <a:pt x="2413" y="300"/>
                        <a:pt x="2291" y="86"/>
                        <a:pt x="2077" y="25"/>
                      </a:cubicBezTo>
                      <a:cubicBezTo>
                        <a:pt x="2024" y="7"/>
                        <a:pt x="1973" y="0"/>
                        <a:pt x="19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7" name="Google Shape;1137;p35"/>
                <p:cNvSpPr/>
                <p:nvPr/>
              </p:nvSpPr>
              <p:spPr>
                <a:xfrm>
                  <a:off x="891075" y="1216250"/>
                  <a:ext cx="145900" cy="29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6" h="11671" extrusionOk="0">
                      <a:moveTo>
                        <a:pt x="1834" y="1"/>
                      </a:moveTo>
                      <a:cubicBezTo>
                        <a:pt x="1742" y="704"/>
                        <a:pt x="1559" y="1406"/>
                        <a:pt x="1314" y="2078"/>
                      </a:cubicBezTo>
                      <a:lnTo>
                        <a:pt x="1284" y="2170"/>
                      </a:lnTo>
                      <a:lnTo>
                        <a:pt x="1345" y="2262"/>
                      </a:lnTo>
                      <a:cubicBezTo>
                        <a:pt x="1528" y="2506"/>
                        <a:pt x="1773" y="2720"/>
                        <a:pt x="2017" y="2903"/>
                      </a:cubicBezTo>
                      <a:cubicBezTo>
                        <a:pt x="2200" y="3056"/>
                        <a:pt x="2384" y="3209"/>
                        <a:pt x="2536" y="3392"/>
                      </a:cubicBezTo>
                      <a:cubicBezTo>
                        <a:pt x="2903" y="3758"/>
                        <a:pt x="3086" y="4247"/>
                        <a:pt x="3300" y="4736"/>
                      </a:cubicBezTo>
                      <a:lnTo>
                        <a:pt x="5316" y="9410"/>
                      </a:lnTo>
                      <a:cubicBezTo>
                        <a:pt x="5408" y="9563"/>
                        <a:pt x="5469" y="9746"/>
                        <a:pt x="5469" y="9899"/>
                      </a:cubicBezTo>
                      <a:cubicBezTo>
                        <a:pt x="5469" y="10204"/>
                        <a:pt x="5164" y="10479"/>
                        <a:pt x="4828" y="10571"/>
                      </a:cubicBezTo>
                      <a:cubicBezTo>
                        <a:pt x="4653" y="10629"/>
                        <a:pt x="4467" y="10650"/>
                        <a:pt x="4276" y="10650"/>
                      </a:cubicBezTo>
                      <a:cubicBezTo>
                        <a:pt x="4165" y="10650"/>
                        <a:pt x="4053" y="10643"/>
                        <a:pt x="3942" y="10632"/>
                      </a:cubicBezTo>
                      <a:lnTo>
                        <a:pt x="3667" y="10632"/>
                      </a:lnTo>
                      <a:cubicBezTo>
                        <a:pt x="2903" y="10662"/>
                        <a:pt x="2139" y="10815"/>
                        <a:pt x="1437" y="11090"/>
                      </a:cubicBezTo>
                      <a:lnTo>
                        <a:pt x="1345" y="11121"/>
                      </a:lnTo>
                      <a:cubicBezTo>
                        <a:pt x="1131" y="11212"/>
                        <a:pt x="917" y="11304"/>
                        <a:pt x="734" y="11304"/>
                      </a:cubicBezTo>
                      <a:cubicBezTo>
                        <a:pt x="612" y="11273"/>
                        <a:pt x="490" y="11212"/>
                        <a:pt x="429" y="11121"/>
                      </a:cubicBezTo>
                      <a:cubicBezTo>
                        <a:pt x="398" y="11059"/>
                        <a:pt x="367" y="11029"/>
                        <a:pt x="398" y="10968"/>
                      </a:cubicBezTo>
                      <a:lnTo>
                        <a:pt x="31" y="10876"/>
                      </a:lnTo>
                      <a:lnTo>
                        <a:pt x="31" y="10876"/>
                      </a:lnTo>
                      <a:cubicBezTo>
                        <a:pt x="1" y="11029"/>
                        <a:pt x="31" y="11212"/>
                        <a:pt x="123" y="11334"/>
                      </a:cubicBezTo>
                      <a:cubicBezTo>
                        <a:pt x="245" y="11518"/>
                        <a:pt x="459" y="11640"/>
                        <a:pt x="673" y="11670"/>
                      </a:cubicBezTo>
                      <a:lnTo>
                        <a:pt x="765" y="11670"/>
                      </a:lnTo>
                      <a:cubicBezTo>
                        <a:pt x="1040" y="11670"/>
                        <a:pt x="1284" y="11579"/>
                        <a:pt x="1498" y="11487"/>
                      </a:cubicBezTo>
                      <a:lnTo>
                        <a:pt x="1589" y="11426"/>
                      </a:lnTo>
                      <a:cubicBezTo>
                        <a:pt x="2231" y="11182"/>
                        <a:pt x="2964" y="11029"/>
                        <a:pt x="3667" y="11029"/>
                      </a:cubicBezTo>
                      <a:lnTo>
                        <a:pt x="3942" y="11029"/>
                      </a:lnTo>
                      <a:cubicBezTo>
                        <a:pt x="4278" y="11029"/>
                        <a:pt x="4614" y="11029"/>
                        <a:pt x="4950" y="10937"/>
                      </a:cubicBezTo>
                      <a:cubicBezTo>
                        <a:pt x="5377" y="10785"/>
                        <a:pt x="5836" y="10418"/>
                        <a:pt x="5836" y="9899"/>
                      </a:cubicBezTo>
                      <a:cubicBezTo>
                        <a:pt x="5836" y="9654"/>
                        <a:pt x="5744" y="9440"/>
                        <a:pt x="5683" y="9257"/>
                      </a:cubicBezTo>
                      <a:lnTo>
                        <a:pt x="3636" y="4583"/>
                      </a:lnTo>
                      <a:cubicBezTo>
                        <a:pt x="3422" y="4094"/>
                        <a:pt x="3208" y="3575"/>
                        <a:pt x="2811" y="3147"/>
                      </a:cubicBezTo>
                      <a:cubicBezTo>
                        <a:pt x="2659" y="2964"/>
                        <a:pt x="2445" y="2781"/>
                        <a:pt x="2261" y="2628"/>
                      </a:cubicBezTo>
                      <a:cubicBezTo>
                        <a:pt x="2048" y="2445"/>
                        <a:pt x="1864" y="2292"/>
                        <a:pt x="1712" y="2109"/>
                      </a:cubicBezTo>
                      <a:cubicBezTo>
                        <a:pt x="1956" y="1437"/>
                        <a:pt x="2109" y="734"/>
                        <a:pt x="2200" y="32"/>
                      </a:cubicBezTo>
                      <a:lnTo>
                        <a:pt x="1834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8" name="Google Shape;1138;p35"/>
                <p:cNvSpPr/>
                <p:nvPr/>
              </p:nvSpPr>
              <p:spPr>
                <a:xfrm>
                  <a:off x="849850" y="1516400"/>
                  <a:ext cx="164225" cy="5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9" h="2200" extrusionOk="0">
                      <a:moveTo>
                        <a:pt x="6293" y="0"/>
                      </a:moveTo>
                      <a:cubicBezTo>
                        <a:pt x="5407" y="947"/>
                        <a:pt x="4063" y="1558"/>
                        <a:pt x="2261" y="1772"/>
                      </a:cubicBezTo>
                      <a:cubicBezTo>
                        <a:pt x="2015" y="1807"/>
                        <a:pt x="1747" y="1834"/>
                        <a:pt x="1474" y="1834"/>
                      </a:cubicBezTo>
                      <a:cubicBezTo>
                        <a:pt x="1033" y="1834"/>
                        <a:pt x="579" y="1766"/>
                        <a:pt x="184" y="1558"/>
                      </a:cubicBezTo>
                      <a:lnTo>
                        <a:pt x="0" y="1894"/>
                      </a:lnTo>
                      <a:cubicBezTo>
                        <a:pt x="459" y="2139"/>
                        <a:pt x="978" y="2200"/>
                        <a:pt x="1467" y="2200"/>
                      </a:cubicBezTo>
                      <a:cubicBezTo>
                        <a:pt x="1742" y="2200"/>
                        <a:pt x="2047" y="2200"/>
                        <a:pt x="2291" y="2139"/>
                      </a:cubicBezTo>
                      <a:cubicBezTo>
                        <a:pt x="4185" y="1925"/>
                        <a:pt x="5621" y="1284"/>
                        <a:pt x="6568" y="275"/>
                      </a:cubicBezTo>
                      <a:lnTo>
                        <a:pt x="629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9" name="Google Shape;1139;p35"/>
                <p:cNvSpPr/>
                <p:nvPr/>
              </p:nvSpPr>
              <p:spPr>
                <a:xfrm>
                  <a:off x="730700" y="1349150"/>
                  <a:ext cx="90900" cy="6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6" h="2567" extrusionOk="0">
                      <a:moveTo>
                        <a:pt x="3605" y="0"/>
                      </a:moveTo>
                      <a:lnTo>
                        <a:pt x="2964" y="245"/>
                      </a:lnTo>
                      <a:cubicBezTo>
                        <a:pt x="2811" y="306"/>
                        <a:pt x="2658" y="398"/>
                        <a:pt x="2506" y="398"/>
                      </a:cubicBezTo>
                      <a:cubicBezTo>
                        <a:pt x="2261" y="398"/>
                        <a:pt x="2047" y="275"/>
                        <a:pt x="1803" y="275"/>
                      </a:cubicBezTo>
                      <a:cubicBezTo>
                        <a:pt x="1528" y="275"/>
                        <a:pt x="1284" y="459"/>
                        <a:pt x="1100" y="642"/>
                      </a:cubicBezTo>
                      <a:cubicBezTo>
                        <a:pt x="673" y="1039"/>
                        <a:pt x="337" y="1497"/>
                        <a:pt x="92" y="2017"/>
                      </a:cubicBezTo>
                      <a:cubicBezTo>
                        <a:pt x="31" y="2139"/>
                        <a:pt x="1" y="2230"/>
                        <a:pt x="1" y="2353"/>
                      </a:cubicBezTo>
                      <a:cubicBezTo>
                        <a:pt x="31" y="2444"/>
                        <a:pt x="123" y="2566"/>
                        <a:pt x="215" y="2566"/>
                      </a:cubicBezTo>
                      <a:cubicBezTo>
                        <a:pt x="337" y="2566"/>
                        <a:pt x="398" y="2475"/>
                        <a:pt x="459" y="2414"/>
                      </a:cubicBezTo>
                      <a:cubicBezTo>
                        <a:pt x="1162" y="1650"/>
                        <a:pt x="2109" y="1222"/>
                        <a:pt x="3056" y="795"/>
                      </a:cubicBezTo>
                      <a:cubicBezTo>
                        <a:pt x="3178" y="734"/>
                        <a:pt x="3300" y="672"/>
                        <a:pt x="3392" y="581"/>
                      </a:cubicBezTo>
                      <a:cubicBezTo>
                        <a:pt x="3544" y="428"/>
                        <a:pt x="3636" y="214"/>
                        <a:pt x="36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0" name="Google Shape;1140;p35"/>
                <p:cNvSpPr/>
                <p:nvPr/>
              </p:nvSpPr>
              <p:spPr>
                <a:xfrm>
                  <a:off x="946825" y="1248275"/>
                  <a:ext cx="49675" cy="4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7" h="1653" extrusionOk="0">
                      <a:moveTo>
                        <a:pt x="1515" y="0"/>
                      </a:moveTo>
                      <a:cubicBezTo>
                        <a:pt x="1499" y="0"/>
                        <a:pt x="1483" y="1"/>
                        <a:pt x="1467" y="3"/>
                      </a:cubicBezTo>
                      <a:cubicBezTo>
                        <a:pt x="1223" y="34"/>
                        <a:pt x="1009" y="247"/>
                        <a:pt x="826" y="431"/>
                      </a:cubicBezTo>
                      <a:cubicBezTo>
                        <a:pt x="673" y="645"/>
                        <a:pt x="490" y="858"/>
                        <a:pt x="276" y="950"/>
                      </a:cubicBezTo>
                      <a:cubicBezTo>
                        <a:pt x="215" y="981"/>
                        <a:pt x="123" y="1011"/>
                        <a:pt x="93" y="1072"/>
                      </a:cubicBezTo>
                      <a:cubicBezTo>
                        <a:pt x="1" y="1164"/>
                        <a:pt x="31" y="1347"/>
                        <a:pt x="62" y="1469"/>
                      </a:cubicBezTo>
                      <a:cubicBezTo>
                        <a:pt x="62" y="1561"/>
                        <a:pt x="93" y="1653"/>
                        <a:pt x="184" y="1653"/>
                      </a:cubicBezTo>
                      <a:cubicBezTo>
                        <a:pt x="215" y="1653"/>
                        <a:pt x="245" y="1622"/>
                        <a:pt x="245" y="1592"/>
                      </a:cubicBezTo>
                      <a:cubicBezTo>
                        <a:pt x="795" y="1255"/>
                        <a:pt x="1345" y="981"/>
                        <a:pt x="1895" y="767"/>
                      </a:cubicBezTo>
                      <a:lnTo>
                        <a:pt x="1895" y="797"/>
                      </a:lnTo>
                      <a:cubicBezTo>
                        <a:pt x="1925" y="675"/>
                        <a:pt x="1987" y="553"/>
                        <a:pt x="1987" y="461"/>
                      </a:cubicBezTo>
                      <a:cubicBezTo>
                        <a:pt x="1987" y="204"/>
                        <a:pt x="1746" y="0"/>
                        <a:pt x="151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1" name="Google Shape;1141;p35"/>
                <p:cNvSpPr/>
                <p:nvPr/>
              </p:nvSpPr>
              <p:spPr>
                <a:xfrm>
                  <a:off x="1972500" y="3124775"/>
                  <a:ext cx="100075" cy="10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3" h="4308" extrusionOk="0">
                      <a:moveTo>
                        <a:pt x="3636" y="0"/>
                      </a:moveTo>
                      <a:cubicBezTo>
                        <a:pt x="3300" y="978"/>
                        <a:pt x="2536" y="1772"/>
                        <a:pt x="1833" y="2414"/>
                      </a:cubicBezTo>
                      <a:cubicBezTo>
                        <a:pt x="1253" y="2994"/>
                        <a:pt x="642" y="3514"/>
                        <a:pt x="0" y="4033"/>
                      </a:cubicBezTo>
                      <a:lnTo>
                        <a:pt x="214" y="4308"/>
                      </a:lnTo>
                      <a:cubicBezTo>
                        <a:pt x="886" y="3819"/>
                        <a:pt x="1497" y="3269"/>
                        <a:pt x="2108" y="2689"/>
                      </a:cubicBezTo>
                      <a:cubicBezTo>
                        <a:pt x="2811" y="2017"/>
                        <a:pt x="3605" y="1161"/>
                        <a:pt x="4002" y="123"/>
                      </a:cubicBezTo>
                      <a:lnTo>
                        <a:pt x="363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2" name="Google Shape;1142;p35"/>
                <p:cNvSpPr/>
                <p:nvPr/>
              </p:nvSpPr>
              <p:spPr>
                <a:xfrm>
                  <a:off x="1978600" y="3140800"/>
                  <a:ext cx="130625" cy="16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5" h="6508" extrusionOk="0">
                      <a:moveTo>
                        <a:pt x="5164" y="1"/>
                      </a:moveTo>
                      <a:lnTo>
                        <a:pt x="4797" y="32"/>
                      </a:lnTo>
                      <a:cubicBezTo>
                        <a:pt x="4858" y="520"/>
                        <a:pt x="4644" y="1009"/>
                        <a:pt x="4400" y="1467"/>
                      </a:cubicBezTo>
                      <a:cubicBezTo>
                        <a:pt x="3544" y="3117"/>
                        <a:pt x="1437" y="5255"/>
                        <a:pt x="1" y="6202"/>
                      </a:cubicBezTo>
                      <a:lnTo>
                        <a:pt x="184" y="6508"/>
                      </a:lnTo>
                      <a:cubicBezTo>
                        <a:pt x="1681" y="5561"/>
                        <a:pt x="3819" y="3422"/>
                        <a:pt x="4736" y="1620"/>
                      </a:cubicBezTo>
                      <a:cubicBezTo>
                        <a:pt x="4980" y="1131"/>
                        <a:pt x="5225" y="581"/>
                        <a:pt x="516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3" name="Google Shape;1143;p35"/>
                <p:cNvSpPr/>
                <p:nvPr/>
              </p:nvSpPr>
              <p:spPr>
                <a:xfrm>
                  <a:off x="1982425" y="3221775"/>
                  <a:ext cx="131375" cy="13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5" h="5255" extrusionOk="0">
                      <a:moveTo>
                        <a:pt x="4919" y="0"/>
                      </a:moveTo>
                      <a:cubicBezTo>
                        <a:pt x="3728" y="2016"/>
                        <a:pt x="2017" y="3727"/>
                        <a:pt x="1" y="4918"/>
                      </a:cubicBezTo>
                      <a:lnTo>
                        <a:pt x="184" y="5254"/>
                      </a:lnTo>
                      <a:cubicBezTo>
                        <a:pt x="2261" y="4002"/>
                        <a:pt x="4002" y="2261"/>
                        <a:pt x="5255" y="183"/>
                      </a:cubicBezTo>
                      <a:lnTo>
                        <a:pt x="491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4" name="Google Shape;1144;p35"/>
                <p:cNvSpPr/>
                <p:nvPr/>
              </p:nvSpPr>
              <p:spPr>
                <a:xfrm>
                  <a:off x="1455475" y="2149675"/>
                  <a:ext cx="91675" cy="18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7" h="7582" extrusionOk="0">
                      <a:moveTo>
                        <a:pt x="1695" y="0"/>
                      </a:moveTo>
                      <a:cubicBezTo>
                        <a:pt x="1421" y="0"/>
                        <a:pt x="1139" y="161"/>
                        <a:pt x="978" y="391"/>
                      </a:cubicBezTo>
                      <a:cubicBezTo>
                        <a:pt x="733" y="697"/>
                        <a:pt x="672" y="1094"/>
                        <a:pt x="642" y="1460"/>
                      </a:cubicBezTo>
                      <a:cubicBezTo>
                        <a:pt x="428" y="3018"/>
                        <a:pt x="214" y="4546"/>
                        <a:pt x="61" y="6104"/>
                      </a:cubicBezTo>
                      <a:cubicBezTo>
                        <a:pt x="0" y="6531"/>
                        <a:pt x="0" y="7051"/>
                        <a:pt x="306" y="7356"/>
                      </a:cubicBezTo>
                      <a:cubicBezTo>
                        <a:pt x="476" y="7515"/>
                        <a:pt x="684" y="7581"/>
                        <a:pt x="902" y="7581"/>
                      </a:cubicBezTo>
                      <a:cubicBezTo>
                        <a:pt x="1271" y="7581"/>
                        <a:pt x="1667" y="7392"/>
                        <a:pt x="1955" y="7142"/>
                      </a:cubicBezTo>
                      <a:cubicBezTo>
                        <a:pt x="2688" y="6531"/>
                        <a:pt x="3147" y="5646"/>
                        <a:pt x="3391" y="4699"/>
                      </a:cubicBezTo>
                      <a:cubicBezTo>
                        <a:pt x="3635" y="3782"/>
                        <a:pt x="3666" y="2805"/>
                        <a:pt x="3574" y="1858"/>
                      </a:cubicBezTo>
                      <a:cubicBezTo>
                        <a:pt x="3544" y="1277"/>
                        <a:pt x="3361" y="575"/>
                        <a:pt x="2811" y="422"/>
                      </a:cubicBezTo>
                      <a:cubicBezTo>
                        <a:pt x="2658" y="391"/>
                        <a:pt x="2505" y="391"/>
                        <a:pt x="2383" y="330"/>
                      </a:cubicBezTo>
                      <a:cubicBezTo>
                        <a:pt x="2230" y="269"/>
                        <a:pt x="2108" y="147"/>
                        <a:pt x="1955" y="55"/>
                      </a:cubicBezTo>
                      <a:cubicBezTo>
                        <a:pt x="1872" y="18"/>
                        <a:pt x="1784" y="0"/>
                        <a:pt x="1695" y="0"/>
                      </a:cubicBezTo>
                      <a:close/>
                    </a:path>
                  </a:pathLst>
                </a:custGeom>
                <a:solidFill>
                  <a:srgbClr val="A779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5" name="Google Shape;1145;p35"/>
                <p:cNvSpPr/>
                <p:nvPr/>
              </p:nvSpPr>
              <p:spPr>
                <a:xfrm>
                  <a:off x="1532600" y="2162500"/>
                  <a:ext cx="88625" cy="16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5" h="6785" extrusionOk="0">
                      <a:moveTo>
                        <a:pt x="1803" y="0"/>
                      </a:moveTo>
                      <a:cubicBezTo>
                        <a:pt x="1559" y="62"/>
                        <a:pt x="1406" y="306"/>
                        <a:pt x="1284" y="520"/>
                      </a:cubicBezTo>
                      <a:cubicBezTo>
                        <a:pt x="550" y="1986"/>
                        <a:pt x="92" y="3636"/>
                        <a:pt x="1" y="5285"/>
                      </a:cubicBezTo>
                      <a:cubicBezTo>
                        <a:pt x="1" y="5621"/>
                        <a:pt x="1" y="5957"/>
                        <a:pt x="123" y="6263"/>
                      </a:cubicBezTo>
                      <a:cubicBezTo>
                        <a:pt x="267" y="6551"/>
                        <a:pt x="547" y="6785"/>
                        <a:pt x="860" y="6785"/>
                      </a:cubicBezTo>
                      <a:cubicBezTo>
                        <a:pt x="879" y="6785"/>
                        <a:pt x="898" y="6784"/>
                        <a:pt x="917" y="6782"/>
                      </a:cubicBezTo>
                      <a:cubicBezTo>
                        <a:pt x="1070" y="6752"/>
                        <a:pt x="1223" y="6660"/>
                        <a:pt x="1345" y="6568"/>
                      </a:cubicBezTo>
                      <a:cubicBezTo>
                        <a:pt x="2292" y="5896"/>
                        <a:pt x="2842" y="4797"/>
                        <a:pt x="3208" y="3697"/>
                      </a:cubicBezTo>
                      <a:cubicBezTo>
                        <a:pt x="3422" y="3116"/>
                        <a:pt x="3544" y="2475"/>
                        <a:pt x="3483" y="1864"/>
                      </a:cubicBezTo>
                      <a:cubicBezTo>
                        <a:pt x="3422" y="1222"/>
                        <a:pt x="3147" y="581"/>
                        <a:pt x="2597" y="245"/>
                      </a:cubicBezTo>
                      <a:cubicBezTo>
                        <a:pt x="2444" y="153"/>
                        <a:pt x="2261" y="62"/>
                        <a:pt x="2047" y="31"/>
                      </a:cubicBezTo>
                      <a:cubicBezTo>
                        <a:pt x="1986" y="0"/>
                        <a:pt x="1864" y="0"/>
                        <a:pt x="1803" y="0"/>
                      </a:cubicBezTo>
                      <a:close/>
                    </a:path>
                  </a:pathLst>
                </a:custGeom>
                <a:solidFill>
                  <a:srgbClr val="A779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6" name="Google Shape;1146;p35"/>
                <p:cNvSpPr/>
                <p:nvPr/>
              </p:nvSpPr>
              <p:spPr>
                <a:xfrm>
                  <a:off x="1602875" y="2189825"/>
                  <a:ext cx="97775" cy="14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1" h="5852" extrusionOk="0">
                      <a:moveTo>
                        <a:pt x="2459" y="1"/>
                      </a:moveTo>
                      <a:cubicBezTo>
                        <a:pt x="2378" y="1"/>
                        <a:pt x="2265" y="72"/>
                        <a:pt x="2200" y="160"/>
                      </a:cubicBezTo>
                      <a:cubicBezTo>
                        <a:pt x="1191" y="1351"/>
                        <a:pt x="458" y="2787"/>
                        <a:pt x="92" y="4315"/>
                      </a:cubicBezTo>
                      <a:cubicBezTo>
                        <a:pt x="31" y="4589"/>
                        <a:pt x="0" y="4864"/>
                        <a:pt x="31" y="5139"/>
                      </a:cubicBezTo>
                      <a:cubicBezTo>
                        <a:pt x="61" y="5414"/>
                        <a:pt x="214" y="5659"/>
                        <a:pt x="458" y="5781"/>
                      </a:cubicBezTo>
                      <a:cubicBezTo>
                        <a:pt x="557" y="5830"/>
                        <a:pt x="663" y="5851"/>
                        <a:pt x="772" y="5851"/>
                      </a:cubicBezTo>
                      <a:cubicBezTo>
                        <a:pt x="999" y="5851"/>
                        <a:pt x="1239" y="5762"/>
                        <a:pt x="1466" y="5659"/>
                      </a:cubicBezTo>
                      <a:cubicBezTo>
                        <a:pt x="2872" y="4956"/>
                        <a:pt x="3819" y="3459"/>
                        <a:pt x="3910" y="1871"/>
                      </a:cubicBezTo>
                      <a:cubicBezTo>
                        <a:pt x="3910" y="1596"/>
                        <a:pt x="3880" y="1260"/>
                        <a:pt x="3758" y="985"/>
                      </a:cubicBezTo>
                      <a:cubicBezTo>
                        <a:pt x="3635" y="710"/>
                        <a:pt x="2841" y="99"/>
                        <a:pt x="2536" y="38"/>
                      </a:cubicBezTo>
                      <a:cubicBezTo>
                        <a:pt x="2518" y="12"/>
                        <a:pt x="2491" y="1"/>
                        <a:pt x="2459" y="1"/>
                      </a:cubicBezTo>
                      <a:close/>
                    </a:path>
                  </a:pathLst>
                </a:custGeom>
                <a:solidFill>
                  <a:srgbClr val="A779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7" name="Google Shape;1147;p35"/>
                <p:cNvSpPr/>
                <p:nvPr/>
              </p:nvSpPr>
              <p:spPr>
                <a:xfrm>
                  <a:off x="1640275" y="2288800"/>
                  <a:ext cx="89400" cy="8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6" h="3416" extrusionOk="0">
                      <a:moveTo>
                        <a:pt x="2667" y="0"/>
                      </a:moveTo>
                      <a:cubicBezTo>
                        <a:pt x="2492" y="0"/>
                        <a:pt x="2306" y="77"/>
                        <a:pt x="2139" y="172"/>
                      </a:cubicBezTo>
                      <a:cubicBezTo>
                        <a:pt x="1345" y="600"/>
                        <a:pt x="673" y="1241"/>
                        <a:pt x="245" y="2036"/>
                      </a:cubicBezTo>
                      <a:cubicBezTo>
                        <a:pt x="123" y="2250"/>
                        <a:pt x="31" y="2494"/>
                        <a:pt x="1" y="2738"/>
                      </a:cubicBezTo>
                      <a:cubicBezTo>
                        <a:pt x="1" y="2952"/>
                        <a:pt x="123" y="3227"/>
                        <a:pt x="337" y="3349"/>
                      </a:cubicBezTo>
                      <a:cubicBezTo>
                        <a:pt x="429" y="3404"/>
                        <a:pt x="531" y="3415"/>
                        <a:pt x="638" y="3415"/>
                      </a:cubicBezTo>
                      <a:cubicBezTo>
                        <a:pt x="710" y="3415"/>
                        <a:pt x="783" y="3410"/>
                        <a:pt x="856" y="3410"/>
                      </a:cubicBezTo>
                      <a:cubicBezTo>
                        <a:pt x="1589" y="3319"/>
                        <a:pt x="2323" y="3044"/>
                        <a:pt x="2842" y="2524"/>
                      </a:cubicBezTo>
                      <a:cubicBezTo>
                        <a:pt x="3361" y="1975"/>
                        <a:pt x="3575" y="1150"/>
                        <a:pt x="3270" y="478"/>
                      </a:cubicBezTo>
                      <a:cubicBezTo>
                        <a:pt x="3178" y="264"/>
                        <a:pt x="3025" y="81"/>
                        <a:pt x="2811" y="19"/>
                      </a:cubicBezTo>
                      <a:cubicBezTo>
                        <a:pt x="2764" y="6"/>
                        <a:pt x="2716" y="0"/>
                        <a:pt x="2667" y="0"/>
                      </a:cubicBezTo>
                      <a:close/>
                    </a:path>
                  </a:pathLst>
                </a:custGeom>
                <a:solidFill>
                  <a:srgbClr val="A779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8" name="Google Shape;1148;p35"/>
                <p:cNvSpPr/>
                <p:nvPr/>
              </p:nvSpPr>
              <p:spPr>
                <a:xfrm>
                  <a:off x="238875" y="2001950"/>
                  <a:ext cx="1000475" cy="144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9" h="57744" extrusionOk="0">
                      <a:moveTo>
                        <a:pt x="7494" y="0"/>
                      </a:moveTo>
                      <a:cubicBezTo>
                        <a:pt x="7400" y="0"/>
                        <a:pt x="7305" y="3"/>
                        <a:pt x="7210" y="7"/>
                      </a:cubicBezTo>
                      <a:cubicBezTo>
                        <a:pt x="4247" y="160"/>
                        <a:pt x="1833" y="2726"/>
                        <a:pt x="917" y="5567"/>
                      </a:cubicBezTo>
                      <a:cubicBezTo>
                        <a:pt x="1" y="8378"/>
                        <a:pt x="306" y="11432"/>
                        <a:pt x="673" y="14396"/>
                      </a:cubicBezTo>
                      <a:cubicBezTo>
                        <a:pt x="2169" y="26432"/>
                        <a:pt x="5224" y="39018"/>
                        <a:pt x="13839" y="47510"/>
                      </a:cubicBezTo>
                      <a:cubicBezTo>
                        <a:pt x="19552" y="53162"/>
                        <a:pt x="27280" y="56491"/>
                        <a:pt x="35223" y="57744"/>
                      </a:cubicBezTo>
                      <a:cubicBezTo>
                        <a:pt x="36109" y="53559"/>
                        <a:pt x="37667" y="49526"/>
                        <a:pt x="40019" y="45922"/>
                      </a:cubicBezTo>
                      <a:cubicBezTo>
                        <a:pt x="34979" y="43233"/>
                        <a:pt x="30549" y="39354"/>
                        <a:pt x="27402" y="34588"/>
                      </a:cubicBezTo>
                      <a:cubicBezTo>
                        <a:pt x="21843" y="26157"/>
                        <a:pt x="20254" y="15740"/>
                        <a:pt x="15641" y="6758"/>
                      </a:cubicBezTo>
                      <a:cubicBezTo>
                        <a:pt x="13943" y="3452"/>
                        <a:pt x="11171" y="0"/>
                        <a:pt x="749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49" name="Google Shape;1149;p35"/>
              <p:cNvGrpSpPr/>
              <p:nvPr/>
            </p:nvGrpSpPr>
            <p:grpSpPr>
              <a:xfrm>
                <a:off x="3029362" y="1201154"/>
                <a:ext cx="608529" cy="626128"/>
                <a:chOff x="4998570" y="1325956"/>
                <a:chExt cx="97850" cy="100675"/>
              </a:xfrm>
            </p:grpSpPr>
            <p:sp>
              <p:nvSpPr>
                <p:cNvPr id="1150" name="Google Shape;1150;p35"/>
                <p:cNvSpPr/>
                <p:nvPr/>
              </p:nvSpPr>
              <p:spPr>
                <a:xfrm>
                  <a:off x="5029345" y="1361731"/>
                  <a:ext cx="66600" cy="6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4" h="2596" extrusionOk="0">
                      <a:moveTo>
                        <a:pt x="1014" y="1"/>
                      </a:moveTo>
                      <a:cubicBezTo>
                        <a:pt x="901" y="1"/>
                        <a:pt x="790" y="23"/>
                        <a:pt x="690" y="73"/>
                      </a:cubicBezTo>
                      <a:cubicBezTo>
                        <a:pt x="338" y="244"/>
                        <a:pt x="216" y="679"/>
                        <a:pt x="137" y="1065"/>
                      </a:cubicBezTo>
                      <a:cubicBezTo>
                        <a:pt x="69" y="1387"/>
                        <a:pt x="1" y="1719"/>
                        <a:pt x="74" y="2037"/>
                      </a:cubicBezTo>
                      <a:cubicBezTo>
                        <a:pt x="135" y="2318"/>
                        <a:pt x="363" y="2595"/>
                        <a:pt x="649" y="2595"/>
                      </a:cubicBezTo>
                      <a:cubicBezTo>
                        <a:pt x="661" y="2595"/>
                        <a:pt x="673" y="2595"/>
                        <a:pt x="685" y="2594"/>
                      </a:cubicBezTo>
                      <a:cubicBezTo>
                        <a:pt x="1002" y="2565"/>
                        <a:pt x="1183" y="2223"/>
                        <a:pt x="1457" y="2056"/>
                      </a:cubicBezTo>
                      <a:cubicBezTo>
                        <a:pt x="1706" y="1905"/>
                        <a:pt x="2028" y="1905"/>
                        <a:pt x="2277" y="1749"/>
                      </a:cubicBezTo>
                      <a:cubicBezTo>
                        <a:pt x="2531" y="1578"/>
                        <a:pt x="2663" y="1236"/>
                        <a:pt x="2580" y="943"/>
                      </a:cubicBezTo>
                      <a:cubicBezTo>
                        <a:pt x="2497" y="654"/>
                        <a:pt x="2282" y="542"/>
                        <a:pt x="2033" y="425"/>
                      </a:cubicBezTo>
                      <a:cubicBezTo>
                        <a:pt x="1794" y="312"/>
                        <a:pt x="1593" y="136"/>
                        <a:pt x="1330" y="53"/>
                      </a:cubicBezTo>
                      <a:cubicBezTo>
                        <a:pt x="1228" y="20"/>
                        <a:pt x="1120" y="1"/>
                        <a:pt x="10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1" name="Google Shape;1151;p35"/>
                <p:cNvSpPr/>
                <p:nvPr/>
              </p:nvSpPr>
              <p:spPr>
                <a:xfrm>
                  <a:off x="5038620" y="1325956"/>
                  <a:ext cx="23600" cy="2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" h="1116" extrusionOk="0">
                      <a:moveTo>
                        <a:pt x="414" y="0"/>
                      </a:moveTo>
                      <a:cubicBezTo>
                        <a:pt x="390" y="0"/>
                        <a:pt x="367" y="3"/>
                        <a:pt x="343" y="9"/>
                      </a:cubicBezTo>
                      <a:cubicBezTo>
                        <a:pt x="123" y="63"/>
                        <a:pt x="1" y="351"/>
                        <a:pt x="74" y="654"/>
                      </a:cubicBezTo>
                      <a:cubicBezTo>
                        <a:pt x="136" y="926"/>
                        <a:pt x="335" y="1116"/>
                        <a:pt x="535" y="1116"/>
                      </a:cubicBezTo>
                      <a:cubicBezTo>
                        <a:pt x="557" y="1116"/>
                        <a:pt x="580" y="1113"/>
                        <a:pt x="602" y="1108"/>
                      </a:cubicBezTo>
                      <a:cubicBezTo>
                        <a:pt x="822" y="1054"/>
                        <a:pt x="944" y="766"/>
                        <a:pt x="871" y="463"/>
                      </a:cubicBezTo>
                      <a:cubicBezTo>
                        <a:pt x="810" y="193"/>
                        <a:pt x="612" y="0"/>
                        <a:pt x="41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2" name="Google Shape;1152;p35"/>
                <p:cNvSpPr/>
                <p:nvPr/>
              </p:nvSpPr>
              <p:spPr>
                <a:xfrm>
                  <a:off x="5073695" y="1337431"/>
                  <a:ext cx="22725" cy="2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9" h="1122" extrusionOk="0">
                      <a:moveTo>
                        <a:pt x="492" y="1"/>
                      </a:moveTo>
                      <a:cubicBezTo>
                        <a:pt x="284" y="1"/>
                        <a:pt x="90" y="216"/>
                        <a:pt x="49" y="503"/>
                      </a:cubicBezTo>
                      <a:cubicBezTo>
                        <a:pt x="0" y="810"/>
                        <a:pt x="147" y="1084"/>
                        <a:pt x="371" y="1118"/>
                      </a:cubicBezTo>
                      <a:cubicBezTo>
                        <a:pt x="387" y="1121"/>
                        <a:pt x="402" y="1122"/>
                        <a:pt x="418" y="1122"/>
                      </a:cubicBezTo>
                      <a:cubicBezTo>
                        <a:pt x="626" y="1122"/>
                        <a:pt x="819" y="911"/>
                        <a:pt x="860" y="625"/>
                      </a:cubicBezTo>
                      <a:cubicBezTo>
                        <a:pt x="909" y="317"/>
                        <a:pt x="762" y="39"/>
                        <a:pt x="538" y="4"/>
                      </a:cubicBezTo>
                      <a:cubicBezTo>
                        <a:pt x="522" y="2"/>
                        <a:pt x="507" y="1"/>
                        <a:pt x="49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3" name="Google Shape;1153;p35"/>
                <p:cNvSpPr/>
                <p:nvPr/>
              </p:nvSpPr>
              <p:spPr>
                <a:xfrm>
                  <a:off x="5009195" y="1339981"/>
                  <a:ext cx="26050" cy="2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" h="1027" extrusionOk="0">
                      <a:moveTo>
                        <a:pt x="379" y="0"/>
                      </a:moveTo>
                      <a:cubicBezTo>
                        <a:pt x="306" y="0"/>
                        <a:pt x="238" y="21"/>
                        <a:pt x="181" y="64"/>
                      </a:cubicBezTo>
                      <a:cubicBezTo>
                        <a:pt x="1" y="200"/>
                        <a:pt x="5" y="513"/>
                        <a:pt x="191" y="762"/>
                      </a:cubicBezTo>
                      <a:cubicBezTo>
                        <a:pt x="321" y="932"/>
                        <a:pt x="501" y="1027"/>
                        <a:pt x="659" y="1027"/>
                      </a:cubicBezTo>
                      <a:cubicBezTo>
                        <a:pt x="733" y="1027"/>
                        <a:pt x="803" y="1006"/>
                        <a:pt x="860" y="962"/>
                      </a:cubicBezTo>
                      <a:cubicBezTo>
                        <a:pt x="1041" y="826"/>
                        <a:pt x="1036" y="518"/>
                        <a:pt x="846" y="269"/>
                      </a:cubicBezTo>
                      <a:cubicBezTo>
                        <a:pt x="718" y="98"/>
                        <a:pt x="538" y="0"/>
                        <a:pt x="37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4" name="Google Shape;1154;p35"/>
                <p:cNvSpPr/>
                <p:nvPr/>
              </p:nvSpPr>
              <p:spPr>
                <a:xfrm>
                  <a:off x="4998570" y="1375781"/>
                  <a:ext cx="30075" cy="22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917" extrusionOk="0">
                      <a:moveTo>
                        <a:pt x="457" y="1"/>
                      </a:moveTo>
                      <a:cubicBezTo>
                        <a:pt x="312" y="1"/>
                        <a:pt x="186" y="57"/>
                        <a:pt x="118" y="166"/>
                      </a:cubicBezTo>
                      <a:cubicBezTo>
                        <a:pt x="1" y="361"/>
                        <a:pt x="123" y="649"/>
                        <a:pt x="386" y="810"/>
                      </a:cubicBezTo>
                      <a:cubicBezTo>
                        <a:pt x="503" y="882"/>
                        <a:pt x="629" y="917"/>
                        <a:pt x="744" y="917"/>
                      </a:cubicBezTo>
                      <a:cubicBezTo>
                        <a:pt x="889" y="917"/>
                        <a:pt x="1015" y="861"/>
                        <a:pt x="1080" y="752"/>
                      </a:cubicBezTo>
                      <a:cubicBezTo>
                        <a:pt x="1202" y="561"/>
                        <a:pt x="1080" y="273"/>
                        <a:pt x="816" y="107"/>
                      </a:cubicBezTo>
                      <a:cubicBezTo>
                        <a:pt x="698" y="36"/>
                        <a:pt x="571" y="1"/>
                        <a:pt x="4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pic>
        <p:nvPicPr>
          <p:cNvPr id="12" name="Picture 11" descr="A cartoon of a dog&#10;&#10;Description automatically generated">
            <a:extLst>
              <a:ext uri="{FF2B5EF4-FFF2-40B4-BE49-F238E27FC236}">
                <a16:creationId xmlns:a16="http://schemas.microsoft.com/office/drawing/2014/main" id="{921A2C79-290D-1DB6-2760-2BBF4B8A4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488" y="592059"/>
            <a:ext cx="1469872" cy="14476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7"/>
          <p:cNvSpPr txBox="1">
            <a:spLocks noGrp="1"/>
          </p:cNvSpPr>
          <p:nvPr>
            <p:ph type="title"/>
          </p:nvPr>
        </p:nvSpPr>
        <p:spPr>
          <a:xfrm>
            <a:off x="636872" y="3702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</a:t>
            </a:r>
            <a:r>
              <a:rPr lang="he-IL" dirty="0"/>
              <a:t>ECH</a:t>
            </a:r>
            <a:r>
              <a:rPr lang="en-US" dirty="0"/>
              <a:t> S</a:t>
            </a:r>
            <a:r>
              <a:rPr lang="he-IL" dirty="0"/>
              <a:t>TACK</a:t>
            </a:r>
            <a:endParaRPr dirty="0"/>
          </a:p>
        </p:txBody>
      </p:sp>
      <p:graphicFrame>
        <p:nvGraphicFramePr>
          <p:cNvPr id="738" name="Google Shape;738;p27"/>
          <p:cNvGraphicFramePr/>
          <p:nvPr>
            <p:extLst>
              <p:ext uri="{D42A27DB-BD31-4B8C-83A1-F6EECF244321}">
                <p14:modId xmlns:p14="http://schemas.microsoft.com/office/powerpoint/2010/main" val="264060643"/>
              </p:ext>
            </p:extLst>
          </p:nvPr>
        </p:nvGraphicFramePr>
        <p:xfrm>
          <a:off x="728311" y="1291695"/>
          <a:ext cx="7817171" cy="2560110"/>
        </p:xfrm>
        <a:graphic>
          <a:graphicData uri="http://schemas.openxmlformats.org/drawingml/2006/table">
            <a:tbl>
              <a:tblPr>
                <a:noFill/>
                <a:tableStyleId>{420E5770-4729-4EDA-8FD8-291B2AD45A78}</a:tableStyleId>
              </a:tblPr>
              <a:tblGrid>
                <a:gridCol w="2508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8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Cloud </a:t>
                      </a:r>
                      <a:r>
                        <a:rPr lang="en-US" sz="1100" b="1" i="0" u="none" strike="noStrike" cap="none" dirty="0" err="1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Firestore</a:t>
                      </a:r>
                      <a:endParaRPr sz="1100" b="1" i="0" u="none" strike="noStrike" cap="none" dirty="0">
                        <a:solidFill>
                          <a:schemeClr val="dk2"/>
                        </a:solidFill>
                        <a:uFill>
                          <a:noFill/>
                        </a:u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 dirty="0">
                          <a:latin typeface="MuktaMahee Regular" panose="020B0000000000000000" pitchFamily="34" charset="77"/>
                          <a:cs typeface="MuktaMahee Regular" panose="020B0000000000000000" pitchFamily="34" charset="77"/>
                        </a:rPr>
                        <a:t>NoSQL real-time database for storing dog profiles and chats</a:t>
                      </a:r>
                      <a:endParaRPr sz="1200" dirty="0">
                        <a:solidFill>
                          <a:schemeClr val="dk2"/>
                        </a:solidFill>
                        <a:latin typeface="MuktaMahee Regular" panose="020B0000000000000000" pitchFamily="34" charset="77"/>
                        <a:ea typeface="Open Sans"/>
                        <a:cs typeface="MuktaMahee Regular" panose="020B0000000000000000" pitchFamily="34" charset="77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Firebase Auth UI</a:t>
                      </a:r>
                      <a:endParaRPr sz="1100" b="1" i="0" u="none" strike="noStrike" cap="none" dirty="0">
                        <a:solidFill>
                          <a:schemeClr val="dk2"/>
                        </a:solidFill>
                        <a:uFill>
                          <a:noFill/>
                        </a:u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Secure and streamlined authentication (Email, Google, Phone)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MuktaMahee Regular" panose="020B0000000000000000" pitchFamily="34" charset="77"/>
                        <a:ea typeface="Open Sans"/>
                        <a:cs typeface="MuktaMahee Regular" panose="020B0000000000000000" pitchFamily="34" charset="77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Firebase Storage</a:t>
                      </a:r>
                      <a:endParaRPr sz="1100" b="1" i="0" u="none" strike="noStrike" cap="none" dirty="0">
                        <a:solidFill>
                          <a:schemeClr val="dk2"/>
                        </a:solidFill>
                        <a:uFill>
                          <a:noFill/>
                        </a:u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Cloud storage for user-uploaded dog images and dog park images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MuktaMahee Regular" panose="020B0000000000000000" pitchFamily="34" charset="77"/>
                        <a:ea typeface="Open Sans"/>
                        <a:cs typeface="MuktaMahee Regular" panose="020B0000000000000000" pitchFamily="34" charset="77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Google Maps SDK</a:t>
                      </a:r>
                      <a:endParaRPr sz="1100" b="1" i="0" u="none" strike="noStrike" cap="none" dirty="0">
                        <a:solidFill>
                          <a:schemeClr val="dk2"/>
                        </a:solidFill>
                        <a:uFill>
                          <a:noFill/>
                        </a:u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Interactive map interface to visualize dog parks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MuktaMahee Regular" panose="020B0000000000000000" pitchFamily="34" charset="77"/>
                        <a:ea typeface="Open Sans"/>
                        <a:cs typeface="MuktaMahee Regular" panose="020B0000000000000000" pitchFamily="34" charset="77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Google Play Services Location</a:t>
                      </a:r>
                      <a:endParaRPr sz="1100" b="1" i="0" u="none" strike="noStrike" cap="none" dirty="0">
                        <a:solidFill>
                          <a:schemeClr val="dk2"/>
                        </a:solidFill>
                        <a:uFill>
                          <a:noFill/>
                        </a:u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Real-time tracking of user proximity to parks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MuktaMahee Regular" panose="020B0000000000000000" pitchFamily="34" charset="77"/>
                        <a:ea typeface="Open Sans"/>
                        <a:cs typeface="MuktaMahee Regular" panose="020B0000000000000000" pitchFamily="34" charset="77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Navigation Component</a:t>
                      </a:r>
                      <a:endParaRPr sz="1100" b="1" i="0" u="none" strike="noStrike" cap="none" dirty="0">
                        <a:solidFill>
                          <a:schemeClr val="dk2"/>
                        </a:solidFill>
                        <a:uFill>
                          <a:noFill/>
                        </a:u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Managing fragment transitions and back-stack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MuktaMahee Regular" panose="020B0000000000000000" pitchFamily="34" charset="77"/>
                        <a:ea typeface="Open Sans"/>
                        <a:cs typeface="MuktaMahee Regular" panose="020B0000000000000000" pitchFamily="34" charset="77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Lifecycle (</a:t>
                      </a:r>
                      <a:r>
                        <a:rPr lang="en-US" sz="1100" b="1" i="0" u="none" strike="noStrike" cap="none" dirty="0" err="1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ViewModel</a:t>
                      </a:r>
                      <a:r>
                        <a:rPr lang="en-US" sz="1100" b="1" i="0" u="none" strike="noStrike" cap="none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 &amp; </a:t>
                      </a:r>
                      <a:r>
                        <a:rPr lang="en-US" sz="1100" b="1" i="0" u="none" strike="noStrike" cap="none" dirty="0" err="1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LiveData</a:t>
                      </a:r>
                      <a:r>
                        <a:rPr lang="en-US" sz="1100" b="1" i="0" u="none" strike="noStrike" cap="none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)</a:t>
                      </a:r>
                      <a:endParaRPr sz="1100" b="1" i="0" u="none" strike="noStrike" cap="none" dirty="0">
                        <a:solidFill>
                          <a:schemeClr val="dk2"/>
                        </a:solidFill>
                        <a:uFill>
                          <a:noFill/>
                        </a:u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Ensuring UI-data consistency and handling configuration changes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MuktaMahee Regular" panose="020B0000000000000000" pitchFamily="34" charset="77"/>
                        <a:ea typeface="Open Sans"/>
                        <a:cs typeface="MuktaMahee Regular" panose="020B0000000000000000" pitchFamily="34" charset="77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0548842"/>
                  </a:ext>
                </a:extLst>
              </a:tr>
            </a:tbl>
          </a:graphicData>
        </a:graphic>
      </p:graphicFrame>
      <p:pic>
        <p:nvPicPr>
          <p:cNvPr id="1026" name="Picture 2" descr="Firebase Brand Guidelines">
            <a:extLst>
              <a:ext uri="{FF2B5EF4-FFF2-40B4-BE49-F238E27FC236}">
                <a16:creationId xmlns:a16="http://schemas.microsoft.com/office/drawing/2014/main" id="{FF0E1809-205F-CB79-0C77-E102E8D48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276" y="3743845"/>
            <a:ext cx="1399655" cy="1399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oogle Icons - Free Download in SVG, PNG">
            <a:extLst>
              <a:ext uri="{FF2B5EF4-FFF2-40B4-BE49-F238E27FC236}">
                <a16:creationId xmlns:a16="http://schemas.microsoft.com/office/drawing/2014/main" id="{9550D052-8781-B34C-A118-91E2D45E4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897" y="4052747"/>
            <a:ext cx="781850" cy="78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5144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</a:t>
            </a:r>
            <a:r>
              <a:rPr lang="he-IL" dirty="0"/>
              <a:t>ECH</a:t>
            </a:r>
            <a:r>
              <a:rPr lang="en-US" dirty="0"/>
              <a:t> S</a:t>
            </a:r>
            <a:r>
              <a:rPr lang="he-IL" dirty="0"/>
              <a:t>TACK</a:t>
            </a:r>
            <a:endParaRPr dirty="0"/>
          </a:p>
        </p:txBody>
      </p:sp>
      <p:graphicFrame>
        <p:nvGraphicFramePr>
          <p:cNvPr id="738" name="Google Shape;738;p27"/>
          <p:cNvGraphicFramePr/>
          <p:nvPr>
            <p:extLst>
              <p:ext uri="{D42A27DB-BD31-4B8C-83A1-F6EECF244321}">
                <p14:modId xmlns:p14="http://schemas.microsoft.com/office/powerpoint/2010/main" val="1397508212"/>
              </p:ext>
            </p:extLst>
          </p:nvPr>
        </p:nvGraphicFramePr>
        <p:xfrm>
          <a:off x="720000" y="1305105"/>
          <a:ext cx="7833796" cy="2743020"/>
        </p:xfrm>
        <a:graphic>
          <a:graphicData uri="http://schemas.openxmlformats.org/drawingml/2006/table">
            <a:tbl>
              <a:tblPr>
                <a:noFill/>
                <a:tableStyleId>{420E5770-4729-4EDA-8FD8-291B2AD45A78}</a:tableStyleId>
              </a:tblPr>
              <a:tblGrid>
                <a:gridCol w="2513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0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 err="1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WorkManager</a:t>
                      </a:r>
                      <a:endParaRPr sz="1100" b="1" i="0" u="none" strike="noStrike" cap="none" dirty="0">
                        <a:solidFill>
                          <a:schemeClr val="dk2"/>
                        </a:solidFill>
                        <a:uFill>
                          <a:noFill/>
                        </a:u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e-IL" sz="1200" b="0" i="0" u="none" strike="noStrike" cap="none" dirty="0" err="1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H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andles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 the background timer to update presence status and send notifications, even if the app is closed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Lottie</a:t>
                      </a:r>
                      <a:endParaRPr sz="1100" b="1" i="0" u="none" strike="noStrike" cap="none" dirty="0">
                        <a:solidFill>
                          <a:schemeClr val="dk2"/>
                        </a:solidFill>
                        <a:uFill>
                          <a:noFill/>
                        </a:u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High</a:t>
                      </a:r>
                      <a:r>
                        <a:rPr lang="he-IL" sz="1200" b="0" i="0" u="none" strike="noStrike" cap="none" dirty="0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 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quality vector animations (Splash &amp; Login screens)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MuktaMahee Regular" panose="020B0000000000000000" pitchFamily="34" charset="77"/>
                        <a:ea typeface="Open Sans"/>
                        <a:cs typeface="MuktaMahee Regular" panose="020B0000000000000000" pitchFamily="34" charset="77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Glide</a:t>
                      </a:r>
                      <a:endParaRPr sz="1100" b="1" i="0" u="none" strike="noStrike" cap="none" dirty="0">
                        <a:solidFill>
                          <a:schemeClr val="dk2"/>
                        </a:solidFill>
                        <a:uFill>
                          <a:noFill/>
                        </a:u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Efficient image loading and caching for dog profiles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MuktaMahee Regular" panose="020B0000000000000000" pitchFamily="34" charset="77"/>
                        <a:ea typeface="Open Sans"/>
                        <a:cs typeface="MuktaMahee Regular" panose="020B0000000000000000" pitchFamily="34" charset="77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Android Image Cropper</a:t>
                      </a:r>
                      <a:endParaRPr sz="1100" b="1" i="0" u="none" strike="noStrike" cap="none" dirty="0">
                        <a:solidFill>
                          <a:schemeClr val="dk2"/>
                        </a:solidFill>
                        <a:uFill>
                          <a:noFill/>
                        </a:u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Providing a smooth UI for users to crop their dog's photos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MuktaMahee Regular" panose="020B0000000000000000" pitchFamily="34" charset="77"/>
                        <a:ea typeface="Open Sans"/>
                        <a:cs typeface="MuktaMahee Regular" panose="020B0000000000000000" pitchFamily="34" charset="77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Arial"/>
                        </a:rPr>
                        <a:t>OkHttp3</a:t>
                      </a:r>
                      <a:endParaRPr sz="1100" b="1" i="0" u="none" strike="noStrike" cap="none" dirty="0">
                        <a:solidFill>
                          <a:schemeClr val="dk2"/>
                        </a:solidFill>
                        <a:uFill>
                          <a:noFill/>
                        </a:u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0" i="0" u="none" strike="noStrike" cap="none" dirty="0" err="1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sym typeface="Arial"/>
                        </a:rPr>
                        <a:t>F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etches the official dog park data from the Tel Aviv Municipality API via HTTP requests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MuktaMahee Regular" panose="020B0000000000000000" pitchFamily="34" charset="77"/>
                        <a:ea typeface="Open Sans"/>
                        <a:cs typeface="MuktaMahee Regular" panose="020B0000000000000000" pitchFamily="34" charset="77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100" b="1" dirty="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GSON</a:t>
                      </a:r>
                      <a:endParaRPr sz="1100" b="1" dirty="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e-IL" sz="1200" b="0" i="0" u="none" strike="noStrike" cap="none" dirty="0" err="1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P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arse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MuktaMahee Regular" panose="020B0000000000000000" pitchFamily="34" charset="77"/>
                          <a:cs typeface="MuktaMahee Regular" panose="020B0000000000000000" pitchFamily="34" charset="77"/>
                          <a:sym typeface="Arial"/>
                        </a:rPr>
                        <a:t> JSON data from the Tel Aviv Municipality API into Kotlin objects for display and processing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050" name="Picture 2" descr="Lottiefiles Icons - Free Download in SVG, PNG">
            <a:extLst>
              <a:ext uri="{FF2B5EF4-FFF2-40B4-BE49-F238E27FC236}">
                <a16:creationId xmlns:a16="http://schemas.microsoft.com/office/drawing/2014/main" id="{A5E0D710-7EF3-3D6C-8D3C-DDFE4CCF9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953" y="3918412"/>
            <a:ext cx="1376218" cy="1376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Yağmur Erdoğan – Medium">
            <a:extLst>
              <a:ext uri="{FF2B5EF4-FFF2-40B4-BE49-F238E27FC236}">
                <a16:creationId xmlns:a16="http://schemas.microsoft.com/office/drawing/2014/main" id="{331F66B7-951B-779F-EA1A-DF6733D8D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7236" y="4137891"/>
            <a:ext cx="1401510" cy="937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oogle gson - Android SDK statistics">
            <a:extLst>
              <a:ext uri="{FF2B5EF4-FFF2-40B4-BE49-F238E27FC236}">
                <a16:creationId xmlns:a16="http://schemas.microsoft.com/office/drawing/2014/main" id="{80E41CD3-3BC6-51FC-C456-8B73B1B4D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086" y="3776403"/>
            <a:ext cx="1660236" cy="166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185CE1F1-EF25-8C85-83E6-F8582FD99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331" y="4313241"/>
            <a:ext cx="938496" cy="58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36"/>
          <p:cNvSpPr txBox="1">
            <a:spLocks noGrp="1"/>
          </p:cNvSpPr>
          <p:nvPr>
            <p:ph type="title"/>
          </p:nvPr>
        </p:nvSpPr>
        <p:spPr>
          <a:xfrm>
            <a:off x="632984" y="1651121"/>
            <a:ext cx="6350100" cy="149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THANK YOU</a:t>
            </a:r>
            <a:endParaRPr dirty="0"/>
          </a:p>
        </p:txBody>
      </p:sp>
      <p:grpSp>
        <p:nvGrpSpPr>
          <p:cNvPr id="1162" name="Google Shape;1162;p36"/>
          <p:cNvGrpSpPr/>
          <p:nvPr/>
        </p:nvGrpSpPr>
        <p:grpSpPr>
          <a:xfrm>
            <a:off x="6128942" y="809356"/>
            <a:ext cx="4176466" cy="4763598"/>
            <a:chOff x="6128942" y="809356"/>
            <a:chExt cx="4176466" cy="4763598"/>
          </a:xfrm>
        </p:grpSpPr>
        <p:sp>
          <p:nvSpPr>
            <p:cNvPr id="1163" name="Google Shape;1163;p36"/>
            <p:cNvSpPr/>
            <p:nvPr/>
          </p:nvSpPr>
          <p:spPr>
            <a:xfrm>
              <a:off x="6128942" y="809356"/>
              <a:ext cx="4176466" cy="4763598"/>
            </a:xfrm>
            <a:custGeom>
              <a:avLst/>
              <a:gdLst/>
              <a:ahLst/>
              <a:cxnLst/>
              <a:rect l="l" t="t" r="r" b="b"/>
              <a:pathLst>
                <a:path w="26362" h="30068" extrusionOk="0">
                  <a:moveTo>
                    <a:pt x="16107" y="1"/>
                  </a:moveTo>
                  <a:cubicBezTo>
                    <a:pt x="14580" y="1"/>
                    <a:pt x="13196" y="398"/>
                    <a:pt x="12317" y="784"/>
                  </a:cubicBezTo>
                  <a:cubicBezTo>
                    <a:pt x="10270" y="1678"/>
                    <a:pt x="8413" y="3290"/>
                    <a:pt x="7978" y="5708"/>
                  </a:cubicBezTo>
                  <a:cubicBezTo>
                    <a:pt x="7700" y="7252"/>
                    <a:pt x="7548" y="8957"/>
                    <a:pt x="6576" y="10159"/>
                  </a:cubicBezTo>
                  <a:cubicBezTo>
                    <a:pt x="4236" y="13061"/>
                    <a:pt x="0" y="13393"/>
                    <a:pt x="821" y="20785"/>
                  </a:cubicBezTo>
                  <a:cubicBezTo>
                    <a:pt x="1573" y="27576"/>
                    <a:pt x="5853" y="29335"/>
                    <a:pt x="10230" y="29926"/>
                  </a:cubicBezTo>
                  <a:cubicBezTo>
                    <a:pt x="10936" y="30021"/>
                    <a:pt x="11608" y="30067"/>
                    <a:pt x="12245" y="30067"/>
                  </a:cubicBezTo>
                  <a:cubicBezTo>
                    <a:pt x="26361" y="30067"/>
                    <a:pt x="24162" y="7655"/>
                    <a:pt x="23480" y="5757"/>
                  </a:cubicBezTo>
                  <a:cubicBezTo>
                    <a:pt x="21849" y="1202"/>
                    <a:pt x="18761" y="1"/>
                    <a:pt x="161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4" name="Google Shape;1164;p36"/>
            <p:cNvGrpSpPr/>
            <p:nvPr/>
          </p:nvGrpSpPr>
          <p:grpSpPr>
            <a:xfrm>
              <a:off x="6167279" y="2220486"/>
              <a:ext cx="2465147" cy="3215041"/>
              <a:chOff x="6128957" y="2445606"/>
              <a:chExt cx="2350893" cy="3066032"/>
            </a:xfrm>
          </p:grpSpPr>
          <p:sp>
            <p:nvSpPr>
              <p:cNvPr id="1165" name="Google Shape;1165;p36"/>
              <p:cNvSpPr/>
              <p:nvPr/>
            </p:nvSpPr>
            <p:spPr>
              <a:xfrm>
                <a:off x="7033726" y="2948608"/>
                <a:ext cx="951" cy="1743"/>
              </a:xfrm>
              <a:custGeom>
                <a:avLst/>
                <a:gdLst/>
                <a:ahLst/>
                <a:cxnLst/>
                <a:rect l="l" t="t" r="r" b="b"/>
                <a:pathLst>
                  <a:path w="6" h="11" extrusionOk="0">
                    <a:moveTo>
                      <a:pt x="6" y="0"/>
                    </a:moveTo>
                    <a:cubicBezTo>
                      <a:pt x="6" y="5"/>
                      <a:pt x="1" y="5"/>
                      <a:pt x="1" y="10"/>
                    </a:cubicBezTo>
                    <a:lnTo>
                      <a:pt x="1" y="10"/>
                    </a:lnTo>
                    <a:cubicBezTo>
                      <a:pt x="1" y="10"/>
                      <a:pt x="1" y="5"/>
                      <a:pt x="6" y="5"/>
                    </a:cubicBezTo>
                    <a:cubicBezTo>
                      <a:pt x="6" y="5"/>
                      <a:pt x="6" y="5"/>
                      <a:pt x="6" y="0"/>
                    </a:cubicBezTo>
                    <a:close/>
                  </a:path>
                </a:pathLst>
              </a:custGeom>
              <a:solidFill>
                <a:srgbClr val="222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36"/>
              <p:cNvSpPr/>
              <p:nvPr/>
            </p:nvSpPr>
            <p:spPr>
              <a:xfrm>
                <a:off x="6885915" y="3222526"/>
                <a:ext cx="272654" cy="83967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530" extrusionOk="0">
                    <a:moveTo>
                      <a:pt x="851" y="1"/>
                    </a:moveTo>
                    <a:cubicBezTo>
                      <a:pt x="831" y="1"/>
                      <a:pt x="817" y="11"/>
                      <a:pt x="807" y="30"/>
                    </a:cubicBezTo>
                    <a:cubicBezTo>
                      <a:pt x="807" y="30"/>
                      <a:pt x="807" y="35"/>
                      <a:pt x="802" y="45"/>
                    </a:cubicBezTo>
                    <a:cubicBezTo>
                      <a:pt x="797" y="74"/>
                      <a:pt x="792" y="98"/>
                      <a:pt x="787" y="128"/>
                    </a:cubicBezTo>
                    <a:cubicBezTo>
                      <a:pt x="743" y="289"/>
                      <a:pt x="670" y="377"/>
                      <a:pt x="558" y="411"/>
                    </a:cubicBezTo>
                    <a:cubicBezTo>
                      <a:pt x="520" y="421"/>
                      <a:pt x="481" y="426"/>
                      <a:pt x="442" y="426"/>
                    </a:cubicBezTo>
                    <a:cubicBezTo>
                      <a:pt x="313" y="426"/>
                      <a:pt x="181" y="372"/>
                      <a:pt x="98" y="274"/>
                    </a:cubicBezTo>
                    <a:cubicBezTo>
                      <a:pt x="88" y="261"/>
                      <a:pt x="74" y="255"/>
                      <a:pt x="60" y="255"/>
                    </a:cubicBezTo>
                    <a:cubicBezTo>
                      <a:pt x="47" y="255"/>
                      <a:pt x="34" y="260"/>
                      <a:pt x="25" y="269"/>
                    </a:cubicBezTo>
                    <a:cubicBezTo>
                      <a:pt x="6" y="284"/>
                      <a:pt x="1" y="318"/>
                      <a:pt x="20" y="338"/>
                    </a:cubicBezTo>
                    <a:cubicBezTo>
                      <a:pt x="126" y="462"/>
                      <a:pt x="282" y="529"/>
                      <a:pt x="442" y="529"/>
                    </a:cubicBezTo>
                    <a:cubicBezTo>
                      <a:pt x="453" y="529"/>
                      <a:pt x="464" y="529"/>
                      <a:pt x="475" y="528"/>
                    </a:cubicBezTo>
                    <a:cubicBezTo>
                      <a:pt x="514" y="524"/>
                      <a:pt x="548" y="519"/>
                      <a:pt x="587" y="509"/>
                    </a:cubicBezTo>
                    <a:cubicBezTo>
                      <a:pt x="719" y="470"/>
                      <a:pt x="812" y="372"/>
                      <a:pt x="866" y="211"/>
                    </a:cubicBezTo>
                    <a:cubicBezTo>
                      <a:pt x="934" y="309"/>
                      <a:pt x="1041" y="382"/>
                      <a:pt x="1188" y="416"/>
                    </a:cubicBezTo>
                    <a:cubicBezTo>
                      <a:pt x="1224" y="425"/>
                      <a:pt x="1261" y="429"/>
                      <a:pt x="1298" y="429"/>
                    </a:cubicBezTo>
                    <a:cubicBezTo>
                      <a:pt x="1452" y="429"/>
                      <a:pt x="1606" y="357"/>
                      <a:pt x="1701" y="235"/>
                    </a:cubicBezTo>
                    <a:cubicBezTo>
                      <a:pt x="1720" y="211"/>
                      <a:pt x="1716" y="182"/>
                      <a:pt x="1691" y="162"/>
                    </a:cubicBezTo>
                    <a:cubicBezTo>
                      <a:pt x="1683" y="156"/>
                      <a:pt x="1672" y="152"/>
                      <a:pt x="1662" y="152"/>
                    </a:cubicBezTo>
                    <a:cubicBezTo>
                      <a:pt x="1648" y="152"/>
                      <a:pt x="1634" y="158"/>
                      <a:pt x="1623" y="172"/>
                    </a:cubicBezTo>
                    <a:cubicBezTo>
                      <a:pt x="1544" y="271"/>
                      <a:pt x="1420" y="328"/>
                      <a:pt x="1295" y="328"/>
                    </a:cubicBezTo>
                    <a:cubicBezTo>
                      <a:pt x="1266" y="328"/>
                      <a:pt x="1236" y="325"/>
                      <a:pt x="1207" y="318"/>
                    </a:cubicBezTo>
                    <a:cubicBezTo>
                      <a:pt x="1080" y="284"/>
                      <a:pt x="988" y="221"/>
                      <a:pt x="939" y="133"/>
                    </a:cubicBezTo>
                    <a:cubicBezTo>
                      <a:pt x="919" y="103"/>
                      <a:pt x="909" y="74"/>
                      <a:pt x="905" y="40"/>
                    </a:cubicBezTo>
                    <a:lnTo>
                      <a:pt x="900" y="40"/>
                    </a:lnTo>
                    <a:cubicBezTo>
                      <a:pt x="895" y="15"/>
                      <a:pt x="875" y="1"/>
                      <a:pt x="8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6"/>
              <p:cNvSpPr/>
              <p:nvPr/>
            </p:nvSpPr>
            <p:spPr>
              <a:xfrm>
                <a:off x="7043074" y="2925161"/>
                <a:ext cx="210709" cy="264257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1668" extrusionOk="0">
                    <a:moveTo>
                      <a:pt x="124" y="0"/>
                    </a:moveTo>
                    <a:cubicBezTo>
                      <a:pt x="76" y="0"/>
                      <a:pt x="34" y="7"/>
                      <a:pt x="1" y="16"/>
                    </a:cubicBezTo>
                    <a:cubicBezTo>
                      <a:pt x="30" y="26"/>
                      <a:pt x="59" y="31"/>
                      <a:pt x="84" y="41"/>
                    </a:cubicBezTo>
                    <a:cubicBezTo>
                      <a:pt x="137" y="60"/>
                      <a:pt x="186" y="80"/>
                      <a:pt x="240" y="104"/>
                    </a:cubicBezTo>
                    <a:cubicBezTo>
                      <a:pt x="240" y="104"/>
                      <a:pt x="240" y="104"/>
                      <a:pt x="245" y="109"/>
                    </a:cubicBezTo>
                    <a:cubicBezTo>
                      <a:pt x="269" y="119"/>
                      <a:pt x="294" y="134"/>
                      <a:pt x="318" y="148"/>
                    </a:cubicBezTo>
                    <a:cubicBezTo>
                      <a:pt x="577" y="285"/>
                      <a:pt x="807" y="525"/>
                      <a:pt x="821" y="950"/>
                    </a:cubicBezTo>
                    <a:cubicBezTo>
                      <a:pt x="821" y="1028"/>
                      <a:pt x="831" y="1135"/>
                      <a:pt x="880" y="1213"/>
                    </a:cubicBezTo>
                    <a:cubicBezTo>
                      <a:pt x="919" y="1277"/>
                      <a:pt x="983" y="1321"/>
                      <a:pt x="1046" y="1370"/>
                    </a:cubicBezTo>
                    <a:cubicBezTo>
                      <a:pt x="1075" y="1389"/>
                      <a:pt x="1105" y="1409"/>
                      <a:pt x="1129" y="1428"/>
                    </a:cubicBezTo>
                    <a:cubicBezTo>
                      <a:pt x="1212" y="1497"/>
                      <a:pt x="1281" y="1580"/>
                      <a:pt x="1329" y="1668"/>
                    </a:cubicBezTo>
                    <a:cubicBezTo>
                      <a:pt x="1305" y="1570"/>
                      <a:pt x="1285" y="1472"/>
                      <a:pt x="1266" y="1370"/>
                    </a:cubicBezTo>
                    <a:cubicBezTo>
                      <a:pt x="1256" y="1306"/>
                      <a:pt x="1246" y="1238"/>
                      <a:pt x="1237" y="1169"/>
                    </a:cubicBezTo>
                    <a:cubicBezTo>
                      <a:pt x="1237" y="1165"/>
                      <a:pt x="1237" y="1155"/>
                      <a:pt x="1237" y="1150"/>
                    </a:cubicBezTo>
                    <a:cubicBezTo>
                      <a:pt x="1227" y="1077"/>
                      <a:pt x="1222" y="1003"/>
                      <a:pt x="1217" y="925"/>
                    </a:cubicBezTo>
                    <a:cubicBezTo>
                      <a:pt x="1066" y="705"/>
                      <a:pt x="807" y="383"/>
                      <a:pt x="616" y="222"/>
                    </a:cubicBezTo>
                    <a:cubicBezTo>
                      <a:pt x="509" y="129"/>
                      <a:pt x="411" y="70"/>
                      <a:pt x="328" y="41"/>
                    </a:cubicBezTo>
                    <a:cubicBezTo>
                      <a:pt x="323" y="41"/>
                      <a:pt x="323" y="36"/>
                      <a:pt x="318" y="36"/>
                    </a:cubicBezTo>
                    <a:cubicBezTo>
                      <a:pt x="245" y="10"/>
                      <a:pt x="180" y="0"/>
                      <a:pt x="12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36"/>
              <p:cNvSpPr/>
              <p:nvPr/>
            </p:nvSpPr>
            <p:spPr>
              <a:xfrm>
                <a:off x="7815558" y="4630298"/>
                <a:ext cx="7129" cy="1901"/>
              </a:xfrm>
              <a:custGeom>
                <a:avLst/>
                <a:gdLst/>
                <a:ahLst/>
                <a:cxnLst/>
                <a:rect l="l" t="t" r="r" b="b"/>
                <a:pathLst>
                  <a:path w="45" h="12" extrusionOk="0">
                    <a:moveTo>
                      <a:pt x="17" y="0"/>
                    </a:moveTo>
                    <a:cubicBezTo>
                      <a:pt x="11" y="0"/>
                      <a:pt x="5" y="2"/>
                      <a:pt x="0" y="2"/>
                    </a:cubicBezTo>
                    <a:cubicBezTo>
                      <a:pt x="15" y="6"/>
                      <a:pt x="30" y="11"/>
                      <a:pt x="44" y="11"/>
                    </a:cubicBezTo>
                    <a:cubicBezTo>
                      <a:pt x="44" y="6"/>
                      <a:pt x="39" y="6"/>
                      <a:pt x="34" y="6"/>
                    </a:cubicBezTo>
                    <a:cubicBezTo>
                      <a:pt x="30" y="2"/>
                      <a:pt x="24" y="0"/>
                      <a:pt x="17" y="0"/>
                    </a:cubicBezTo>
                    <a:close/>
                  </a:path>
                </a:pathLst>
              </a:custGeom>
              <a:solidFill>
                <a:srgbClr val="D5A8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36"/>
              <p:cNvSpPr/>
              <p:nvPr/>
            </p:nvSpPr>
            <p:spPr>
              <a:xfrm>
                <a:off x="6783731" y="3908351"/>
                <a:ext cx="41191" cy="41983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6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45" y="79"/>
                      <a:pt x="89" y="147"/>
                      <a:pt x="123" y="201"/>
                    </a:cubicBezTo>
                    <a:cubicBezTo>
                      <a:pt x="143" y="230"/>
                      <a:pt x="167" y="264"/>
                      <a:pt x="187" y="264"/>
                    </a:cubicBezTo>
                    <a:cubicBezTo>
                      <a:pt x="206" y="259"/>
                      <a:pt x="245" y="201"/>
                      <a:pt x="260" y="162"/>
                    </a:cubicBezTo>
                    <a:cubicBezTo>
                      <a:pt x="167" y="118"/>
                      <a:pt x="84" y="64"/>
                      <a:pt x="1" y="0"/>
                    </a:cubicBezTo>
                    <a:close/>
                  </a:path>
                </a:pathLst>
              </a:custGeom>
              <a:solidFill>
                <a:srgbClr val="A467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36"/>
              <p:cNvSpPr/>
              <p:nvPr/>
            </p:nvSpPr>
            <p:spPr>
              <a:xfrm>
                <a:off x="7168388" y="4396778"/>
                <a:ext cx="93948" cy="224492"/>
              </a:xfrm>
              <a:custGeom>
                <a:avLst/>
                <a:gdLst/>
                <a:ahLst/>
                <a:cxnLst/>
                <a:rect l="l" t="t" r="r" b="b"/>
                <a:pathLst>
                  <a:path w="593" h="1417" extrusionOk="0">
                    <a:moveTo>
                      <a:pt x="333" y="0"/>
                    </a:moveTo>
                    <a:cubicBezTo>
                      <a:pt x="319" y="39"/>
                      <a:pt x="299" y="78"/>
                      <a:pt x="284" y="117"/>
                    </a:cubicBezTo>
                    <a:cubicBezTo>
                      <a:pt x="201" y="303"/>
                      <a:pt x="108" y="494"/>
                      <a:pt x="1" y="674"/>
                    </a:cubicBezTo>
                    <a:lnTo>
                      <a:pt x="6" y="674"/>
                    </a:lnTo>
                    <a:cubicBezTo>
                      <a:pt x="216" y="948"/>
                      <a:pt x="411" y="1207"/>
                      <a:pt x="573" y="1417"/>
                    </a:cubicBezTo>
                    <a:cubicBezTo>
                      <a:pt x="577" y="1373"/>
                      <a:pt x="577" y="1329"/>
                      <a:pt x="577" y="1285"/>
                    </a:cubicBezTo>
                    <a:cubicBezTo>
                      <a:pt x="582" y="1168"/>
                      <a:pt x="587" y="1055"/>
                      <a:pt x="587" y="938"/>
                    </a:cubicBezTo>
                    <a:cubicBezTo>
                      <a:pt x="592" y="865"/>
                      <a:pt x="592" y="792"/>
                      <a:pt x="592" y="713"/>
                    </a:cubicBezTo>
                    <a:cubicBezTo>
                      <a:pt x="524" y="425"/>
                      <a:pt x="426" y="152"/>
                      <a:pt x="33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36"/>
              <p:cNvSpPr/>
              <p:nvPr/>
            </p:nvSpPr>
            <p:spPr>
              <a:xfrm>
                <a:off x="6426956" y="2871138"/>
                <a:ext cx="1092358" cy="1632595"/>
              </a:xfrm>
              <a:custGeom>
                <a:avLst/>
                <a:gdLst/>
                <a:ahLst/>
                <a:cxnLst/>
                <a:rect l="l" t="t" r="r" b="b"/>
                <a:pathLst>
                  <a:path w="6895" h="10305" extrusionOk="0">
                    <a:moveTo>
                      <a:pt x="4083" y="1177"/>
                    </a:moveTo>
                    <a:cubicBezTo>
                      <a:pt x="4113" y="1177"/>
                      <a:pt x="4166" y="1204"/>
                      <a:pt x="4212" y="1442"/>
                    </a:cubicBezTo>
                    <a:cubicBezTo>
                      <a:pt x="4261" y="1725"/>
                      <a:pt x="4197" y="1735"/>
                      <a:pt x="4173" y="1740"/>
                    </a:cubicBezTo>
                    <a:lnTo>
                      <a:pt x="4163" y="1740"/>
                    </a:lnTo>
                    <a:cubicBezTo>
                      <a:pt x="4161" y="1740"/>
                      <a:pt x="4158" y="1741"/>
                      <a:pt x="4156" y="1741"/>
                    </a:cubicBezTo>
                    <a:cubicBezTo>
                      <a:pt x="4122" y="1741"/>
                      <a:pt x="4072" y="1704"/>
                      <a:pt x="4026" y="1476"/>
                    </a:cubicBezTo>
                    <a:cubicBezTo>
                      <a:pt x="4017" y="1413"/>
                      <a:pt x="4012" y="1349"/>
                      <a:pt x="4012" y="1300"/>
                    </a:cubicBezTo>
                    <a:cubicBezTo>
                      <a:pt x="4012" y="1266"/>
                      <a:pt x="4012" y="1188"/>
                      <a:pt x="4070" y="1178"/>
                    </a:cubicBezTo>
                    <a:cubicBezTo>
                      <a:pt x="4074" y="1177"/>
                      <a:pt x="4078" y="1177"/>
                      <a:pt x="4083" y="1177"/>
                    </a:cubicBezTo>
                    <a:close/>
                    <a:moveTo>
                      <a:pt x="2637" y="1387"/>
                    </a:moveTo>
                    <a:cubicBezTo>
                      <a:pt x="2667" y="1387"/>
                      <a:pt x="2720" y="1414"/>
                      <a:pt x="2766" y="1652"/>
                    </a:cubicBezTo>
                    <a:cubicBezTo>
                      <a:pt x="2776" y="1716"/>
                      <a:pt x="2781" y="1779"/>
                      <a:pt x="2781" y="1828"/>
                    </a:cubicBezTo>
                    <a:cubicBezTo>
                      <a:pt x="2781" y="1862"/>
                      <a:pt x="2785" y="1940"/>
                      <a:pt x="2722" y="1950"/>
                    </a:cubicBezTo>
                    <a:lnTo>
                      <a:pt x="2712" y="1950"/>
                    </a:lnTo>
                    <a:cubicBezTo>
                      <a:pt x="2710" y="1950"/>
                      <a:pt x="2708" y="1951"/>
                      <a:pt x="2706" y="1951"/>
                    </a:cubicBezTo>
                    <a:cubicBezTo>
                      <a:pt x="2675" y="1951"/>
                      <a:pt x="2621" y="1914"/>
                      <a:pt x="2580" y="1686"/>
                    </a:cubicBezTo>
                    <a:cubicBezTo>
                      <a:pt x="2570" y="1623"/>
                      <a:pt x="2566" y="1559"/>
                      <a:pt x="2566" y="1510"/>
                    </a:cubicBezTo>
                    <a:cubicBezTo>
                      <a:pt x="2566" y="1476"/>
                      <a:pt x="2561" y="1398"/>
                      <a:pt x="2624" y="1388"/>
                    </a:cubicBezTo>
                    <a:cubicBezTo>
                      <a:pt x="2628" y="1388"/>
                      <a:pt x="2632" y="1387"/>
                      <a:pt x="2637" y="1387"/>
                    </a:cubicBezTo>
                    <a:close/>
                    <a:moveTo>
                      <a:pt x="3935" y="1915"/>
                    </a:moveTo>
                    <a:cubicBezTo>
                      <a:pt x="4065" y="1915"/>
                      <a:pt x="4196" y="1926"/>
                      <a:pt x="4324" y="1950"/>
                    </a:cubicBezTo>
                    <a:cubicBezTo>
                      <a:pt x="4354" y="1955"/>
                      <a:pt x="4368" y="1979"/>
                      <a:pt x="4363" y="2009"/>
                    </a:cubicBezTo>
                    <a:cubicBezTo>
                      <a:pt x="4359" y="2031"/>
                      <a:pt x="4339" y="2049"/>
                      <a:pt x="4314" y="2049"/>
                    </a:cubicBezTo>
                    <a:cubicBezTo>
                      <a:pt x="4311" y="2049"/>
                      <a:pt x="4308" y="2048"/>
                      <a:pt x="4305" y="2048"/>
                    </a:cubicBezTo>
                    <a:cubicBezTo>
                      <a:pt x="4197" y="2028"/>
                      <a:pt x="4085" y="2018"/>
                      <a:pt x="3973" y="2018"/>
                    </a:cubicBezTo>
                    <a:cubicBezTo>
                      <a:pt x="4007" y="2067"/>
                      <a:pt x="4017" y="2126"/>
                      <a:pt x="3992" y="2189"/>
                    </a:cubicBezTo>
                    <a:cubicBezTo>
                      <a:pt x="3968" y="2268"/>
                      <a:pt x="3904" y="2331"/>
                      <a:pt x="3836" y="2351"/>
                    </a:cubicBezTo>
                    <a:cubicBezTo>
                      <a:pt x="3885" y="2439"/>
                      <a:pt x="3977" y="2502"/>
                      <a:pt x="4104" y="2536"/>
                    </a:cubicBezTo>
                    <a:cubicBezTo>
                      <a:pt x="4133" y="2543"/>
                      <a:pt x="4163" y="2546"/>
                      <a:pt x="4192" y="2546"/>
                    </a:cubicBezTo>
                    <a:cubicBezTo>
                      <a:pt x="4317" y="2546"/>
                      <a:pt x="4441" y="2489"/>
                      <a:pt x="4520" y="2390"/>
                    </a:cubicBezTo>
                    <a:cubicBezTo>
                      <a:pt x="4528" y="2376"/>
                      <a:pt x="4542" y="2370"/>
                      <a:pt x="4557" y="2370"/>
                    </a:cubicBezTo>
                    <a:cubicBezTo>
                      <a:pt x="4568" y="2370"/>
                      <a:pt x="4580" y="2374"/>
                      <a:pt x="4588" y="2380"/>
                    </a:cubicBezTo>
                    <a:cubicBezTo>
                      <a:pt x="4613" y="2400"/>
                      <a:pt x="4617" y="2429"/>
                      <a:pt x="4598" y="2453"/>
                    </a:cubicBezTo>
                    <a:cubicBezTo>
                      <a:pt x="4503" y="2575"/>
                      <a:pt x="4349" y="2647"/>
                      <a:pt x="4192" y="2647"/>
                    </a:cubicBezTo>
                    <a:cubicBezTo>
                      <a:pt x="4155" y="2647"/>
                      <a:pt x="4117" y="2643"/>
                      <a:pt x="4080" y="2634"/>
                    </a:cubicBezTo>
                    <a:cubicBezTo>
                      <a:pt x="3938" y="2600"/>
                      <a:pt x="3831" y="2527"/>
                      <a:pt x="3763" y="2429"/>
                    </a:cubicBezTo>
                    <a:cubicBezTo>
                      <a:pt x="3709" y="2590"/>
                      <a:pt x="3616" y="2688"/>
                      <a:pt x="3484" y="2727"/>
                    </a:cubicBezTo>
                    <a:cubicBezTo>
                      <a:pt x="3445" y="2737"/>
                      <a:pt x="3411" y="2742"/>
                      <a:pt x="3372" y="2746"/>
                    </a:cubicBezTo>
                    <a:cubicBezTo>
                      <a:pt x="3361" y="2747"/>
                      <a:pt x="3350" y="2747"/>
                      <a:pt x="3339" y="2747"/>
                    </a:cubicBezTo>
                    <a:cubicBezTo>
                      <a:pt x="3179" y="2747"/>
                      <a:pt x="3023" y="2680"/>
                      <a:pt x="2917" y="2556"/>
                    </a:cubicBezTo>
                    <a:cubicBezTo>
                      <a:pt x="2898" y="2536"/>
                      <a:pt x="2903" y="2502"/>
                      <a:pt x="2922" y="2487"/>
                    </a:cubicBezTo>
                    <a:cubicBezTo>
                      <a:pt x="2931" y="2478"/>
                      <a:pt x="2944" y="2473"/>
                      <a:pt x="2957" y="2473"/>
                    </a:cubicBezTo>
                    <a:cubicBezTo>
                      <a:pt x="2971" y="2473"/>
                      <a:pt x="2985" y="2479"/>
                      <a:pt x="2995" y="2492"/>
                    </a:cubicBezTo>
                    <a:cubicBezTo>
                      <a:pt x="3078" y="2590"/>
                      <a:pt x="3210" y="2644"/>
                      <a:pt x="3339" y="2644"/>
                    </a:cubicBezTo>
                    <a:cubicBezTo>
                      <a:pt x="3378" y="2644"/>
                      <a:pt x="3417" y="2639"/>
                      <a:pt x="3455" y="2629"/>
                    </a:cubicBezTo>
                    <a:cubicBezTo>
                      <a:pt x="3567" y="2595"/>
                      <a:pt x="3640" y="2507"/>
                      <a:pt x="3684" y="2346"/>
                    </a:cubicBezTo>
                    <a:cubicBezTo>
                      <a:pt x="3577" y="2307"/>
                      <a:pt x="3489" y="2209"/>
                      <a:pt x="3450" y="2116"/>
                    </a:cubicBezTo>
                    <a:cubicBezTo>
                      <a:pt x="3445" y="2102"/>
                      <a:pt x="3445" y="2087"/>
                      <a:pt x="3455" y="2072"/>
                    </a:cubicBezTo>
                    <a:lnTo>
                      <a:pt x="3455" y="2072"/>
                    </a:lnTo>
                    <a:cubicBezTo>
                      <a:pt x="3284" y="2111"/>
                      <a:pt x="3123" y="2170"/>
                      <a:pt x="2966" y="2253"/>
                    </a:cubicBezTo>
                    <a:cubicBezTo>
                      <a:pt x="2961" y="2253"/>
                      <a:pt x="2952" y="2258"/>
                      <a:pt x="2947" y="2258"/>
                    </a:cubicBezTo>
                    <a:cubicBezTo>
                      <a:pt x="2927" y="2258"/>
                      <a:pt x="2908" y="2248"/>
                      <a:pt x="2898" y="2229"/>
                    </a:cubicBezTo>
                    <a:cubicBezTo>
                      <a:pt x="2883" y="2209"/>
                      <a:pt x="2893" y="2175"/>
                      <a:pt x="2917" y="2165"/>
                    </a:cubicBezTo>
                    <a:cubicBezTo>
                      <a:pt x="3232" y="2001"/>
                      <a:pt x="3582" y="1915"/>
                      <a:pt x="3935" y="1915"/>
                    </a:cubicBezTo>
                    <a:close/>
                    <a:moveTo>
                      <a:pt x="3293" y="1"/>
                    </a:moveTo>
                    <a:cubicBezTo>
                      <a:pt x="3242" y="1"/>
                      <a:pt x="3188" y="20"/>
                      <a:pt x="3142" y="59"/>
                    </a:cubicBezTo>
                    <a:cubicBezTo>
                      <a:pt x="3088" y="103"/>
                      <a:pt x="3054" y="162"/>
                      <a:pt x="3020" y="216"/>
                    </a:cubicBezTo>
                    <a:cubicBezTo>
                      <a:pt x="2975" y="191"/>
                      <a:pt x="2863" y="142"/>
                      <a:pt x="2748" y="142"/>
                    </a:cubicBezTo>
                    <a:cubicBezTo>
                      <a:pt x="2701" y="142"/>
                      <a:pt x="2653" y="151"/>
                      <a:pt x="2610" y="172"/>
                    </a:cubicBezTo>
                    <a:cubicBezTo>
                      <a:pt x="2531" y="211"/>
                      <a:pt x="2478" y="284"/>
                      <a:pt x="2453" y="392"/>
                    </a:cubicBezTo>
                    <a:cubicBezTo>
                      <a:pt x="2219" y="445"/>
                      <a:pt x="1002" y="753"/>
                      <a:pt x="841" y="1325"/>
                    </a:cubicBezTo>
                    <a:cubicBezTo>
                      <a:pt x="836" y="1349"/>
                      <a:pt x="831" y="1374"/>
                      <a:pt x="826" y="1398"/>
                    </a:cubicBezTo>
                    <a:cubicBezTo>
                      <a:pt x="807" y="1476"/>
                      <a:pt x="787" y="1549"/>
                      <a:pt x="753" y="1613"/>
                    </a:cubicBezTo>
                    <a:cubicBezTo>
                      <a:pt x="709" y="1696"/>
                      <a:pt x="641" y="1760"/>
                      <a:pt x="572" y="1828"/>
                    </a:cubicBezTo>
                    <a:cubicBezTo>
                      <a:pt x="553" y="1843"/>
                      <a:pt x="533" y="1862"/>
                      <a:pt x="514" y="1882"/>
                    </a:cubicBezTo>
                    <a:cubicBezTo>
                      <a:pt x="440" y="1960"/>
                      <a:pt x="333" y="2082"/>
                      <a:pt x="323" y="2229"/>
                    </a:cubicBezTo>
                    <a:cubicBezTo>
                      <a:pt x="318" y="2316"/>
                      <a:pt x="348" y="2404"/>
                      <a:pt x="411" y="2468"/>
                    </a:cubicBezTo>
                    <a:cubicBezTo>
                      <a:pt x="426" y="2483"/>
                      <a:pt x="450" y="2502"/>
                      <a:pt x="470" y="2512"/>
                    </a:cubicBezTo>
                    <a:cubicBezTo>
                      <a:pt x="308" y="2654"/>
                      <a:pt x="211" y="2829"/>
                      <a:pt x="113" y="3064"/>
                    </a:cubicBezTo>
                    <a:lnTo>
                      <a:pt x="118" y="3059"/>
                    </a:lnTo>
                    <a:lnTo>
                      <a:pt x="118" y="3059"/>
                    </a:lnTo>
                    <a:cubicBezTo>
                      <a:pt x="1" y="3338"/>
                      <a:pt x="40" y="3655"/>
                      <a:pt x="211" y="3851"/>
                    </a:cubicBezTo>
                    <a:cubicBezTo>
                      <a:pt x="372" y="4026"/>
                      <a:pt x="616" y="4090"/>
                      <a:pt x="817" y="4144"/>
                    </a:cubicBezTo>
                    <a:cubicBezTo>
                      <a:pt x="912" y="4167"/>
                      <a:pt x="1017" y="4198"/>
                      <a:pt x="1126" y="4198"/>
                    </a:cubicBezTo>
                    <a:cubicBezTo>
                      <a:pt x="1133" y="4198"/>
                      <a:pt x="1141" y="4198"/>
                      <a:pt x="1149" y="4197"/>
                    </a:cubicBezTo>
                    <a:lnTo>
                      <a:pt x="1163" y="4197"/>
                    </a:lnTo>
                    <a:cubicBezTo>
                      <a:pt x="1207" y="4193"/>
                      <a:pt x="1256" y="4188"/>
                      <a:pt x="1300" y="4173"/>
                    </a:cubicBezTo>
                    <a:cubicBezTo>
                      <a:pt x="1315" y="4168"/>
                      <a:pt x="1330" y="4163"/>
                      <a:pt x="1344" y="4158"/>
                    </a:cubicBezTo>
                    <a:lnTo>
                      <a:pt x="1344" y="4158"/>
                    </a:lnTo>
                    <a:cubicBezTo>
                      <a:pt x="1334" y="4188"/>
                      <a:pt x="1325" y="4217"/>
                      <a:pt x="1320" y="4246"/>
                    </a:cubicBezTo>
                    <a:cubicBezTo>
                      <a:pt x="1320" y="4256"/>
                      <a:pt x="1315" y="4261"/>
                      <a:pt x="1315" y="4271"/>
                    </a:cubicBezTo>
                    <a:cubicBezTo>
                      <a:pt x="1281" y="4481"/>
                      <a:pt x="1315" y="4730"/>
                      <a:pt x="1388" y="4930"/>
                    </a:cubicBezTo>
                    <a:cubicBezTo>
                      <a:pt x="1403" y="4974"/>
                      <a:pt x="1417" y="5013"/>
                      <a:pt x="1437" y="5052"/>
                    </a:cubicBezTo>
                    <a:cubicBezTo>
                      <a:pt x="1437" y="5057"/>
                      <a:pt x="1437" y="5057"/>
                      <a:pt x="1442" y="5057"/>
                    </a:cubicBezTo>
                    <a:cubicBezTo>
                      <a:pt x="1461" y="5101"/>
                      <a:pt x="1486" y="5145"/>
                      <a:pt x="1510" y="5189"/>
                    </a:cubicBezTo>
                    <a:cubicBezTo>
                      <a:pt x="1540" y="5238"/>
                      <a:pt x="1564" y="5282"/>
                      <a:pt x="1584" y="5326"/>
                    </a:cubicBezTo>
                    <a:cubicBezTo>
                      <a:pt x="1632" y="5424"/>
                      <a:pt x="1657" y="5526"/>
                      <a:pt x="1686" y="5634"/>
                    </a:cubicBezTo>
                    <a:cubicBezTo>
                      <a:pt x="1691" y="5644"/>
                      <a:pt x="1691" y="5653"/>
                      <a:pt x="1696" y="5663"/>
                    </a:cubicBezTo>
                    <a:lnTo>
                      <a:pt x="1696" y="5668"/>
                    </a:lnTo>
                    <a:cubicBezTo>
                      <a:pt x="1711" y="5722"/>
                      <a:pt x="1730" y="5785"/>
                      <a:pt x="1750" y="5839"/>
                    </a:cubicBezTo>
                    <a:cubicBezTo>
                      <a:pt x="1808" y="6010"/>
                      <a:pt x="1896" y="6161"/>
                      <a:pt x="2004" y="6298"/>
                    </a:cubicBezTo>
                    <a:cubicBezTo>
                      <a:pt x="2077" y="6391"/>
                      <a:pt x="2165" y="6474"/>
                      <a:pt x="2253" y="6547"/>
                    </a:cubicBezTo>
                    <a:cubicBezTo>
                      <a:pt x="2336" y="6606"/>
                      <a:pt x="2419" y="6660"/>
                      <a:pt x="2512" y="6709"/>
                    </a:cubicBezTo>
                    <a:cubicBezTo>
                      <a:pt x="2522" y="6713"/>
                      <a:pt x="2536" y="6718"/>
                      <a:pt x="2546" y="6723"/>
                    </a:cubicBezTo>
                    <a:cubicBezTo>
                      <a:pt x="2566" y="6733"/>
                      <a:pt x="2585" y="6743"/>
                      <a:pt x="2605" y="6753"/>
                    </a:cubicBezTo>
                    <a:cubicBezTo>
                      <a:pt x="2629" y="6762"/>
                      <a:pt x="2658" y="6772"/>
                      <a:pt x="2683" y="6782"/>
                    </a:cubicBezTo>
                    <a:cubicBezTo>
                      <a:pt x="2702" y="6792"/>
                      <a:pt x="2727" y="6797"/>
                      <a:pt x="2746" y="6806"/>
                    </a:cubicBezTo>
                    <a:cubicBezTo>
                      <a:pt x="2761" y="6811"/>
                      <a:pt x="2781" y="6816"/>
                      <a:pt x="2795" y="6821"/>
                    </a:cubicBezTo>
                    <a:cubicBezTo>
                      <a:pt x="2815" y="6826"/>
                      <a:pt x="2834" y="6831"/>
                      <a:pt x="2859" y="6836"/>
                    </a:cubicBezTo>
                    <a:cubicBezTo>
                      <a:pt x="2878" y="6840"/>
                      <a:pt x="2898" y="6845"/>
                      <a:pt x="2917" y="6850"/>
                    </a:cubicBezTo>
                    <a:cubicBezTo>
                      <a:pt x="2952" y="6860"/>
                      <a:pt x="2986" y="6865"/>
                      <a:pt x="3020" y="6870"/>
                    </a:cubicBezTo>
                    <a:cubicBezTo>
                      <a:pt x="3025" y="7212"/>
                      <a:pt x="3000" y="7407"/>
                      <a:pt x="2966" y="7676"/>
                    </a:cubicBezTo>
                    <a:cubicBezTo>
                      <a:pt x="2952" y="7769"/>
                      <a:pt x="2942" y="7871"/>
                      <a:pt x="2927" y="7989"/>
                    </a:cubicBezTo>
                    <a:cubicBezTo>
                      <a:pt x="2952" y="8023"/>
                      <a:pt x="2986" y="8072"/>
                      <a:pt x="3030" y="8130"/>
                    </a:cubicBezTo>
                    <a:cubicBezTo>
                      <a:pt x="3049" y="8155"/>
                      <a:pt x="3069" y="8179"/>
                      <a:pt x="3088" y="8208"/>
                    </a:cubicBezTo>
                    <a:cubicBezTo>
                      <a:pt x="3406" y="8633"/>
                      <a:pt x="4051" y="9479"/>
                      <a:pt x="4617" y="10216"/>
                    </a:cubicBezTo>
                    <a:cubicBezTo>
                      <a:pt x="4642" y="10246"/>
                      <a:pt x="4661" y="10275"/>
                      <a:pt x="4686" y="10304"/>
                    </a:cubicBezTo>
                    <a:cubicBezTo>
                      <a:pt x="4788" y="10124"/>
                      <a:pt x="4881" y="9933"/>
                      <a:pt x="4964" y="9747"/>
                    </a:cubicBezTo>
                    <a:cubicBezTo>
                      <a:pt x="4979" y="9708"/>
                      <a:pt x="4999" y="9669"/>
                      <a:pt x="5013" y="9630"/>
                    </a:cubicBezTo>
                    <a:cubicBezTo>
                      <a:pt x="5194" y="9195"/>
                      <a:pt x="5316" y="8751"/>
                      <a:pt x="5399" y="8306"/>
                    </a:cubicBezTo>
                    <a:cubicBezTo>
                      <a:pt x="5399" y="8301"/>
                      <a:pt x="5399" y="8296"/>
                      <a:pt x="5399" y="8291"/>
                    </a:cubicBezTo>
                    <a:cubicBezTo>
                      <a:pt x="5433" y="8106"/>
                      <a:pt x="5463" y="7925"/>
                      <a:pt x="5477" y="7744"/>
                    </a:cubicBezTo>
                    <a:cubicBezTo>
                      <a:pt x="5477" y="7739"/>
                      <a:pt x="5477" y="7739"/>
                      <a:pt x="5477" y="7739"/>
                    </a:cubicBezTo>
                    <a:cubicBezTo>
                      <a:pt x="5551" y="7075"/>
                      <a:pt x="5531" y="6435"/>
                      <a:pt x="5472" y="5858"/>
                    </a:cubicBezTo>
                    <a:lnTo>
                      <a:pt x="5472" y="5858"/>
                    </a:lnTo>
                    <a:cubicBezTo>
                      <a:pt x="5554" y="5888"/>
                      <a:pt x="5635" y="5903"/>
                      <a:pt x="5719" y="5903"/>
                    </a:cubicBezTo>
                    <a:cubicBezTo>
                      <a:pt x="5731" y="5903"/>
                      <a:pt x="5744" y="5903"/>
                      <a:pt x="5756" y="5902"/>
                    </a:cubicBezTo>
                    <a:lnTo>
                      <a:pt x="5761" y="5902"/>
                    </a:lnTo>
                    <a:cubicBezTo>
                      <a:pt x="5766" y="5951"/>
                      <a:pt x="5766" y="6005"/>
                      <a:pt x="5770" y="6064"/>
                    </a:cubicBezTo>
                    <a:cubicBezTo>
                      <a:pt x="5775" y="6196"/>
                      <a:pt x="5780" y="6347"/>
                      <a:pt x="5795" y="6489"/>
                    </a:cubicBezTo>
                    <a:cubicBezTo>
                      <a:pt x="5805" y="6567"/>
                      <a:pt x="5814" y="6640"/>
                      <a:pt x="5829" y="6709"/>
                    </a:cubicBezTo>
                    <a:cubicBezTo>
                      <a:pt x="5844" y="6777"/>
                      <a:pt x="5863" y="6840"/>
                      <a:pt x="5888" y="6894"/>
                    </a:cubicBezTo>
                    <a:cubicBezTo>
                      <a:pt x="5961" y="7065"/>
                      <a:pt x="6122" y="7212"/>
                      <a:pt x="6293" y="7266"/>
                    </a:cubicBezTo>
                    <a:lnTo>
                      <a:pt x="6298" y="7266"/>
                    </a:lnTo>
                    <a:cubicBezTo>
                      <a:pt x="6342" y="7280"/>
                      <a:pt x="6381" y="7285"/>
                      <a:pt x="6420" y="7290"/>
                    </a:cubicBezTo>
                    <a:lnTo>
                      <a:pt x="6459" y="7290"/>
                    </a:lnTo>
                    <a:cubicBezTo>
                      <a:pt x="6484" y="7285"/>
                      <a:pt x="6508" y="7285"/>
                      <a:pt x="6528" y="7280"/>
                    </a:cubicBezTo>
                    <a:cubicBezTo>
                      <a:pt x="6572" y="7270"/>
                      <a:pt x="6611" y="7251"/>
                      <a:pt x="6650" y="7226"/>
                    </a:cubicBezTo>
                    <a:cubicBezTo>
                      <a:pt x="6669" y="7217"/>
                      <a:pt x="6684" y="7202"/>
                      <a:pt x="6699" y="7192"/>
                    </a:cubicBezTo>
                    <a:cubicBezTo>
                      <a:pt x="6733" y="7163"/>
                      <a:pt x="6762" y="7129"/>
                      <a:pt x="6787" y="7090"/>
                    </a:cubicBezTo>
                    <a:cubicBezTo>
                      <a:pt x="6889" y="6928"/>
                      <a:pt x="6894" y="6718"/>
                      <a:pt x="6889" y="6552"/>
                    </a:cubicBezTo>
                    <a:cubicBezTo>
                      <a:pt x="6889" y="6450"/>
                      <a:pt x="6860" y="5717"/>
                      <a:pt x="6689" y="5228"/>
                    </a:cubicBezTo>
                    <a:cubicBezTo>
                      <a:pt x="6674" y="5184"/>
                      <a:pt x="6660" y="5145"/>
                      <a:pt x="6640" y="5106"/>
                    </a:cubicBezTo>
                    <a:cubicBezTo>
                      <a:pt x="6596" y="5008"/>
                      <a:pt x="6542" y="4925"/>
                      <a:pt x="6479" y="4872"/>
                    </a:cubicBezTo>
                    <a:cubicBezTo>
                      <a:pt x="6093" y="4525"/>
                      <a:pt x="5775" y="4359"/>
                      <a:pt x="5624" y="4276"/>
                    </a:cubicBezTo>
                    <a:cubicBezTo>
                      <a:pt x="5595" y="4261"/>
                      <a:pt x="5575" y="4251"/>
                      <a:pt x="5560" y="4241"/>
                    </a:cubicBezTo>
                    <a:cubicBezTo>
                      <a:pt x="5468" y="4188"/>
                      <a:pt x="5292" y="3963"/>
                      <a:pt x="5140" y="3709"/>
                    </a:cubicBezTo>
                    <a:cubicBezTo>
                      <a:pt x="5072" y="3597"/>
                      <a:pt x="5013" y="3484"/>
                      <a:pt x="4969" y="3377"/>
                    </a:cubicBezTo>
                    <a:cubicBezTo>
                      <a:pt x="4984" y="3362"/>
                      <a:pt x="4999" y="3347"/>
                      <a:pt x="5013" y="3328"/>
                    </a:cubicBezTo>
                    <a:cubicBezTo>
                      <a:pt x="5028" y="3313"/>
                      <a:pt x="5043" y="3294"/>
                      <a:pt x="5057" y="3279"/>
                    </a:cubicBezTo>
                    <a:lnTo>
                      <a:pt x="5062" y="3279"/>
                    </a:lnTo>
                    <a:cubicBezTo>
                      <a:pt x="5067" y="3269"/>
                      <a:pt x="5067" y="3269"/>
                      <a:pt x="5072" y="3264"/>
                    </a:cubicBezTo>
                    <a:cubicBezTo>
                      <a:pt x="5072" y="3259"/>
                      <a:pt x="5077" y="3255"/>
                      <a:pt x="5082" y="3255"/>
                    </a:cubicBezTo>
                    <a:cubicBezTo>
                      <a:pt x="5096" y="3230"/>
                      <a:pt x="5116" y="3206"/>
                      <a:pt x="5130" y="3181"/>
                    </a:cubicBezTo>
                    <a:cubicBezTo>
                      <a:pt x="5140" y="3171"/>
                      <a:pt x="5150" y="3162"/>
                      <a:pt x="5155" y="3147"/>
                    </a:cubicBezTo>
                    <a:cubicBezTo>
                      <a:pt x="5292" y="2942"/>
                      <a:pt x="5360" y="2673"/>
                      <a:pt x="5341" y="2419"/>
                    </a:cubicBezTo>
                    <a:lnTo>
                      <a:pt x="5341" y="2414"/>
                    </a:lnTo>
                    <a:cubicBezTo>
                      <a:pt x="5331" y="2273"/>
                      <a:pt x="5292" y="2136"/>
                      <a:pt x="5218" y="2009"/>
                    </a:cubicBezTo>
                    <a:cubicBezTo>
                      <a:pt x="5218" y="2004"/>
                      <a:pt x="5214" y="2004"/>
                      <a:pt x="5214" y="1999"/>
                    </a:cubicBezTo>
                    <a:cubicBezTo>
                      <a:pt x="5160" y="1911"/>
                      <a:pt x="5096" y="1838"/>
                      <a:pt x="5013" y="1769"/>
                    </a:cubicBezTo>
                    <a:cubicBezTo>
                      <a:pt x="4989" y="1750"/>
                      <a:pt x="4964" y="1730"/>
                      <a:pt x="4935" y="1711"/>
                    </a:cubicBezTo>
                    <a:cubicBezTo>
                      <a:pt x="4867" y="1662"/>
                      <a:pt x="4808" y="1618"/>
                      <a:pt x="4769" y="1554"/>
                    </a:cubicBezTo>
                    <a:cubicBezTo>
                      <a:pt x="4720" y="1476"/>
                      <a:pt x="4710" y="1369"/>
                      <a:pt x="4705" y="1291"/>
                    </a:cubicBezTo>
                    <a:cubicBezTo>
                      <a:pt x="4696" y="866"/>
                      <a:pt x="4466" y="626"/>
                      <a:pt x="4207" y="484"/>
                    </a:cubicBezTo>
                    <a:cubicBezTo>
                      <a:pt x="4183" y="475"/>
                      <a:pt x="4153" y="460"/>
                      <a:pt x="4124" y="445"/>
                    </a:cubicBezTo>
                    <a:cubicBezTo>
                      <a:pt x="4046" y="406"/>
                      <a:pt x="3963" y="377"/>
                      <a:pt x="3890" y="357"/>
                    </a:cubicBezTo>
                    <a:cubicBezTo>
                      <a:pt x="3855" y="348"/>
                      <a:pt x="3821" y="338"/>
                      <a:pt x="3792" y="328"/>
                    </a:cubicBezTo>
                    <a:cubicBezTo>
                      <a:pt x="3748" y="318"/>
                      <a:pt x="3709" y="309"/>
                      <a:pt x="3675" y="304"/>
                    </a:cubicBezTo>
                    <a:cubicBezTo>
                      <a:pt x="3660" y="299"/>
                      <a:pt x="3650" y="294"/>
                      <a:pt x="3635" y="294"/>
                    </a:cubicBezTo>
                    <a:cubicBezTo>
                      <a:pt x="3596" y="284"/>
                      <a:pt x="3552" y="274"/>
                      <a:pt x="3533" y="269"/>
                    </a:cubicBezTo>
                    <a:lnTo>
                      <a:pt x="3528" y="269"/>
                    </a:lnTo>
                    <a:lnTo>
                      <a:pt x="3528" y="260"/>
                    </a:lnTo>
                    <a:cubicBezTo>
                      <a:pt x="3484" y="152"/>
                      <a:pt x="3435" y="40"/>
                      <a:pt x="3367" y="15"/>
                    </a:cubicBezTo>
                    <a:cubicBezTo>
                      <a:pt x="3344" y="6"/>
                      <a:pt x="3319" y="1"/>
                      <a:pt x="329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36"/>
              <p:cNvSpPr/>
              <p:nvPr/>
            </p:nvSpPr>
            <p:spPr>
              <a:xfrm>
                <a:off x="6855814" y="3390457"/>
                <a:ext cx="385613" cy="172528"/>
              </a:xfrm>
              <a:custGeom>
                <a:avLst/>
                <a:gdLst/>
                <a:ahLst/>
                <a:cxnLst/>
                <a:rect l="l" t="t" r="r" b="b"/>
                <a:pathLst>
                  <a:path w="2434" h="1089" extrusionOk="0">
                    <a:moveTo>
                      <a:pt x="2350" y="1"/>
                    </a:moveTo>
                    <a:lnTo>
                      <a:pt x="2350" y="1"/>
                    </a:lnTo>
                    <a:cubicBezTo>
                      <a:pt x="2262" y="50"/>
                      <a:pt x="2169" y="89"/>
                      <a:pt x="2077" y="128"/>
                    </a:cubicBezTo>
                    <a:cubicBezTo>
                      <a:pt x="1774" y="362"/>
                      <a:pt x="1407" y="455"/>
                      <a:pt x="1183" y="489"/>
                    </a:cubicBezTo>
                    <a:cubicBezTo>
                      <a:pt x="999" y="518"/>
                      <a:pt x="834" y="533"/>
                      <a:pt x="680" y="533"/>
                    </a:cubicBezTo>
                    <a:cubicBezTo>
                      <a:pt x="546" y="533"/>
                      <a:pt x="421" y="522"/>
                      <a:pt x="298" y="499"/>
                    </a:cubicBezTo>
                    <a:cubicBezTo>
                      <a:pt x="258" y="499"/>
                      <a:pt x="217" y="498"/>
                      <a:pt x="179" y="498"/>
                    </a:cubicBezTo>
                    <a:cubicBezTo>
                      <a:pt x="93" y="498"/>
                      <a:pt x="22" y="503"/>
                      <a:pt x="5" y="533"/>
                    </a:cubicBezTo>
                    <a:cubicBezTo>
                      <a:pt x="0" y="543"/>
                      <a:pt x="0" y="558"/>
                      <a:pt x="10" y="577"/>
                    </a:cubicBezTo>
                    <a:cubicBezTo>
                      <a:pt x="260" y="979"/>
                      <a:pt x="700" y="1088"/>
                      <a:pt x="1097" y="1088"/>
                    </a:cubicBezTo>
                    <a:cubicBezTo>
                      <a:pt x="1390" y="1088"/>
                      <a:pt x="1658" y="1029"/>
                      <a:pt x="1808" y="983"/>
                    </a:cubicBezTo>
                    <a:cubicBezTo>
                      <a:pt x="1969" y="929"/>
                      <a:pt x="2121" y="856"/>
                      <a:pt x="2243" y="734"/>
                    </a:cubicBezTo>
                    <a:cubicBezTo>
                      <a:pt x="2326" y="646"/>
                      <a:pt x="2389" y="543"/>
                      <a:pt x="2433" y="431"/>
                    </a:cubicBezTo>
                    <a:cubicBezTo>
                      <a:pt x="2365" y="319"/>
                      <a:pt x="2306" y="206"/>
                      <a:pt x="2262" y="99"/>
                    </a:cubicBezTo>
                    <a:cubicBezTo>
                      <a:pt x="2277" y="84"/>
                      <a:pt x="2292" y="69"/>
                      <a:pt x="2306" y="50"/>
                    </a:cubicBezTo>
                    <a:cubicBezTo>
                      <a:pt x="2321" y="35"/>
                      <a:pt x="2336" y="20"/>
                      <a:pt x="2350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36"/>
              <p:cNvSpPr/>
              <p:nvPr/>
            </p:nvSpPr>
            <p:spPr>
              <a:xfrm>
                <a:off x="6805435" y="2913121"/>
                <a:ext cx="501740" cy="577944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648" extrusionOk="0">
                    <a:moveTo>
                      <a:pt x="1127" y="1"/>
                    </a:moveTo>
                    <a:cubicBezTo>
                      <a:pt x="1122" y="1"/>
                      <a:pt x="1117" y="2"/>
                      <a:pt x="1115" y="4"/>
                    </a:cubicBezTo>
                    <a:cubicBezTo>
                      <a:pt x="1071" y="14"/>
                      <a:pt x="1090" y="63"/>
                      <a:pt x="1134" y="78"/>
                    </a:cubicBezTo>
                    <a:cubicBezTo>
                      <a:pt x="1212" y="102"/>
                      <a:pt x="1491" y="195"/>
                      <a:pt x="1501" y="200"/>
                    </a:cubicBezTo>
                    <a:cubicBezTo>
                      <a:pt x="1554" y="215"/>
                      <a:pt x="1613" y="234"/>
                      <a:pt x="1672" y="259"/>
                    </a:cubicBezTo>
                    <a:cubicBezTo>
                      <a:pt x="1676" y="263"/>
                      <a:pt x="1676" y="263"/>
                      <a:pt x="1681" y="268"/>
                    </a:cubicBezTo>
                    <a:cubicBezTo>
                      <a:pt x="1696" y="273"/>
                      <a:pt x="1706" y="278"/>
                      <a:pt x="1720" y="283"/>
                    </a:cubicBezTo>
                    <a:cubicBezTo>
                      <a:pt x="1730" y="288"/>
                      <a:pt x="1735" y="293"/>
                      <a:pt x="1740" y="293"/>
                    </a:cubicBezTo>
                    <a:cubicBezTo>
                      <a:pt x="1984" y="420"/>
                      <a:pt x="2204" y="635"/>
                      <a:pt x="2219" y="1030"/>
                    </a:cubicBezTo>
                    <a:cubicBezTo>
                      <a:pt x="2219" y="1113"/>
                      <a:pt x="2233" y="1241"/>
                      <a:pt x="2297" y="1343"/>
                    </a:cubicBezTo>
                    <a:cubicBezTo>
                      <a:pt x="2316" y="1372"/>
                      <a:pt x="2336" y="1397"/>
                      <a:pt x="2356" y="1421"/>
                    </a:cubicBezTo>
                    <a:cubicBezTo>
                      <a:pt x="2429" y="1524"/>
                      <a:pt x="2546" y="1592"/>
                      <a:pt x="2654" y="1670"/>
                    </a:cubicBezTo>
                    <a:cubicBezTo>
                      <a:pt x="2654" y="1670"/>
                      <a:pt x="2658" y="1670"/>
                      <a:pt x="2658" y="1675"/>
                    </a:cubicBezTo>
                    <a:cubicBezTo>
                      <a:pt x="2756" y="1788"/>
                      <a:pt x="2815" y="1929"/>
                      <a:pt x="2839" y="2081"/>
                    </a:cubicBezTo>
                    <a:cubicBezTo>
                      <a:pt x="2873" y="2296"/>
                      <a:pt x="2834" y="2535"/>
                      <a:pt x="2741" y="2726"/>
                    </a:cubicBezTo>
                    <a:cubicBezTo>
                      <a:pt x="2722" y="2760"/>
                      <a:pt x="2702" y="2794"/>
                      <a:pt x="2683" y="2828"/>
                    </a:cubicBezTo>
                    <a:cubicBezTo>
                      <a:pt x="2600" y="2950"/>
                      <a:pt x="2502" y="3053"/>
                      <a:pt x="2395" y="3136"/>
                    </a:cubicBezTo>
                    <a:cubicBezTo>
                      <a:pt x="2092" y="3375"/>
                      <a:pt x="1725" y="3463"/>
                      <a:pt x="1501" y="3502"/>
                    </a:cubicBezTo>
                    <a:cubicBezTo>
                      <a:pt x="1317" y="3531"/>
                      <a:pt x="1152" y="3546"/>
                      <a:pt x="998" y="3546"/>
                    </a:cubicBezTo>
                    <a:cubicBezTo>
                      <a:pt x="864" y="3546"/>
                      <a:pt x="739" y="3535"/>
                      <a:pt x="616" y="3512"/>
                    </a:cubicBezTo>
                    <a:cubicBezTo>
                      <a:pt x="435" y="3478"/>
                      <a:pt x="260" y="3424"/>
                      <a:pt x="79" y="3341"/>
                    </a:cubicBezTo>
                    <a:cubicBezTo>
                      <a:pt x="71" y="3337"/>
                      <a:pt x="63" y="3335"/>
                      <a:pt x="55" y="3335"/>
                    </a:cubicBezTo>
                    <a:cubicBezTo>
                      <a:pt x="35" y="3335"/>
                      <a:pt x="18" y="3348"/>
                      <a:pt x="10" y="3366"/>
                    </a:cubicBezTo>
                    <a:cubicBezTo>
                      <a:pt x="1" y="3390"/>
                      <a:pt x="10" y="3419"/>
                      <a:pt x="35" y="3434"/>
                    </a:cubicBezTo>
                    <a:cubicBezTo>
                      <a:pt x="133" y="3478"/>
                      <a:pt x="230" y="3517"/>
                      <a:pt x="323" y="3546"/>
                    </a:cubicBezTo>
                    <a:cubicBezTo>
                      <a:pt x="541" y="3613"/>
                      <a:pt x="756" y="3647"/>
                      <a:pt x="994" y="3647"/>
                    </a:cubicBezTo>
                    <a:cubicBezTo>
                      <a:pt x="1154" y="3647"/>
                      <a:pt x="1326" y="3632"/>
                      <a:pt x="1515" y="3600"/>
                    </a:cubicBezTo>
                    <a:cubicBezTo>
                      <a:pt x="1764" y="3561"/>
                      <a:pt x="2175" y="3459"/>
                      <a:pt x="2502" y="3185"/>
                    </a:cubicBezTo>
                    <a:cubicBezTo>
                      <a:pt x="2526" y="3161"/>
                      <a:pt x="2551" y="3136"/>
                      <a:pt x="2580" y="3112"/>
                    </a:cubicBezTo>
                    <a:cubicBezTo>
                      <a:pt x="2595" y="3097"/>
                      <a:pt x="2610" y="3082"/>
                      <a:pt x="2624" y="3063"/>
                    </a:cubicBezTo>
                    <a:cubicBezTo>
                      <a:pt x="2639" y="3048"/>
                      <a:pt x="2654" y="3029"/>
                      <a:pt x="2668" y="3014"/>
                    </a:cubicBezTo>
                    <a:lnTo>
                      <a:pt x="2673" y="3014"/>
                    </a:lnTo>
                    <a:cubicBezTo>
                      <a:pt x="2678" y="3009"/>
                      <a:pt x="2678" y="3004"/>
                      <a:pt x="2683" y="2999"/>
                    </a:cubicBezTo>
                    <a:cubicBezTo>
                      <a:pt x="2683" y="2994"/>
                      <a:pt x="2688" y="2994"/>
                      <a:pt x="2693" y="2990"/>
                    </a:cubicBezTo>
                    <a:lnTo>
                      <a:pt x="2712" y="2990"/>
                    </a:lnTo>
                    <a:cubicBezTo>
                      <a:pt x="2719" y="2990"/>
                      <a:pt x="2725" y="2990"/>
                      <a:pt x="2731" y="2990"/>
                    </a:cubicBezTo>
                    <a:cubicBezTo>
                      <a:pt x="2774" y="2990"/>
                      <a:pt x="2816" y="2977"/>
                      <a:pt x="2854" y="2960"/>
                    </a:cubicBezTo>
                    <a:cubicBezTo>
                      <a:pt x="2966" y="2906"/>
                      <a:pt x="3064" y="2799"/>
                      <a:pt x="3142" y="2696"/>
                    </a:cubicBezTo>
                    <a:cubicBezTo>
                      <a:pt x="3147" y="2682"/>
                      <a:pt x="3157" y="2667"/>
                      <a:pt x="3167" y="2657"/>
                    </a:cubicBezTo>
                    <a:cubicBezTo>
                      <a:pt x="3147" y="2613"/>
                      <a:pt x="3127" y="2574"/>
                      <a:pt x="3108" y="2530"/>
                    </a:cubicBezTo>
                    <a:cubicBezTo>
                      <a:pt x="3088" y="2491"/>
                      <a:pt x="3074" y="2457"/>
                      <a:pt x="3059" y="2418"/>
                    </a:cubicBezTo>
                    <a:cubicBezTo>
                      <a:pt x="3049" y="2398"/>
                      <a:pt x="3035" y="2374"/>
                      <a:pt x="3025" y="2350"/>
                    </a:cubicBezTo>
                    <a:cubicBezTo>
                      <a:pt x="3000" y="2286"/>
                      <a:pt x="2976" y="2218"/>
                      <a:pt x="2952" y="2154"/>
                    </a:cubicBezTo>
                    <a:lnTo>
                      <a:pt x="2952" y="2149"/>
                    </a:lnTo>
                    <a:cubicBezTo>
                      <a:pt x="2942" y="2008"/>
                      <a:pt x="2903" y="1871"/>
                      <a:pt x="2829" y="1749"/>
                    </a:cubicBezTo>
                    <a:lnTo>
                      <a:pt x="2829" y="1744"/>
                    </a:lnTo>
                    <a:cubicBezTo>
                      <a:pt x="2829" y="1744"/>
                      <a:pt x="2825" y="1739"/>
                      <a:pt x="2825" y="1734"/>
                    </a:cubicBezTo>
                    <a:cubicBezTo>
                      <a:pt x="2790" y="1695"/>
                      <a:pt x="2649" y="1602"/>
                      <a:pt x="2546" y="1446"/>
                    </a:cubicBezTo>
                    <a:cubicBezTo>
                      <a:pt x="2497" y="1368"/>
                      <a:pt x="2458" y="1280"/>
                      <a:pt x="2443" y="1172"/>
                    </a:cubicBezTo>
                    <a:cubicBezTo>
                      <a:pt x="2395" y="762"/>
                      <a:pt x="2189" y="317"/>
                      <a:pt x="1901" y="156"/>
                    </a:cubicBezTo>
                    <a:cubicBezTo>
                      <a:pt x="1886" y="146"/>
                      <a:pt x="1857" y="131"/>
                      <a:pt x="1823" y="117"/>
                    </a:cubicBezTo>
                    <a:cubicBezTo>
                      <a:pt x="1823" y="117"/>
                      <a:pt x="1818" y="112"/>
                      <a:pt x="1818" y="112"/>
                    </a:cubicBezTo>
                    <a:cubicBezTo>
                      <a:pt x="1745" y="86"/>
                      <a:pt x="1678" y="76"/>
                      <a:pt x="1622" y="76"/>
                    </a:cubicBezTo>
                    <a:cubicBezTo>
                      <a:pt x="1573" y="76"/>
                      <a:pt x="1532" y="83"/>
                      <a:pt x="1501" y="92"/>
                    </a:cubicBezTo>
                    <a:cubicBezTo>
                      <a:pt x="1466" y="83"/>
                      <a:pt x="1437" y="73"/>
                      <a:pt x="1403" y="63"/>
                    </a:cubicBezTo>
                    <a:cubicBezTo>
                      <a:pt x="1364" y="53"/>
                      <a:pt x="1320" y="44"/>
                      <a:pt x="1286" y="39"/>
                    </a:cubicBezTo>
                    <a:cubicBezTo>
                      <a:pt x="1276" y="34"/>
                      <a:pt x="1261" y="29"/>
                      <a:pt x="1251" y="29"/>
                    </a:cubicBezTo>
                    <a:cubicBezTo>
                      <a:pt x="1207" y="19"/>
                      <a:pt x="1163" y="9"/>
                      <a:pt x="1144" y="4"/>
                    </a:cubicBezTo>
                    <a:cubicBezTo>
                      <a:pt x="1139" y="2"/>
                      <a:pt x="1133" y="1"/>
                      <a:pt x="1127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36"/>
              <p:cNvSpPr/>
              <p:nvPr/>
            </p:nvSpPr>
            <p:spPr>
              <a:xfrm>
                <a:off x="6632909" y="3015305"/>
                <a:ext cx="144011" cy="532475"/>
              </a:xfrm>
              <a:custGeom>
                <a:avLst/>
                <a:gdLst/>
                <a:ahLst/>
                <a:cxnLst/>
                <a:rect l="l" t="t" r="r" b="b"/>
                <a:pathLst>
                  <a:path w="909" h="3361" extrusionOk="0">
                    <a:moveTo>
                      <a:pt x="630" y="1"/>
                    </a:moveTo>
                    <a:cubicBezTo>
                      <a:pt x="620" y="1"/>
                      <a:pt x="610" y="4"/>
                      <a:pt x="601" y="9"/>
                    </a:cubicBezTo>
                    <a:cubicBezTo>
                      <a:pt x="577" y="24"/>
                      <a:pt x="572" y="58"/>
                      <a:pt x="586" y="78"/>
                    </a:cubicBezTo>
                    <a:cubicBezTo>
                      <a:pt x="909" y="561"/>
                      <a:pt x="836" y="1279"/>
                      <a:pt x="415" y="1680"/>
                    </a:cubicBezTo>
                    <a:cubicBezTo>
                      <a:pt x="357" y="1739"/>
                      <a:pt x="288" y="1807"/>
                      <a:pt x="293" y="1900"/>
                    </a:cubicBezTo>
                    <a:cubicBezTo>
                      <a:pt x="293" y="1949"/>
                      <a:pt x="318" y="1993"/>
                      <a:pt x="337" y="2022"/>
                    </a:cubicBezTo>
                    <a:lnTo>
                      <a:pt x="342" y="2037"/>
                    </a:lnTo>
                    <a:cubicBezTo>
                      <a:pt x="420" y="2169"/>
                      <a:pt x="494" y="2305"/>
                      <a:pt x="538" y="2447"/>
                    </a:cubicBezTo>
                    <a:cubicBezTo>
                      <a:pt x="582" y="2608"/>
                      <a:pt x="577" y="2765"/>
                      <a:pt x="518" y="2882"/>
                    </a:cubicBezTo>
                    <a:cubicBezTo>
                      <a:pt x="455" y="3019"/>
                      <a:pt x="308" y="3131"/>
                      <a:pt x="93" y="3214"/>
                    </a:cubicBezTo>
                    <a:cubicBezTo>
                      <a:pt x="83" y="3219"/>
                      <a:pt x="44" y="3243"/>
                      <a:pt x="0" y="3268"/>
                    </a:cubicBezTo>
                    <a:cubicBezTo>
                      <a:pt x="15" y="3263"/>
                      <a:pt x="30" y="3258"/>
                      <a:pt x="44" y="3253"/>
                    </a:cubicBezTo>
                    <a:lnTo>
                      <a:pt x="44" y="3253"/>
                    </a:lnTo>
                    <a:cubicBezTo>
                      <a:pt x="34" y="3283"/>
                      <a:pt x="25" y="3312"/>
                      <a:pt x="20" y="3341"/>
                    </a:cubicBezTo>
                    <a:cubicBezTo>
                      <a:pt x="20" y="3346"/>
                      <a:pt x="15" y="3356"/>
                      <a:pt x="15" y="3361"/>
                    </a:cubicBezTo>
                    <a:cubicBezTo>
                      <a:pt x="49" y="3346"/>
                      <a:pt x="83" y="3327"/>
                      <a:pt x="132" y="3307"/>
                    </a:cubicBezTo>
                    <a:cubicBezTo>
                      <a:pt x="357" y="3219"/>
                      <a:pt x="513" y="3102"/>
                      <a:pt x="596" y="2950"/>
                    </a:cubicBezTo>
                    <a:cubicBezTo>
                      <a:pt x="601" y="2945"/>
                      <a:pt x="606" y="2936"/>
                      <a:pt x="611" y="2926"/>
                    </a:cubicBezTo>
                    <a:cubicBezTo>
                      <a:pt x="679" y="2784"/>
                      <a:pt x="689" y="2603"/>
                      <a:pt x="635" y="2418"/>
                    </a:cubicBezTo>
                    <a:cubicBezTo>
                      <a:pt x="586" y="2266"/>
                      <a:pt x="508" y="2125"/>
                      <a:pt x="430" y="1988"/>
                    </a:cubicBezTo>
                    <a:lnTo>
                      <a:pt x="425" y="1973"/>
                    </a:lnTo>
                    <a:cubicBezTo>
                      <a:pt x="406" y="1944"/>
                      <a:pt x="391" y="1919"/>
                      <a:pt x="391" y="1895"/>
                    </a:cubicBezTo>
                    <a:cubicBezTo>
                      <a:pt x="391" y="1846"/>
                      <a:pt x="435" y="1802"/>
                      <a:pt x="479" y="1758"/>
                    </a:cubicBezTo>
                    <a:cubicBezTo>
                      <a:pt x="533" y="1709"/>
                      <a:pt x="582" y="1651"/>
                      <a:pt x="626" y="1592"/>
                    </a:cubicBezTo>
                    <a:cubicBezTo>
                      <a:pt x="650" y="1558"/>
                      <a:pt x="670" y="1524"/>
                      <a:pt x="689" y="1490"/>
                    </a:cubicBezTo>
                    <a:cubicBezTo>
                      <a:pt x="762" y="1372"/>
                      <a:pt x="816" y="1236"/>
                      <a:pt x="845" y="1099"/>
                    </a:cubicBezTo>
                    <a:cubicBezTo>
                      <a:pt x="855" y="1060"/>
                      <a:pt x="865" y="1021"/>
                      <a:pt x="870" y="977"/>
                    </a:cubicBezTo>
                    <a:cubicBezTo>
                      <a:pt x="880" y="933"/>
                      <a:pt x="880" y="889"/>
                      <a:pt x="884" y="845"/>
                    </a:cubicBezTo>
                    <a:cubicBezTo>
                      <a:pt x="884" y="835"/>
                      <a:pt x="884" y="825"/>
                      <a:pt x="884" y="815"/>
                    </a:cubicBezTo>
                    <a:cubicBezTo>
                      <a:pt x="889" y="742"/>
                      <a:pt x="884" y="669"/>
                      <a:pt x="875" y="600"/>
                    </a:cubicBezTo>
                    <a:cubicBezTo>
                      <a:pt x="875" y="571"/>
                      <a:pt x="870" y="547"/>
                      <a:pt x="865" y="522"/>
                    </a:cubicBezTo>
                    <a:cubicBezTo>
                      <a:pt x="860" y="493"/>
                      <a:pt x="855" y="468"/>
                      <a:pt x="850" y="439"/>
                    </a:cubicBezTo>
                    <a:cubicBezTo>
                      <a:pt x="841" y="390"/>
                      <a:pt x="821" y="337"/>
                      <a:pt x="806" y="288"/>
                    </a:cubicBezTo>
                    <a:cubicBezTo>
                      <a:pt x="797" y="263"/>
                      <a:pt x="787" y="239"/>
                      <a:pt x="777" y="214"/>
                    </a:cubicBezTo>
                    <a:cubicBezTo>
                      <a:pt x="753" y="166"/>
                      <a:pt x="733" y="117"/>
                      <a:pt x="704" y="73"/>
                    </a:cubicBezTo>
                    <a:cubicBezTo>
                      <a:pt x="694" y="58"/>
                      <a:pt x="684" y="39"/>
                      <a:pt x="670" y="24"/>
                    </a:cubicBezTo>
                    <a:cubicBezTo>
                      <a:pt x="660" y="9"/>
                      <a:pt x="645" y="1"/>
                      <a:pt x="63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36"/>
              <p:cNvSpPr/>
              <p:nvPr/>
            </p:nvSpPr>
            <p:spPr>
              <a:xfrm>
                <a:off x="6821753" y="3135867"/>
                <a:ext cx="346164" cy="110582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698" extrusionOk="0">
                    <a:moveTo>
                      <a:pt x="1402" y="1"/>
                    </a:moveTo>
                    <a:cubicBezTo>
                      <a:pt x="1060" y="5"/>
                      <a:pt x="709" y="15"/>
                      <a:pt x="391" y="137"/>
                    </a:cubicBezTo>
                    <a:cubicBezTo>
                      <a:pt x="264" y="181"/>
                      <a:pt x="142" y="250"/>
                      <a:pt x="69" y="357"/>
                    </a:cubicBezTo>
                    <a:cubicBezTo>
                      <a:pt x="25" y="421"/>
                      <a:pt x="0" y="504"/>
                      <a:pt x="5" y="577"/>
                    </a:cubicBezTo>
                    <a:cubicBezTo>
                      <a:pt x="13" y="649"/>
                      <a:pt x="70" y="697"/>
                      <a:pt x="134" y="697"/>
                    </a:cubicBezTo>
                    <a:cubicBezTo>
                      <a:pt x="153" y="697"/>
                      <a:pt x="172" y="693"/>
                      <a:pt x="191" y="685"/>
                    </a:cubicBezTo>
                    <a:cubicBezTo>
                      <a:pt x="240" y="665"/>
                      <a:pt x="289" y="631"/>
                      <a:pt x="337" y="602"/>
                    </a:cubicBezTo>
                    <a:cubicBezTo>
                      <a:pt x="637" y="418"/>
                      <a:pt x="990" y="322"/>
                      <a:pt x="1342" y="322"/>
                    </a:cubicBezTo>
                    <a:cubicBezTo>
                      <a:pt x="1571" y="322"/>
                      <a:pt x="1800" y="363"/>
                      <a:pt x="2013" y="445"/>
                    </a:cubicBezTo>
                    <a:cubicBezTo>
                      <a:pt x="2038" y="454"/>
                      <a:pt x="2064" y="466"/>
                      <a:pt x="2089" y="466"/>
                    </a:cubicBezTo>
                    <a:cubicBezTo>
                      <a:pt x="2093" y="466"/>
                      <a:pt x="2097" y="465"/>
                      <a:pt x="2101" y="465"/>
                    </a:cubicBezTo>
                    <a:cubicBezTo>
                      <a:pt x="2140" y="460"/>
                      <a:pt x="2184" y="421"/>
                      <a:pt x="2174" y="382"/>
                    </a:cubicBezTo>
                    <a:cubicBezTo>
                      <a:pt x="2091" y="45"/>
                      <a:pt x="1593" y="1"/>
                      <a:pt x="1402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36"/>
              <p:cNvSpPr/>
              <p:nvPr/>
            </p:nvSpPr>
            <p:spPr>
              <a:xfrm>
                <a:off x="6972574" y="3190841"/>
                <a:ext cx="90779" cy="54657"/>
              </a:xfrm>
              <a:custGeom>
                <a:avLst/>
                <a:gdLst/>
                <a:ahLst/>
                <a:cxnLst/>
                <a:rect l="l" t="t" r="r" b="b"/>
                <a:pathLst>
                  <a:path w="573" h="345" extrusionOk="0">
                    <a:moveTo>
                      <a:pt x="426" y="0"/>
                    </a:moveTo>
                    <a:cubicBezTo>
                      <a:pt x="309" y="5"/>
                      <a:pt x="196" y="20"/>
                      <a:pt x="84" y="40"/>
                    </a:cubicBezTo>
                    <a:cubicBezTo>
                      <a:pt x="60" y="44"/>
                      <a:pt x="35" y="49"/>
                      <a:pt x="11" y="59"/>
                    </a:cubicBezTo>
                    <a:cubicBezTo>
                      <a:pt x="1" y="69"/>
                      <a:pt x="1" y="84"/>
                      <a:pt x="6" y="98"/>
                    </a:cubicBezTo>
                    <a:cubicBezTo>
                      <a:pt x="50" y="196"/>
                      <a:pt x="133" y="294"/>
                      <a:pt x="240" y="328"/>
                    </a:cubicBezTo>
                    <a:cubicBezTo>
                      <a:pt x="262" y="339"/>
                      <a:pt x="287" y="344"/>
                      <a:pt x="315" y="344"/>
                    </a:cubicBezTo>
                    <a:cubicBezTo>
                      <a:pt x="324" y="344"/>
                      <a:pt x="333" y="344"/>
                      <a:pt x="343" y="342"/>
                    </a:cubicBezTo>
                    <a:lnTo>
                      <a:pt x="353" y="342"/>
                    </a:lnTo>
                    <a:cubicBezTo>
                      <a:pt x="367" y="342"/>
                      <a:pt x="377" y="338"/>
                      <a:pt x="392" y="333"/>
                    </a:cubicBezTo>
                    <a:cubicBezTo>
                      <a:pt x="460" y="313"/>
                      <a:pt x="524" y="255"/>
                      <a:pt x="553" y="176"/>
                    </a:cubicBezTo>
                    <a:cubicBezTo>
                      <a:pt x="573" y="113"/>
                      <a:pt x="563" y="49"/>
                      <a:pt x="5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36"/>
              <p:cNvSpPr/>
              <p:nvPr/>
            </p:nvSpPr>
            <p:spPr>
              <a:xfrm>
                <a:off x="6884331" y="3174681"/>
                <a:ext cx="234790" cy="54499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344" extrusionOk="0">
                    <a:moveTo>
                      <a:pt x="1055" y="1"/>
                    </a:moveTo>
                    <a:cubicBezTo>
                      <a:pt x="702" y="1"/>
                      <a:pt x="350" y="84"/>
                      <a:pt x="35" y="249"/>
                    </a:cubicBezTo>
                    <a:cubicBezTo>
                      <a:pt x="11" y="264"/>
                      <a:pt x="1" y="293"/>
                      <a:pt x="11" y="317"/>
                    </a:cubicBezTo>
                    <a:cubicBezTo>
                      <a:pt x="19" y="334"/>
                      <a:pt x="34" y="343"/>
                      <a:pt x="50" y="343"/>
                    </a:cubicBezTo>
                    <a:cubicBezTo>
                      <a:pt x="53" y="343"/>
                      <a:pt x="56" y="343"/>
                      <a:pt x="60" y="342"/>
                    </a:cubicBezTo>
                    <a:cubicBezTo>
                      <a:pt x="65" y="342"/>
                      <a:pt x="74" y="342"/>
                      <a:pt x="79" y="337"/>
                    </a:cubicBezTo>
                    <a:cubicBezTo>
                      <a:pt x="236" y="259"/>
                      <a:pt x="397" y="195"/>
                      <a:pt x="568" y="161"/>
                    </a:cubicBezTo>
                    <a:cubicBezTo>
                      <a:pt x="592" y="151"/>
                      <a:pt x="617" y="146"/>
                      <a:pt x="641" y="142"/>
                    </a:cubicBezTo>
                    <a:cubicBezTo>
                      <a:pt x="753" y="122"/>
                      <a:pt x="866" y="107"/>
                      <a:pt x="983" y="102"/>
                    </a:cubicBezTo>
                    <a:lnTo>
                      <a:pt x="1086" y="102"/>
                    </a:lnTo>
                    <a:cubicBezTo>
                      <a:pt x="1198" y="102"/>
                      <a:pt x="1310" y="112"/>
                      <a:pt x="1423" y="137"/>
                    </a:cubicBezTo>
                    <a:cubicBezTo>
                      <a:pt x="1447" y="137"/>
                      <a:pt x="1472" y="122"/>
                      <a:pt x="1481" y="93"/>
                    </a:cubicBezTo>
                    <a:cubicBezTo>
                      <a:pt x="1481" y="68"/>
                      <a:pt x="1467" y="39"/>
                      <a:pt x="1437" y="34"/>
                    </a:cubicBezTo>
                    <a:cubicBezTo>
                      <a:pt x="1311" y="12"/>
                      <a:pt x="1183" y="1"/>
                      <a:pt x="10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36"/>
              <p:cNvSpPr/>
              <p:nvPr/>
            </p:nvSpPr>
            <p:spPr>
              <a:xfrm>
                <a:off x="7062402" y="3057446"/>
                <a:ext cx="39607" cy="89512"/>
              </a:xfrm>
              <a:custGeom>
                <a:avLst/>
                <a:gdLst/>
                <a:ahLst/>
                <a:cxnLst/>
                <a:rect l="l" t="t" r="r" b="b"/>
                <a:pathLst>
                  <a:path w="250" h="565" extrusionOk="0">
                    <a:moveTo>
                      <a:pt x="72" y="1"/>
                    </a:moveTo>
                    <a:cubicBezTo>
                      <a:pt x="67" y="1"/>
                      <a:pt x="63" y="1"/>
                      <a:pt x="59" y="2"/>
                    </a:cubicBezTo>
                    <a:cubicBezTo>
                      <a:pt x="1" y="12"/>
                      <a:pt x="1" y="90"/>
                      <a:pt x="1" y="124"/>
                    </a:cubicBezTo>
                    <a:cubicBezTo>
                      <a:pt x="1" y="173"/>
                      <a:pt x="6" y="237"/>
                      <a:pt x="15" y="300"/>
                    </a:cubicBezTo>
                    <a:cubicBezTo>
                      <a:pt x="61" y="528"/>
                      <a:pt x="111" y="565"/>
                      <a:pt x="145" y="565"/>
                    </a:cubicBezTo>
                    <a:cubicBezTo>
                      <a:pt x="147" y="565"/>
                      <a:pt x="150" y="564"/>
                      <a:pt x="152" y="564"/>
                    </a:cubicBezTo>
                    <a:lnTo>
                      <a:pt x="162" y="564"/>
                    </a:lnTo>
                    <a:cubicBezTo>
                      <a:pt x="186" y="559"/>
                      <a:pt x="250" y="549"/>
                      <a:pt x="201" y="266"/>
                    </a:cubicBezTo>
                    <a:cubicBezTo>
                      <a:pt x="155" y="28"/>
                      <a:pt x="102" y="1"/>
                      <a:pt x="72" y="1"/>
                    </a:cubicBezTo>
                    <a:close/>
                  </a:path>
                </a:pathLst>
              </a:custGeom>
              <a:solidFill>
                <a:srgbClr val="4C2D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36"/>
              <p:cNvSpPr/>
              <p:nvPr/>
            </p:nvSpPr>
            <p:spPr>
              <a:xfrm>
                <a:off x="6832526" y="3090716"/>
                <a:ext cx="35805" cy="90145"/>
              </a:xfrm>
              <a:custGeom>
                <a:avLst/>
                <a:gdLst/>
                <a:ahLst/>
                <a:cxnLst/>
                <a:rect l="l" t="t" r="r" b="b"/>
                <a:pathLst>
                  <a:path w="226" h="569" extrusionOk="0">
                    <a:moveTo>
                      <a:pt x="77" y="1"/>
                    </a:moveTo>
                    <a:cubicBezTo>
                      <a:pt x="72" y="1"/>
                      <a:pt x="68" y="2"/>
                      <a:pt x="64" y="2"/>
                    </a:cubicBezTo>
                    <a:cubicBezTo>
                      <a:pt x="1" y="12"/>
                      <a:pt x="6" y="90"/>
                      <a:pt x="6" y="124"/>
                    </a:cubicBezTo>
                    <a:cubicBezTo>
                      <a:pt x="6" y="173"/>
                      <a:pt x="10" y="237"/>
                      <a:pt x="20" y="300"/>
                    </a:cubicBezTo>
                    <a:cubicBezTo>
                      <a:pt x="64" y="545"/>
                      <a:pt x="123" y="569"/>
                      <a:pt x="152" y="569"/>
                    </a:cubicBezTo>
                    <a:cubicBezTo>
                      <a:pt x="157" y="569"/>
                      <a:pt x="162" y="564"/>
                      <a:pt x="162" y="564"/>
                    </a:cubicBezTo>
                    <a:cubicBezTo>
                      <a:pt x="225" y="554"/>
                      <a:pt x="221" y="476"/>
                      <a:pt x="221" y="442"/>
                    </a:cubicBezTo>
                    <a:cubicBezTo>
                      <a:pt x="221" y="393"/>
                      <a:pt x="216" y="330"/>
                      <a:pt x="206" y="266"/>
                    </a:cubicBezTo>
                    <a:cubicBezTo>
                      <a:pt x="160" y="28"/>
                      <a:pt x="107" y="1"/>
                      <a:pt x="77" y="1"/>
                    </a:cubicBezTo>
                    <a:close/>
                  </a:path>
                </a:pathLst>
              </a:custGeom>
              <a:solidFill>
                <a:srgbClr val="4C2D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36"/>
              <p:cNvSpPr/>
              <p:nvPr/>
            </p:nvSpPr>
            <p:spPr>
              <a:xfrm>
                <a:off x="7197856" y="3637443"/>
                <a:ext cx="227660" cy="385137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2431" extrusionOk="0">
                    <a:moveTo>
                      <a:pt x="74" y="0"/>
                    </a:moveTo>
                    <a:cubicBezTo>
                      <a:pt x="1" y="381"/>
                      <a:pt x="133" y="836"/>
                      <a:pt x="606" y="1021"/>
                    </a:cubicBezTo>
                    <a:lnTo>
                      <a:pt x="606" y="1026"/>
                    </a:lnTo>
                    <a:cubicBezTo>
                      <a:pt x="687" y="1052"/>
                      <a:pt x="772" y="1066"/>
                      <a:pt x="854" y="1066"/>
                    </a:cubicBezTo>
                    <a:cubicBezTo>
                      <a:pt x="866" y="1066"/>
                      <a:pt x="878" y="1066"/>
                      <a:pt x="890" y="1065"/>
                    </a:cubicBezTo>
                    <a:lnTo>
                      <a:pt x="895" y="1065"/>
                    </a:lnTo>
                    <a:cubicBezTo>
                      <a:pt x="900" y="1114"/>
                      <a:pt x="900" y="1168"/>
                      <a:pt x="904" y="1227"/>
                    </a:cubicBezTo>
                    <a:cubicBezTo>
                      <a:pt x="909" y="1363"/>
                      <a:pt x="914" y="1510"/>
                      <a:pt x="929" y="1657"/>
                    </a:cubicBezTo>
                    <a:cubicBezTo>
                      <a:pt x="939" y="1730"/>
                      <a:pt x="948" y="1803"/>
                      <a:pt x="963" y="1872"/>
                    </a:cubicBezTo>
                    <a:cubicBezTo>
                      <a:pt x="978" y="1940"/>
                      <a:pt x="997" y="2003"/>
                      <a:pt x="1022" y="2062"/>
                    </a:cubicBezTo>
                    <a:cubicBezTo>
                      <a:pt x="1095" y="2233"/>
                      <a:pt x="1256" y="2380"/>
                      <a:pt x="1432" y="2429"/>
                    </a:cubicBezTo>
                    <a:cubicBezTo>
                      <a:pt x="1432" y="2430"/>
                      <a:pt x="1432" y="2431"/>
                      <a:pt x="1432" y="2431"/>
                    </a:cubicBezTo>
                    <a:cubicBezTo>
                      <a:pt x="1433" y="2431"/>
                      <a:pt x="1434" y="2429"/>
                      <a:pt x="1437" y="2429"/>
                    </a:cubicBezTo>
                    <a:cubicBezTo>
                      <a:pt x="1364" y="2341"/>
                      <a:pt x="1315" y="2238"/>
                      <a:pt x="1281" y="2131"/>
                    </a:cubicBezTo>
                    <a:cubicBezTo>
                      <a:pt x="1159" y="1661"/>
                      <a:pt x="1427" y="1129"/>
                      <a:pt x="1202" y="704"/>
                    </a:cubicBezTo>
                    <a:cubicBezTo>
                      <a:pt x="1159" y="621"/>
                      <a:pt x="1095" y="543"/>
                      <a:pt x="1007" y="504"/>
                    </a:cubicBezTo>
                    <a:cubicBezTo>
                      <a:pt x="934" y="469"/>
                      <a:pt x="851" y="465"/>
                      <a:pt x="768" y="455"/>
                    </a:cubicBezTo>
                    <a:cubicBezTo>
                      <a:pt x="484" y="411"/>
                      <a:pt x="225" y="240"/>
                      <a:pt x="74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36"/>
              <p:cNvSpPr/>
              <p:nvPr/>
            </p:nvSpPr>
            <p:spPr>
              <a:xfrm>
                <a:off x="6629741" y="3023702"/>
                <a:ext cx="192173" cy="744768"/>
              </a:xfrm>
              <a:custGeom>
                <a:avLst/>
                <a:gdLst/>
                <a:ahLst/>
                <a:cxnLst/>
                <a:rect l="l" t="t" r="r" b="b"/>
                <a:pathLst>
                  <a:path w="1213" h="4701" extrusionOk="0">
                    <a:moveTo>
                      <a:pt x="738" y="0"/>
                    </a:moveTo>
                    <a:cubicBezTo>
                      <a:pt x="733" y="5"/>
                      <a:pt x="729" y="10"/>
                      <a:pt x="724" y="20"/>
                    </a:cubicBezTo>
                    <a:cubicBezTo>
                      <a:pt x="748" y="64"/>
                      <a:pt x="773" y="113"/>
                      <a:pt x="797" y="161"/>
                    </a:cubicBezTo>
                    <a:cubicBezTo>
                      <a:pt x="807" y="186"/>
                      <a:pt x="817" y="210"/>
                      <a:pt x="826" y="235"/>
                    </a:cubicBezTo>
                    <a:cubicBezTo>
                      <a:pt x="841" y="284"/>
                      <a:pt x="856" y="337"/>
                      <a:pt x="870" y="386"/>
                    </a:cubicBezTo>
                    <a:cubicBezTo>
                      <a:pt x="875" y="411"/>
                      <a:pt x="880" y="440"/>
                      <a:pt x="885" y="464"/>
                    </a:cubicBezTo>
                    <a:cubicBezTo>
                      <a:pt x="890" y="494"/>
                      <a:pt x="895" y="518"/>
                      <a:pt x="900" y="543"/>
                    </a:cubicBezTo>
                    <a:cubicBezTo>
                      <a:pt x="904" y="616"/>
                      <a:pt x="909" y="689"/>
                      <a:pt x="904" y="762"/>
                    </a:cubicBezTo>
                    <a:cubicBezTo>
                      <a:pt x="904" y="772"/>
                      <a:pt x="904" y="782"/>
                      <a:pt x="904" y="792"/>
                    </a:cubicBezTo>
                    <a:cubicBezTo>
                      <a:pt x="904" y="836"/>
                      <a:pt x="900" y="880"/>
                      <a:pt x="890" y="924"/>
                    </a:cubicBezTo>
                    <a:cubicBezTo>
                      <a:pt x="885" y="963"/>
                      <a:pt x="880" y="1007"/>
                      <a:pt x="870" y="1046"/>
                    </a:cubicBezTo>
                    <a:cubicBezTo>
                      <a:pt x="836" y="1183"/>
                      <a:pt x="782" y="1314"/>
                      <a:pt x="714" y="1437"/>
                    </a:cubicBezTo>
                    <a:cubicBezTo>
                      <a:pt x="694" y="1471"/>
                      <a:pt x="670" y="1505"/>
                      <a:pt x="646" y="1534"/>
                    </a:cubicBezTo>
                    <a:cubicBezTo>
                      <a:pt x="606" y="1593"/>
                      <a:pt x="558" y="1652"/>
                      <a:pt x="504" y="1705"/>
                    </a:cubicBezTo>
                    <a:cubicBezTo>
                      <a:pt x="455" y="1744"/>
                      <a:pt x="411" y="1793"/>
                      <a:pt x="411" y="1837"/>
                    </a:cubicBezTo>
                    <a:cubicBezTo>
                      <a:pt x="411" y="1862"/>
                      <a:pt x="426" y="1886"/>
                      <a:pt x="445" y="1915"/>
                    </a:cubicBezTo>
                    <a:lnTo>
                      <a:pt x="450" y="1930"/>
                    </a:lnTo>
                    <a:cubicBezTo>
                      <a:pt x="528" y="2067"/>
                      <a:pt x="606" y="2208"/>
                      <a:pt x="655" y="2365"/>
                    </a:cubicBezTo>
                    <a:cubicBezTo>
                      <a:pt x="709" y="2550"/>
                      <a:pt x="699" y="2731"/>
                      <a:pt x="631" y="2868"/>
                    </a:cubicBezTo>
                    <a:cubicBezTo>
                      <a:pt x="626" y="2878"/>
                      <a:pt x="621" y="2888"/>
                      <a:pt x="616" y="2897"/>
                    </a:cubicBezTo>
                    <a:cubicBezTo>
                      <a:pt x="523" y="3039"/>
                      <a:pt x="260" y="3190"/>
                      <a:pt x="40" y="3283"/>
                    </a:cubicBezTo>
                    <a:cubicBezTo>
                      <a:pt x="40" y="3293"/>
                      <a:pt x="35" y="3298"/>
                      <a:pt x="35" y="3308"/>
                    </a:cubicBezTo>
                    <a:cubicBezTo>
                      <a:pt x="1" y="3518"/>
                      <a:pt x="35" y="3767"/>
                      <a:pt x="103" y="3967"/>
                    </a:cubicBezTo>
                    <a:lnTo>
                      <a:pt x="108" y="3967"/>
                    </a:lnTo>
                    <a:cubicBezTo>
                      <a:pt x="123" y="4011"/>
                      <a:pt x="137" y="4055"/>
                      <a:pt x="157" y="4094"/>
                    </a:cubicBezTo>
                    <a:cubicBezTo>
                      <a:pt x="157" y="4094"/>
                      <a:pt x="157" y="4094"/>
                      <a:pt x="162" y="4099"/>
                    </a:cubicBezTo>
                    <a:cubicBezTo>
                      <a:pt x="181" y="4143"/>
                      <a:pt x="206" y="4187"/>
                      <a:pt x="230" y="4226"/>
                    </a:cubicBezTo>
                    <a:cubicBezTo>
                      <a:pt x="260" y="4275"/>
                      <a:pt x="284" y="4319"/>
                      <a:pt x="304" y="4368"/>
                    </a:cubicBezTo>
                    <a:cubicBezTo>
                      <a:pt x="352" y="4461"/>
                      <a:pt x="377" y="4563"/>
                      <a:pt x="406" y="4671"/>
                    </a:cubicBezTo>
                    <a:cubicBezTo>
                      <a:pt x="411" y="4681"/>
                      <a:pt x="411" y="4690"/>
                      <a:pt x="416" y="4700"/>
                    </a:cubicBezTo>
                    <a:cubicBezTo>
                      <a:pt x="406" y="4514"/>
                      <a:pt x="245" y="3606"/>
                      <a:pt x="367" y="3435"/>
                    </a:cubicBezTo>
                    <a:cubicBezTo>
                      <a:pt x="660" y="3005"/>
                      <a:pt x="890" y="2751"/>
                      <a:pt x="973" y="2634"/>
                    </a:cubicBezTo>
                    <a:cubicBezTo>
                      <a:pt x="1100" y="2472"/>
                      <a:pt x="1105" y="2228"/>
                      <a:pt x="992" y="2057"/>
                    </a:cubicBezTo>
                    <a:cubicBezTo>
                      <a:pt x="944" y="1984"/>
                      <a:pt x="870" y="1925"/>
                      <a:pt x="841" y="1837"/>
                    </a:cubicBezTo>
                    <a:cubicBezTo>
                      <a:pt x="768" y="1617"/>
                      <a:pt x="1002" y="1422"/>
                      <a:pt x="1110" y="1212"/>
                    </a:cubicBezTo>
                    <a:cubicBezTo>
                      <a:pt x="1212" y="1012"/>
                      <a:pt x="1188" y="767"/>
                      <a:pt x="1105" y="562"/>
                    </a:cubicBezTo>
                    <a:cubicBezTo>
                      <a:pt x="1017" y="352"/>
                      <a:pt x="875" y="176"/>
                      <a:pt x="738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36"/>
              <p:cNvSpPr/>
              <p:nvPr/>
            </p:nvSpPr>
            <p:spPr>
              <a:xfrm>
                <a:off x="7476527" y="3936234"/>
                <a:ext cx="25665" cy="74461"/>
              </a:xfrm>
              <a:custGeom>
                <a:avLst/>
                <a:gdLst/>
                <a:ahLst/>
                <a:cxnLst/>
                <a:rect l="l" t="t" r="r" b="b"/>
                <a:pathLst>
                  <a:path w="162" h="470" extrusionOk="0">
                    <a:moveTo>
                      <a:pt x="20" y="0"/>
                    </a:moveTo>
                    <a:cubicBezTo>
                      <a:pt x="0" y="20"/>
                      <a:pt x="5" y="64"/>
                      <a:pt x="10" y="98"/>
                    </a:cubicBezTo>
                    <a:cubicBezTo>
                      <a:pt x="30" y="220"/>
                      <a:pt x="49" y="347"/>
                      <a:pt x="74" y="469"/>
                    </a:cubicBezTo>
                    <a:cubicBezTo>
                      <a:pt x="108" y="440"/>
                      <a:pt x="137" y="406"/>
                      <a:pt x="162" y="367"/>
                    </a:cubicBezTo>
                    <a:cubicBezTo>
                      <a:pt x="157" y="342"/>
                      <a:pt x="152" y="318"/>
                      <a:pt x="147" y="293"/>
                    </a:cubicBezTo>
                    <a:cubicBezTo>
                      <a:pt x="127" y="181"/>
                      <a:pt x="88" y="74"/>
                      <a:pt x="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36"/>
              <p:cNvSpPr/>
              <p:nvPr/>
            </p:nvSpPr>
            <p:spPr>
              <a:xfrm>
                <a:off x="7430900" y="3940036"/>
                <a:ext cx="30260" cy="86026"/>
              </a:xfrm>
              <a:custGeom>
                <a:avLst/>
                <a:gdLst/>
                <a:ahLst/>
                <a:cxnLst/>
                <a:rect l="l" t="t" r="r" b="b"/>
                <a:pathLst>
                  <a:path w="191" h="543" extrusionOk="0">
                    <a:moveTo>
                      <a:pt x="20" y="1"/>
                    </a:moveTo>
                    <a:cubicBezTo>
                      <a:pt x="0" y="25"/>
                      <a:pt x="0" y="64"/>
                      <a:pt x="10" y="98"/>
                    </a:cubicBezTo>
                    <a:cubicBezTo>
                      <a:pt x="34" y="245"/>
                      <a:pt x="59" y="396"/>
                      <a:pt x="83" y="543"/>
                    </a:cubicBezTo>
                    <a:lnTo>
                      <a:pt x="122" y="543"/>
                    </a:lnTo>
                    <a:cubicBezTo>
                      <a:pt x="147" y="543"/>
                      <a:pt x="166" y="538"/>
                      <a:pt x="191" y="533"/>
                    </a:cubicBezTo>
                    <a:cubicBezTo>
                      <a:pt x="181" y="450"/>
                      <a:pt x="161" y="362"/>
                      <a:pt x="147" y="294"/>
                    </a:cubicBezTo>
                    <a:cubicBezTo>
                      <a:pt x="127" y="186"/>
                      <a:pt x="88" y="79"/>
                      <a:pt x="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36"/>
              <p:cNvSpPr/>
              <p:nvPr/>
            </p:nvSpPr>
            <p:spPr>
              <a:xfrm>
                <a:off x="7148268" y="4038419"/>
                <a:ext cx="28042" cy="82065"/>
              </a:xfrm>
              <a:custGeom>
                <a:avLst/>
                <a:gdLst/>
                <a:ahLst/>
                <a:cxnLst/>
                <a:rect l="l" t="t" r="r" b="b"/>
                <a:pathLst>
                  <a:path w="177" h="518" extrusionOk="0">
                    <a:moveTo>
                      <a:pt x="21" y="0"/>
                    </a:moveTo>
                    <a:cubicBezTo>
                      <a:pt x="1" y="25"/>
                      <a:pt x="6" y="64"/>
                      <a:pt x="11" y="98"/>
                    </a:cubicBezTo>
                    <a:cubicBezTo>
                      <a:pt x="35" y="235"/>
                      <a:pt x="60" y="376"/>
                      <a:pt x="84" y="518"/>
                    </a:cubicBezTo>
                    <a:cubicBezTo>
                      <a:pt x="118" y="494"/>
                      <a:pt x="148" y="459"/>
                      <a:pt x="177" y="420"/>
                    </a:cubicBezTo>
                    <a:cubicBezTo>
                      <a:pt x="167" y="376"/>
                      <a:pt x="157" y="332"/>
                      <a:pt x="148" y="293"/>
                    </a:cubicBezTo>
                    <a:cubicBezTo>
                      <a:pt x="128" y="186"/>
                      <a:pt x="89" y="78"/>
                      <a:pt x="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6"/>
              <p:cNvSpPr/>
              <p:nvPr/>
            </p:nvSpPr>
            <p:spPr>
              <a:xfrm>
                <a:off x="6890668" y="3687823"/>
                <a:ext cx="366918" cy="815902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5150" extrusionOk="0">
                    <a:moveTo>
                      <a:pt x="946" y="1"/>
                    </a:moveTo>
                    <a:cubicBezTo>
                      <a:pt x="933" y="1"/>
                      <a:pt x="921" y="2"/>
                      <a:pt x="909" y="5"/>
                    </a:cubicBezTo>
                    <a:lnTo>
                      <a:pt x="1290" y="357"/>
                    </a:lnTo>
                    <a:cubicBezTo>
                      <a:pt x="1476" y="528"/>
                      <a:pt x="1690" y="723"/>
                      <a:pt x="1788" y="987"/>
                    </a:cubicBezTo>
                    <a:cubicBezTo>
                      <a:pt x="1832" y="1099"/>
                      <a:pt x="1847" y="1221"/>
                      <a:pt x="1866" y="1353"/>
                    </a:cubicBezTo>
                    <a:cubicBezTo>
                      <a:pt x="1886" y="1529"/>
                      <a:pt x="1905" y="1705"/>
                      <a:pt x="1925" y="1886"/>
                    </a:cubicBezTo>
                    <a:cubicBezTo>
                      <a:pt x="1945" y="2115"/>
                      <a:pt x="1954" y="2340"/>
                      <a:pt x="1857" y="2540"/>
                    </a:cubicBezTo>
                    <a:cubicBezTo>
                      <a:pt x="1842" y="2575"/>
                      <a:pt x="1822" y="2604"/>
                      <a:pt x="1798" y="2633"/>
                    </a:cubicBezTo>
                    <a:cubicBezTo>
                      <a:pt x="1774" y="2672"/>
                      <a:pt x="1739" y="2702"/>
                      <a:pt x="1705" y="2726"/>
                    </a:cubicBezTo>
                    <a:cubicBezTo>
                      <a:pt x="1676" y="2751"/>
                      <a:pt x="1642" y="2770"/>
                      <a:pt x="1607" y="2785"/>
                    </a:cubicBezTo>
                    <a:cubicBezTo>
                      <a:pt x="1583" y="2794"/>
                      <a:pt x="1559" y="2799"/>
                      <a:pt x="1529" y="2804"/>
                    </a:cubicBezTo>
                    <a:cubicBezTo>
                      <a:pt x="1519" y="2804"/>
                      <a:pt x="1510" y="2804"/>
                      <a:pt x="1495" y="2809"/>
                    </a:cubicBezTo>
                    <a:cubicBezTo>
                      <a:pt x="1471" y="2809"/>
                      <a:pt x="1451" y="2809"/>
                      <a:pt x="1427" y="2804"/>
                    </a:cubicBezTo>
                    <a:cubicBezTo>
                      <a:pt x="1285" y="2790"/>
                      <a:pt x="1153" y="2702"/>
                      <a:pt x="1075" y="2599"/>
                    </a:cubicBezTo>
                    <a:cubicBezTo>
                      <a:pt x="953" y="2448"/>
                      <a:pt x="904" y="2257"/>
                      <a:pt x="860" y="2086"/>
                    </a:cubicBezTo>
                    <a:lnTo>
                      <a:pt x="752" y="1671"/>
                    </a:lnTo>
                    <a:cubicBezTo>
                      <a:pt x="622" y="1714"/>
                      <a:pt x="481" y="1736"/>
                      <a:pt x="339" y="1736"/>
                    </a:cubicBezTo>
                    <a:cubicBezTo>
                      <a:pt x="257" y="1736"/>
                      <a:pt x="175" y="1729"/>
                      <a:pt x="93" y="1715"/>
                    </a:cubicBezTo>
                    <a:lnTo>
                      <a:pt x="93" y="1715"/>
                    </a:lnTo>
                    <a:cubicBezTo>
                      <a:pt x="98" y="2057"/>
                      <a:pt x="73" y="2257"/>
                      <a:pt x="39" y="2526"/>
                    </a:cubicBezTo>
                    <a:cubicBezTo>
                      <a:pt x="25" y="2614"/>
                      <a:pt x="10" y="2716"/>
                      <a:pt x="0" y="2834"/>
                    </a:cubicBezTo>
                    <a:cubicBezTo>
                      <a:pt x="156" y="3058"/>
                      <a:pt x="1163" y="4373"/>
                      <a:pt x="1759" y="5149"/>
                    </a:cubicBezTo>
                    <a:cubicBezTo>
                      <a:pt x="1857" y="4065"/>
                      <a:pt x="616" y="3483"/>
                      <a:pt x="733" y="3093"/>
                    </a:cubicBezTo>
                    <a:cubicBezTo>
                      <a:pt x="740" y="3067"/>
                      <a:pt x="753" y="3057"/>
                      <a:pt x="772" y="3057"/>
                    </a:cubicBezTo>
                    <a:cubicBezTo>
                      <a:pt x="872" y="3057"/>
                      <a:pt x="1131" y="3358"/>
                      <a:pt x="1463" y="3358"/>
                    </a:cubicBezTo>
                    <a:cubicBezTo>
                      <a:pt x="1550" y="3358"/>
                      <a:pt x="1643" y="3336"/>
                      <a:pt x="1739" y="3283"/>
                    </a:cubicBezTo>
                    <a:cubicBezTo>
                      <a:pt x="1920" y="3185"/>
                      <a:pt x="2013" y="2980"/>
                      <a:pt x="2052" y="2780"/>
                    </a:cubicBezTo>
                    <a:cubicBezTo>
                      <a:pt x="2243" y="1891"/>
                      <a:pt x="2316" y="855"/>
                      <a:pt x="1422" y="313"/>
                    </a:cubicBezTo>
                    <a:cubicBezTo>
                      <a:pt x="1208" y="94"/>
                      <a:pt x="1056" y="1"/>
                      <a:pt x="946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6"/>
              <p:cNvSpPr/>
              <p:nvPr/>
            </p:nvSpPr>
            <p:spPr>
              <a:xfrm>
                <a:off x="7102642" y="4042221"/>
                <a:ext cx="30418" cy="90779"/>
              </a:xfrm>
              <a:custGeom>
                <a:avLst/>
                <a:gdLst/>
                <a:ahLst/>
                <a:cxnLst/>
                <a:rect l="l" t="t" r="r" b="b"/>
                <a:pathLst>
                  <a:path w="192" h="573" extrusionOk="0">
                    <a:moveTo>
                      <a:pt x="20" y="1"/>
                    </a:moveTo>
                    <a:cubicBezTo>
                      <a:pt x="1" y="25"/>
                      <a:pt x="1" y="64"/>
                      <a:pt x="10" y="98"/>
                    </a:cubicBezTo>
                    <a:cubicBezTo>
                      <a:pt x="35" y="255"/>
                      <a:pt x="59" y="411"/>
                      <a:pt x="89" y="567"/>
                    </a:cubicBezTo>
                    <a:cubicBezTo>
                      <a:pt x="113" y="572"/>
                      <a:pt x="138" y="572"/>
                      <a:pt x="157" y="572"/>
                    </a:cubicBezTo>
                    <a:cubicBezTo>
                      <a:pt x="172" y="572"/>
                      <a:pt x="181" y="572"/>
                      <a:pt x="191" y="567"/>
                    </a:cubicBezTo>
                    <a:cubicBezTo>
                      <a:pt x="186" y="470"/>
                      <a:pt x="162" y="372"/>
                      <a:pt x="147" y="294"/>
                    </a:cubicBezTo>
                    <a:cubicBezTo>
                      <a:pt x="128" y="186"/>
                      <a:pt x="89" y="79"/>
                      <a:pt x="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36"/>
              <p:cNvSpPr/>
              <p:nvPr/>
            </p:nvSpPr>
            <p:spPr>
              <a:xfrm>
                <a:off x="6128957" y="3949384"/>
                <a:ext cx="954526" cy="1052751"/>
              </a:xfrm>
              <a:custGeom>
                <a:avLst/>
                <a:gdLst/>
                <a:ahLst/>
                <a:cxnLst/>
                <a:rect l="l" t="t" r="r" b="b"/>
                <a:pathLst>
                  <a:path w="6025" h="6645" extrusionOk="0">
                    <a:moveTo>
                      <a:pt x="2854" y="0"/>
                    </a:moveTo>
                    <a:cubicBezTo>
                      <a:pt x="2864" y="166"/>
                      <a:pt x="2795" y="347"/>
                      <a:pt x="2658" y="538"/>
                    </a:cubicBezTo>
                    <a:cubicBezTo>
                      <a:pt x="2654" y="547"/>
                      <a:pt x="2644" y="562"/>
                      <a:pt x="2634" y="572"/>
                    </a:cubicBezTo>
                    <a:cubicBezTo>
                      <a:pt x="2585" y="640"/>
                      <a:pt x="2527" y="704"/>
                      <a:pt x="2478" y="767"/>
                    </a:cubicBezTo>
                    <a:cubicBezTo>
                      <a:pt x="2400" y="860"/>
                      <a:pt x="2316" y="953"/>
                      <a:pt x="2248" y="1056"/>
                    </a:cubicBezTo>
                    <a:cubicBezTo>
                      <a:pt x="2048" y="1363"/>
                      <a:pt x="1960" y="1730"/>
                      <a:pt x="1994" y="2091"/>
                    </a:cubicBezTo>
                    <a:lnTo>
                      <a:pt x="1999" y="2150"/>
                    </a:lnTo>
                    <a:cubicBezTo>
                      <a:pt x="2014" y="2238"/>
                      <a:pt x="2023" y="2321"/>
                      <a:pt x="1999" y="2399"/>
                    </a:cubicBezTo>
                    <a:cubicBezTo>
                      <a:pt x="1989" y="2433"/>
                      <a:pt x="1970" y="2467"/>
                      <a:pt x="1950" y="2502"/>
                    </a:cubicBezTo>
                    <a:cubicBezTo>
                      <a:pt x="1940" y="2521"/>
                      <a:pt x="1931" y="2546"/>
                      <a:pt x="1921" y="2565"/>
                    </a:cubicBezTo>
                    <a:cubicBezTo>
                      <a:pt x="1838" y="2746"/>
                      <a:pt x="1838" y="2966"/>
                      <a:pt x="1916" y="3147"/>
                    </a:cubicBezTo>
                    <a:cubicBezTo>
                      <a:pt x="1912" y="3147"/>
                      <a:pt x="1908" y="3147"/>
                      <a:pt x="1905" y="3147"/>
                    </a:cubicBezTo>
                    <a:cubicBezTo>
                      <a:pt x="1761" y="3147"/>
                      <a:pt x="1610" y="3056"/>
                      <a:pt x="1496" y="2966"/>
                    </a:cubicBezTo>
                    <a:cubicBezTo>
                      <a:pt x="1163" y="2692"/>
                      <a:pt x="900" y="2336"/>
                      <a:pt x="734" y="1935"/>
                    </a:cubicBezTo>
                    <a:cubicBezTo>
                      <a:pt x="704" y="1862"/>
                      <a:pt x="680" y="1788"/>
                      <a:pt x="650" y="1715"/>
                    </a:cubicBezTo>
                    <a:cubicBezTo>
                      <a:pt x="602" y="1573"/>
                      <a:pt x="548" y="1427"/>
                      <a:pt x="470" y="1290"/>
                    </a:cubicBezTo>
                    <a:cubicBezTo>
                      <a:pt x="417" y="1197"/>
                      <a:pt x="361" y="1181"/>
                      <a:pt x="324" y="1181"/>
                    </a:cubicBezTo>
                    <a:cubicBezTo>
                      <a:pt x="316" y="1181"/>
                      <a:pt x="310" y="1182"/>
                      <a:pt x="304" y="1183"/>
                    </a:cubicBezTo>
                    <a:cubicBezTo>
                      <a:pt x="265" y="1192"/>
                      <a:pt x="240" y="1217"/>
                      <a:pt x="216" y="1241"/>
                    </a:cubicBezTo>
                    <a:cubicBezTo>
                      <a:pt x="64" y="1412"/>
                      <a:pt x="1" y="1661"/>
                      <a:pt x="50" y="1886"/>
                    </a:cubicBezTo>
                    <a:cubicBezTo>
                      <a:pt x="59" y="1935"/>
                      <a:pt x="74" y="1979"/>
                      <a:pt x="89" y="2023"/>
                    </a:cubicBezTo>
                    <a:cubicBezTo>
                      <a:pt x="103" y="2057"/>
                      <a:pt x="113" y="2091"/>
                      <a:pt x="128" y="2121"/>
                    </a:cubicBezTo>
                    <a:cubicBezTo>
                      <a:pt x="162" y="2204"/>
                      <a:pt x="191" y="2277"/>
                      <a:pt x="206" y="2355"/>
                    </a:cubicBezTo>
                    <a:cubicBezTo>
                      <a:pt x="225" y="2443"/>
                      <a:pt x="221" y="2531"/>
                      <a:pt x="216" y="2629"/>
                    </a:cubicBezTo>
                    <a:cubicBezTo>
                      <a:pt x="216" y="2668"/>
                      <a:pt x="216" y="2712"/>
                      <a:pt x="216" y="2751"/>
                    </a:cubicBezTo>
                    <a:cubicBezTo>
                      <a:pt x="221" y="3166"/>
                      <a:pt x="392" y="3567"/>
                      <a:pt x="690" y="3850"/>
                    </a:cubicBezTo>
                    <a:cubicBezTo>
                      <a:pt x="974" y="4125"/>
                      <a:pt x="1360" y="4285"/>
                      <a:pt x="1754" y="4285"/>
                    </a:cubicBezTo>
                    <a:cubicBezTo>
                      <a:pt x="1766" y="4285"/>
                      <a:pt x="1777" y="4285"/>
                      <a:pt x="1789" y="4285"/>
                    </a:cubicBezTo>
                    <a:cubicBezTo>
                      <a:pt x="1799" y="4295"/>
                      <a:pt x="1803" y="4300"/>
                      <a:pt x="1813" y="4309"/>
                    </a:cubicBezTo>
                    <a:cubicBezTo>
                      <a:pt x="1847" y="4348"/>
                      <a:pt x="1877" y="4402"/>
                      <a:pt x="1916" y="4471"/>
                    </a:cubicBezTo>
                    <a:cubicBezTo>
                      <a:pt x="2082" y="4769"/>
                      <a:pt x="2400" y="5321"/>
                      <a:pt x="4026" y="6234"/>
                    </a:cubicBezTo>
                    <a:cubicBezTo>
                      <a:pt x="4105" y="6283"/>
                      <a:pt x="4197" y="6288"/>
                      <a:pt x="4285" y="6293"/>
                    </a:cubicBezTo>
                    <a:cubicBezTo>
                      <a:pt x="4329" y="6293"/>
                      <a:pt x="4368" y="6298"/>
                      <a:pt x="4407" y="6303"/>
                    </a:cubicBezTo>
                    <a:cubicBezTo>
                      <a:pt x="4696" y="6351"/>
                      <a:pt x="5013" y="6454"/>
                      <a:pt x="5350" y="6605"/>
                    </a:cubicBezTo>
                    <a:cubicBezTo>
                      <a:pt x="5404" y="6630"/>
                      <a:pt x="5458" y="6640"/>
                      <a:pt x="5512" y="6645"/>
                    </a:cubicBezTo>
                    <a:lnTo>
                      <a:pt x="5556" y="6645"/>
                    </a:lnTo>
                    <a:cubicBezTo>
                      <a:pt x="5600" y="6640"/>
                      <a:pt x="5639" y="6630"/>
                      <a:pt x="5678" y="6615"/>
                    </a:cubicBezTo>
                    <a:cubicBezTo>
                      <a:pt x="5746" y="6591"/>
                      <a:pt x="5805" y="6547"/>
                      <a:pt x="5854" y="6493"/>
                    </a:cubicBezTo>
                    <a:cubicBezTo>
                      <a:pt x="5883" y="6459"/>
                      <a:pt x="5907" y="6425"/>
                      <a:pt x="5932" y="6386"/>
                    </a:cubicBezTo>
                    <a:cubicBezTo>
                      <a:pt x="5946" y="6361"/>
                      <a:pt x="5966" y="6337"/>
                      <a:pt x="5981" y="6307"/>
                    </a:cubicBezTo>
                    <a:cubicBezTo>
                      <a:pt x="5985" y="6303"/>
                      <a:pt x="5985" y="6298"/>
                      <a:pt x="5985" y="6293"/>
                    </a:cubicBezTo>
                    <a:cubicBezTo>
                      <a:pt x="6005" y="6264"/>
                      <a:pt x="6020" y="6234"/>
                      <a:pt x="6020" y="6195"/>
                    </a:cubicBezTo>
                    <a:cubicBezTo>
                      <a:pt x="6025" y="6151"/>
                      <a:pt x="6005" y="6107"/>
                      <a:pt x="5990" y="6068"/>
                    </a:cubicBezTo>
                    <a:cubicBezTo>
                      <a:pt x="5858" y="5780"/>
                      <a:pt x="5595" y="5580"/>
                      <a:pt x="5360" y="5404"/>
                    </a:cubicBezTo>
                    <a:cubicBezTo>
                      <a:pt x="5311" y="5369"/>
                      <a:pt x="5267" y="5325"/>
                      <a:pt x="5218" y="5277"/>
                    </a:cubicBezTo>
                    <a:cubicBezTo>
                      <a:pt x="5184" y="5247"/>
                      <a:pt x="5155" y="5213"/>
                      <a:pt x="5116" y="5184"/>
                    </a:cubicBezTo>
                    <a:cubicBezTo>
                      <a:pt x="5106" y="5174"/>
                      <a:pt x="5096" y="5164"/>
                      <a:pt x="5087" y="5155"/>
                    </a:cubicBezTo>
                    <a:cubicBezTo>
                      <a:pt x="5082" y="5130"/>
                      <a:pt x="5082" y="5106"/>
                      <a:pt x="5077" y="5086"/>
                    </a:cubicBezTo>
                    <a:cubicBezTo>
                      <a:pt x="5057" y="4905"/>
                      <a:pt x="5038" y="4720"/>
                      <a:pt x="5033" y="4539"/>
                    </a:cubicBezTo>
                    <a:cubicBezTo>
                      <a:pt x="5028" y="4475"/>
                      <a:pt x="5028" y="4417"/>
                      <a:pt x="5028" y="4353"/>
                    </a:cubicBezTo>
                    <a:lnTo>
                      <a:pt x="5028" y="4329"/>
                    </a:lnTo>
                    <a:cubicBezTo>
                      <a:pt x="5023" y="4246"/>
                      <a:pt x="5023" y="4168"/>
                      <a:pt x="5018" y="4089"/>
                    </a:cubicBezTo>
                    <a:cubicBezTo>
                      <a:pt x="5004" y="3752"/>
                      <a:pt x="4964" y="3410"/>
                      <a:pt x="4808" y="3112"/>
                    </a:cubicBezTo>
                    <a:cubicBezTo>
                      <a:pt x="4779" y="3059"/>
                      <a:pt x="4749" y="3010"/>
                      <a:pt x="4715" y="2961"/>
                    </a:cubicBezTo>
                    <a:cubicBezTo>
                      <a:pt x="4608" y="2800"/>
                      <a:pt x="4471" y="2663"/>
                      <a:pt x="4324" y="2541"/>
                    </a:cubicBezTo>
                    <a:cubicBezTo>
                      <a:pt x="4271" y="2497"/>
                      <a:pt x="4217" y="2453"/>
                      <a:pt x="4158" y="2414"/>
                    </a:cubicBezTo>
                    <a:cubicBezTo>
                      <a:pt x="3997" y="2003"/>
                      <a:pt x="3899" y="1720"/>
                      <a:pt x="3880" y="1656"/>
                    </a:cubicBezTo>
                    <a:cubicBezTo>
                      <a:pt x="3836" y="1593"/>
                      <a:pt x="3440" y="987"/>
                      <a:pt x="3352" y="870"/>
                    </a:cubicBezTo>
                    <a:lnTo>
                      <a:pt x="3303" y="806"/>
                    </a:lnTo>
                    <a:cubicBezTo>
                      <a:pt x="3167" y="626"/>
                      <a:pt x="3020" y="440"/>
                      <a:pt x="2927" y="225"/>
                    </a:cubicBezTo>
                    <a:cubicBezTo>
                      <a:pt x="2927" y="220"/>
                      <a:pt x="2922" y="215"/>
                      <a:pt x="2922" y="210"/>
                    </a:cubicBezTo>
                    <a:cubicBezTo>
                      <a:pt x="2893" y="137"/>
                      <a:pt x="2869" y="69"/>
                      <a:pt x="285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36"/>
              <p:cNvSpPr/>
              <p:nvPr/>
            </p:nvSpPr>
            <p:spPr>
              <a:xfrm>
                <a:off x="6925363" y="4639011"/>
                <a:ext cx="52915" cy="131653"/>
              </a:xfrm>
              <a:custGeom>
                <a:avLst/>
                <a:gdLst/>
                <a:ahLst/>
                <a:cxnLst/>
                <a:rect l="l" t="t" r="r" b="b"/>
                <a:pathLst>
                  <a:path w="334" h="831" extrusionOk="0">
                    <a:moveTo>
                      <a:pt x="1" y="0"/>
                    </a:moveTo>
                    <a:cubicBezTo>
                      <a:pt x="1" y="64"/>
                      <a:pt x="1" y="127"/>
                      <a:pt x="6" y="186"/>
                    </a:cubicBezTo>
                    <a:cubicBezTo>
                      <a:pt x="11" y="367"/>
                      <a:pt x="30" y="552"/>
                      <a:pt x="50" y="733"/>
                    </a:cubicBezTo>
                    <a:cubicBezTo>
                      <a:pt x="55" y="758"/>
                      <a:pt x="55" y="777"/>
                      <a:pt x="60" y="802"/>
                    </a:cubicBezTo>
                    <a:cubicBezTo>
                      <a:pt x="69" y="811"/>
                      <a:pt x="79" y="821"/>
                      <a:pt x="89" y="831"/>
                    </a:cubicBezTo>
                    <a:cubicBezTo>
                      <a:pt x="99" y="821"/>
                      <a:pt x="104" y="816"/>
                      <a:pt x="113" y="811"/>
                    </a:cubicBezTo>
                    <a:cubicBezTo>
                      <a:pt x="187" y="748"/>
                      <a:pt x="265" y="689"/>
                      <a:pt x="333" y="621"/>
                    </a:cubicBezTo>
                    <a:cubicBezTo>
                      <a:pt x="318" y="591"/>
                      <a:pt x="299" y="562"/>
                      <a:pt x="284" y="533"/>
                    </a:cubicBezTo>
                    <a:cubicBezTo>
                      <a:pt x="187" y="357"/>
                      <a:pt x="89" y="176"/>
                      <a:pt x="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36"/>
              <p:cNvSpPr/>
              <p:nvPr/>
            </p:nvSpPr>
            <p:spPr>
              <a:xfrm>
                <a:off x="6142898" y="4269721"/>
                <a:ext cx="289605" cy="362482"/>
              </a:xfrm>
              <a:custGeom>
                <a:avLst/>
                <a:gdLst/>
                <a:ahLst/>
                <a:cxnLst/>
                <a:rect l="l" t="t" r="r" b="b"/>
                <a:pathLst>
                  <a:path w="1828" h="2288" extrusionOk="0">
                    <a:moveTo>
                      <a:pt x="1" y="1"/>
                    </a:moveTo>
                    <a:cubicBezTo>
                      <a:pt x="15" y="35"/>
                      <a:pt x="25" y="69"/>
                      <a:pt x="40" y="99"/>
                    </a:cubicBezTo>
                    <a:cubicBezTo>
                      <a:pt x="74" y="182"/>
                      <a:pt x="103" y="255"/>
                      <a:pt x="118" y="333"/>
                    </a:cubicBezTo>
                    <a:cubicBezTo>
                      <a:pt x="137" y="421"/>
                      <a:pt x="133" y="509"/>
                      <a:pt x="128" y="607"/>
                    </a:cubicBezTo>
                    <a:cubicBezTo>
                      <a:pt x="128" y="646"/>
                      <a:pt x="128" y="690"/>
                      <a:pt x="128" y="729"/>
                    </a:cubicBezTo>
                    <a:cubicBezTo>
                      <a:pt x="133" y="1144"/>
                      <a:pt x="304" y="1545"/>
                      <a:pt x="602" y="1828"/>
                    </a:cubicBezTo>
                    <a:cubicBezTo>
                      <a:pt x="886" y="2103"/>
                      <a:pt x="1272" y="2263"/>
                      <a:pt x="1666" y="2263"/>
                    </a:cubicBezTo>
                    <a:cubicBezTo>
                      <a:pt x="1678" y="2263"/>
                      <a:pt x="1689" y="2263"/>
                      <a:pt x="1701" y="2263"/>
                    </a:cubicBezTo>
                    <a:cubicBezTo>
                      <a:pt x="1711" y="2273"/>
                      <a:pt x="1715" y="2278"/>
                      <a:pt x="1725" y="2287"/>
                    </a:cubicBezTo>
                    <a:cubicBezTo>
                      <a:pt x="1725" y="2278"/>
                      <a:pt x="1725" y="2263"/>
                      <a:pt x="1730" y="2248"/>
                    </a:cubicBezTo>
                    <a:cubicBezTo>
                      <a:pt x="1735" y="2121"/>
                      <a:pt x="1828" y="1491"/>
                      <a:pt x="1769" y="1398"/>
                    </a:cubicBezTo>
                    <a:cubicBezTo>
                      <a:pt x="1753" y="1374"/>
                      <a:pt x="1726" y="1364"/>
                      <a:pt x="1693" y="1364"/>
                    </a:cubicBezTo>
                    <a:cubicBezTo>
                      <a:pt x="1562" y="1364"/>
                      <a:pt x="1331" y="1521"/>
                      <a:pt x="1242" y="1545"/>
                    </a:cubicBezTo>
                    <a:cubicBezTo>
                      <a:pt x="1207" y="1554"/>
                      <a:pt x="1172" y="1562"/>
                      <a:pt x="1137" y="1562"/>
                    </a:cubicBezTo>
                    <a:cubicBezTo>
                      <a:pt x="1118" y="1562"/>
                      <a:pt x="1099" y="1560"/>
                      <a:pt x="1080" y="1554"/>
                    </a:cubicBezTo>
                    <a:cubicBezTo>
                      <a:pt x="1027" y="1540"/>
                      <a:pt x="983" y="1501"/>
                      <a:pt x="944" y="1467"/>
                    </a:cubicBezTo>
                    <a:cubicBezTo>
                      <a:pt x="704" y="1242"/>
                      <a:pt x="509" y="973"/>
                      <a:pt x="362" y="680"/>
                    </a:cubicBezTo>
                    <a:cubicBezTo>
                      <a:pt x="250" y="450"/>
                      <a:pt x="162" y="191"/>
                      <a:pt x="1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36"/>
              <p:cNvSpPr/>
              <p:nvPr/>
            </p:nvSpPr>
            <p:spPr>
              <a:xfrm>
                <a:off x="6546250" y="3949384"/>
                <a:ext cx="329846" cy="470371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2969" extrusionOk="0">
                    <a:moveTo>
                      <a:pt x="220" y="0"/>
                    </a:moveTo>
                    <a:cubicBezTo>
                      <a:pt x="230" y="166"/>
                      <a:pt x="161" y="347"/>
                      <a:pt x="24" y="538"/>
                    </a:cubicBezTo>
                    <a:cubicBezTo>
                      <a:pt x="20" y="547"/>
                      <a:pt x="10" y="562"/>
                      <a:pt x="0" y="572"/>
                    </a:cubicBezTo>
                    <a:lnTo>
                      <a:pt x="0" y="577"/>
                    </a:lnTo>
                    <a:lnTo>
                      <a:pt x="15" y="577"/>
                    </a:lnTo>
                    <a:cubicBezTo>
                      <a:pt x="39" y="718"/>
                      <a:pt x="195" y="782"/>
                      <a:pt x="318" y="850"/>
                    </a:cubicBezTo>
                    <a:cubicBezTo>
                      <a:pt x="572" y="997"/>
                      <a:pt x="748" y="1261"/>
                      <a:pt x="782" y="1549"/>
                    </a:cubicBezTo>
                    <a:cubicBezTo>
                      <a:pt x="806" y="1769"/>
                      <a:pt x="757" y="2003"/>
                      <a:pt x="850" y="2204"/>
                    </a:cubicBezTo>
                    <a:cubicBezTo>
                      <a:pt x="967" y="2443"/>
                      <a:pt x="1246" y="2546"/>
                      <a:pt x="1495" y="2643"/>
                    </a:cubicBezTo>
                    <a:cubicBezTo>
                      <a:pt x="1721" y="2728"/>
                      <a:pt x="2020" y="2969"/>
                      <a:pt x="2073" y="2969"/>
                    </a:cubicBezTo>
                    <a:cubicBezTo>
                      <a:pt x="2078" y="2969"/>
                      <a:pt x="2081" y="2966"/>
                      <a:pt x="2081" y="2961"/>
                    </a:cubicBezTo>
                    <a:cubicBezTo>
                      <a:pt x="1974" y="2800"/>
                      <a:pt x="1837" y="2663"/>
                      <a:pt x="1690" y="2541"/>
                    </a:cubicBezTo>
                    <a:cubicBezTo>
                      <a:pt x="1637" y="2497"/>
                      <a:pt x="1583" y="2453"/>
                      <a:pt x="1524" y="2414"/>
                    </a:cubicBezTo>
                    <a:cubicBezTo>
                      <a:pt x="1363" y="2003"/>
                      <a:pt x="1265" y="1720"/>
                      <a:pt x="1246" y="1656"/>
                    </a:cubicBezTo>
                    <a:cubicBezTo>
                      <a:pt x="1202" y="1593"/>
                      <a:pt x="806" y="982"/>
                      <a:pt x="718" y="870"/>
                    </a:cubicBezTo>
                    <a:lnTo>
                      <a:pt x="669" y="806"/>
                    </a:lnTo>
                    <a:cubicBezTo>
                      <a:pt x="533" y="626"/>
                      <a:pt x="386" y="440"/>
                      <a:pt x="293" y="225"/>
                    </a:cubicBezTo>
                    <a:cubicBezTo>
                      <a:pt x="293" y="220"/>
                      <a:pt x="288" y="210"/>
                      <a:pt x="288" y="205"/>
                    </a:cubicBezTo>
                    <a:cubicBezTo>
                      <a:pt x="259" y="137"/>
                      <a:pt x="235" y="69"/>
                      <a:pt x="220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36"/>
              <p:cNvSpPr/>
              <p:nvPr/>
            </p:nvSpPr>
            <p:spPr>
              <a:xfrm>
                <a:off x="7035311" y="4897562"/>
                <a:ext cx="42775" cy="63529"/>
              </a:xfrm>
              <a:custGeom>
                <a:avLst/>
                <a:gdLst/>
                <a:ahLst/>
                <a:cxnLst/>
                <a:rect l="l" t="t" r="r" b="b"/>
                <a:pathLst>
                  <a:path w="270" h="40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20" y="24"/>
                      <a:pt x="40" y="49"/>
                      <a:pt x="59" y="78"/>
                    </a:cubicBezTo>
                    <a:cubicBezTo>
                      <a:pt x="118" y="166"/>
                      <a:pt x="181" y="313"/>
                      <a:pt x="211" y="401"/>
                    </a:cubicBezTo>
                    <a:cubicBezTo>
                      <a:pt x="230" y="376"/>
                      <a:pt x="245" y="347"/>
                      <a:pt x="260" y="322"/>
                    </a:cubicBezTo>
                    <a:cubicBezTo>
                      <a:pt x="264" y="318"/>
                      <a:pt x="264" y="313"/>
                      <a:pt x="269" y="308"/>
                    </a:cubicBezTo>
                    <a:cubicBezTo>
                      <a:pt x="240" y="176"/>
                      <a:pt x="103" y="44"/>
                      <a:pt x="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6"/>
              <p:cNvSpPr/>
              <p:nvPr/>
            </p:nvSpPr>
            <p:spPr>
              <a:xfrm>
                <a:off x="6994278" y="4906751"/>
                <a:ext cx="34220" cy="95215"/>
              </a:xfrm>
              <a:custGeom>
                <a:avLst/>
                <a:gdLst/>
                <a:ahLst/>
                <a:cxnLst/>
                <a:rect l="l" t="t" r="r" b="b"/>
                <a:pathLst>
                  <a:path w="216" h="601" extrusionOk="0">
                    <a:moveTo>
                      <a:pt x="7" y="0"/>
                    </a:moveTo>
                    <a:cubicBezTo>
                      <a:pt x="5" y="0"/>
                      <a:pt x="3" y="1"/>
                      <a:pt x="1" y="1"/>
                    </a:cubicBezTo>
                    <a:cubicBezTo>
                      <a:pt x="15" y="172"/>
                      <a:pt x="30" y="343"/>
                      <a:pt x="40" y="514"/>
                    </a:cubicBezTo>
                    <a:cubicBezTo>
                      <a:pt x="45" y="543"/>
                      <a:pt x="45" y="572"/>
                      <a:pt x="50" y="597"/>
                    </a:cubicBezTo>
                    <a:cubicBezTo>
                      <a:pt x="57" y="599"/>
                      <a:pt x="64" y="600"/>
                      <a:pt x="72" y="600"/>
                    </a:cubicBezTo>
                    <a:cubicBezTo>
                      <a:pt x="79" y="600"/>
                      <a:pt x="86" y="599"/>
                      <a:pt x="94" y="597"/>
                    </a:cubicBezTo>
                    <a:cubicBezTo>
                      <a:pt x="138" y="597"/>
                      <a:pt x="177" y="587"/>
                      <a:pt x="216" y="572"/>
                    </a:cubicBezTo>
                    <a:cubicBezTo>
                      <a:pt x="201" y="431"/>
                      <a:pt x="172" y="284"/>
                      <a:pt x="133" y="147"/>
                    </a:cubicBezTo>
                    <a:cubicBezTo>
                      <a:pt x="114" y="81"/>
                      <a:pt x="76" y="0"/>
                      <a:pt x="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36"/>
              <p:cNvSpPr/>
              <p:nvPr/>
            </p:nvSpPr>
            <p:spPr>
              <a:xfrm>
                <a:off x="6567796" y="3652177"/>
                <a:ext cx="1254904" cy="1493496"/>
              </a:xfrm>
              <a:custGeom>
                <a:avLst/>
                <a:gdLst/>
                <a:ahLst/>
                <a:cxnLst/>
                <a:rect l="l" t="t" r="r" b="b"/>
                <a:pathLst>
                  <a:path w="7921" h="9427" extrusionOk="0">
                    <a:moveTo>
                      <a:pt x="494" y="0"/>
                    </a:moveTo>
                    <a:cubicBezTo>
                      <a:pt x="475" y="59"/>
                      <a:pt x="450" y="108"/>
                      <a:pt x="431" y="152"/>
                    </a:cubicBezTo>
                    <a:cubicBezTo>
                      <a:pt x="392" y="230"/>
                      <a:pt x="401" y="288"/>
                      <a:pt x="406" y="381"/>
                    </a:cubicBezTo>
                    <a:cubicBezTo>
                      <a:pt x="406" y="396"/>
                      <a:pt x="406" y="411"/>
                      <a:pt x="406" y="420"/>
                    </a:cubicBezTo>
                    <a:cubicBezTo>
                      <a:pt x="397" y="425"/>
                      <a:pt x="338" y="440"/>
                      <a:pt x="333" y="450"/>
                    </a:cubicBezTo>
                    <a:cubicBezTo>
                      <a:pt x="328" y="459"/>
                      <a:pt x="318" y="474"/>
                      <a:pt x="313" y="489"/>
                    </a:cubicBezTo>
                    <a:cubicBezTo>
                      <a:pt x="255" y="587"/>
                      <a:pt x="226" y="704"/>
                      <a:pt x="226" y="826"/>
                    </a:cubicBezTo>
                    <a:lnTo>
                      <a:pt x="226" y="831"/>
                    </a:lnTo>
                    <a:cubicBezTo>
                      <a:pt x="221" y="880"/>
                      <a:pt x="226" y="933"/>
                      <a:pt x="235" y="987"/>
                    </a:cubicBezTo>
                    <a:cubicBezTo>
                      <a:pt x="221" y="1012"/>
                      <a:pt x="206" y="1046"/>
                      <a:pt x="186" y="1085"/>
                    </a:cubicBezTo>
                    <a:cubicBezTo>
                      <a:pt x="157" y="1158"/>
                      <a:pt x="133" y="1246"/>
                      <a:pt x="133" y="1319"/>
                    </a:cubicBezTo>
                    <a:cubicBezTo>
                      <a:pt x="129" y="1319"/>
                      <a:pt x="126" y="1319"/>
                      <a:pt x="122" y="1319"/>
                    </a:cubicBezTo>
                    <a:cubicBezTo>
                      <a:pt x="80" y="1319"/>
                      <a:pt x="53" y="1347"/>
                      <a:pt x="40" y="1388"/>
                    </a:cubicBezTo>
                    <a:cubicBezTo>
                      <a:pt x="1" y="1500"/>
                      <a:pt x="50" y="1725"/>
                      <a:pt x="84" y="1876"/>
                    </a:cubicBezTo>
                    <a:cubicBezTo>
                      <a:pt x="89" y="1891"/>
                      <a:pt x="94" y="1906"/>
                      <a:pt x="94" y="1920"/>
                    </a:cubicBezTo>
                    <a:cubicBezTo>
                      <a:pt x="108" y="1974"/>
                      <a:pt x="128" y="2028"/>
                      <a:pt x="152" y="2086"/>
                    </a:cubicBezTo>
                    <a:cubicBezTo>
                      <a:pt x="152" y="2091"/>
                      <a:pt x="157" y="2096"/>
                      <a:pt x="157" y="2101"/>
                    </a:cubicBezTo>
                    <a:cubicBezTo>
                      <a:pt x="250" y="2316"/>
                      <a:pt x="397" y="2507"/>
                      <a:pt x="533" y="2687"/>
                    </a:cubicBezTo>
                    <a:lnTo>
                      <a:pt x="582" y="2746"/>
                    </a:lnTo>
                    <a:cubicBezTo>
                      <a:pt x="670" y="2863"/>
                      <a:pt x="1066" y="3469"/>
                      <a:pt x="1110" y="3532"/>
                    </a:cubicBezTo>
                    <a:cubicBezTo>
                      <a:pt x="1129" y="3596"/>
                      <a:pt x="1227" y="3879"/>
                      <a:pt x="1388" y="4290"/>
                    </a:cubicBezTo>
                    <a:cubicBezTo>
                      <a:pt x="1447" y="4334"/>
                      <a:pt x="1501" y="4373"/>
                      <a:pt x="1554" y="4417"/>
                    </a:cubicBezTo>
                    <a:cubicBezTo>
                      <a:pt x="1745" y="4578"/>
                      <a:pt x="1921" y="4764"/>
                      <a:pt x="2038" y="4988"/>
                    </a:cubicBezTo>
                    <a:cubicBezTo>
                      <a:pt x="2194" y="5286"/>
                      <a:pt x="2234" y="5628"/>
                      <a:pt x="2248" y="5965"/>
                    </a:cubicBezTo>
                    <a:cubicBezTo>
                      <a:pt x="2253" y="6044"/>
                      <a:pt x="2253" y="6122"/>
                      <a:pt x="2258" y="6205"/>
                    </a:cubicBezTo>
                    <a:cubicBezTo>
                      <a:pt x="2258" y="6210"/>
                      <a:pt x="2258" y="6220"/>
                      <a:pt x="2258" y="6229"/>
                    </a:cubicBezTo>
                    <a:cubicBezTo>
                      <a:pt x="2346" y="6405"/>
                      <a:pt x="2444" y="6586"/>
                      <a:pt x="2541" y="6762"/>
                    </a:cubicBezTo>
                    <a:cubicBezTo>
                      <a:pt x="2556" y="6791"/>
                      <a:pt x="2575" y="6820"/>
                      <a:pt x="2590" y="6850"/>
                    </a:cubicBezTo>
                    <a:cubicBezTo>
                      <a:pt x="3137" y="7817"/>
                      <a:pt x="3807" y="8731"/>
                      <a:pt x="4530" y="9161"/>
                    </a:cubicBezTo>
                    <a:cubicBezTo>
                      <a:pt x="4559" y="9180"/>
                      <a:pt x="4588" y="9200"/>
                      <a:pt x="4623" y="9214"/>
                    </a:cubicBezTo>
                    <a:cubicBezTo>
                      <a:pt x="4869" y="9347"/>
                      <a:pt x="5125" y="9425"/>
                      <a:pt x="5385" y="9425"/>
                    </a:cubicBezTo>
                    <a:cubicBezTo>
                      <a:pt x="5393" y="9425"/>
                      <a:pt x="5401" y="9425"/>
                      <a:pt x="5409" y="9424"/>
                    </a:cubicBezTo>
                    <a:cubicBezTo>
                      <a:pt x="5411" y="9426"/>
                      <a:pt x="5412" y="9427"/>
                      <a:pt x="5414" y="9427"/>
                    </a:cubicBezTo>
                    <a:cubicBezTo>
                      <a:pt x="5417" y="9427"/>
                      <a:pt x="5421" y="9424"/>
                      <a:pt x="5424" y="9424"/>
                    </a:cubicBezTo>
                    <a:cubicBezTo>
                      <a:pt x="6147" y="9385"/>
                      <a:pt x="7720" y="6698"/>
                      <a:pt x="7920" y="6278"/>
                    </a:cubicBezTo>
                    <a:cubicBezTo>
                      <a:pt x="7886" y="6273"/>
                      <a:pt x="7857" y="6268"/>
                      <a:pt x="7818" y="6263"/>
                    </a:cubicBezTo>
                    <a:cubicBezTo>
                      <a:pt x="7461" y="6205"/>
                      <a:pt x="7036" y="6088"/>
                      <a:pt x="6635" y="5936"/>
                    </a:cubicBezTo>
                    <a:cubicBezTo>
                      <a:pt x="6205" y="5770"/>
                      <a:pt x="5800" y="5565"/>
                      <a:pt x="5531" y="5360"/>
                    </a:cubicBezTo>
                    <a:cubicBezTo>
                      <a:pt x="5502" y="5335"/>
                      <a:pt x="5477" y="5316"/>
                      <a:pt x="5453" y="5291"/>
                    </a:cubicBezTo>
                    <a:cubicBezTo>
                      <a:pt x="5121" y="5863"/>
                      <a:pt x="5018" y="6078"/>
                      <a:pt x="4803" y="6532"/>
                    </a:cubicBezTo>
                    <a:lnTo>
                      <a:pt x="4759" y="6630"/>
                    </a:lnTo>
                    <a:cubicBezTo>
                      <a:pt x="4720" y="6581"/>
                      <a:pt x="4662" y="6503"/>
                      <a:pt x="4559" y="6371"/>
                    </a:cubicBezTo>
                    <a:cubicBezTo>
                      <a:pt x="4530" y="6332"/>
                      <a:pt x="4496" y="6293"/>
                      <a:pt x="4461" y="6244"/>
                    </a:cubicBezTo>
                    <a:cubicBezTo>
                      <a:pt x="4432" y="6205"/>
                      <a:pt x="4398" y="6166"/>
                      <a:pt x="4364" y="6122"/>
                    </a:cubicBezTo>
                    <a:cubicBezTo>
                      <a:pt x="4202" y="5907"/>
                      <a:pt x="4007" y="5653"/>
                      <a:pt x="3792" y="5374"/>
                    </a:cubicBezTo>
                    <a:cubicBezTo>
                      <a:pt x="3772" y="5350"/>
                      <a:pt x="3748" y="5321"/>
                      <a:pt x="3728" y="5286"/>
                    </a:cubicBezTo>
                    <a:cubicBezTo>
                      <a:pt x="3162" y="4549"/>
                      <a:pt x="2517" y="3708"/>
                      <a:pt x="2199" y="3278"/>
                    </a:cubicBezTo>
                    <a:cubicBezTo>
                      <a:pt x="2180" y="3254"/>
                      <a:pt x="2160" y="3225"/>
                      <a:pt x="2141" y="3200"/>
                    </a:cubicBezTo>
                    <a:cubicBezTo>
                      <a:pt x="2097" y="3142"/>
                      <a:pt x="2063" y="3093"/>
                      <a:pt x="2038" y="3059"/>
                    </a:cubicBezTo>
                    <a:cubicBezTo>
                      <a:pt x="2048" y="2941"/>
                      <a:pt x="2063" y="2844"/>
                      <a:pt x="2077" y="2751"/>
                    </a:cubicBezTo>
                    <a:cubicBezTo>
                      <a:pt x="2111" y="2482"/>
                      <a:pt x="2136" y="2282"/>
                      <a:pt x="2131" y="1945"/>
                    </a:cubicBezTo>
                    <a:cubicBezTo>
                      <a:pt x="2097" y="1940"/>
                      <a:pt x="2063" y="1930"/>
                      <a:pt x="2028" y="1925"/>
                    </a:cubicBezTo>
                    <a:cubicBezTo>
                      <a:pt x="2009" y="1920"/>
                      <a:pt x="1989" y="1915"/>
                      <a:pt x="1965" y="1910"/>
                    </a:cubicBezTo>
                    <a:cubicBezTo>
                      <a:pt x="1945" y="1906"/>
                      <a:pt x="1926" y="1896"/>
                      <a:pt x="1906" y="1891"/>
                    </a:cubicBezTo>
                    <a:cubicBezTo>
                      <a:pt x="1887" y="1886"/>
                      <a:pt x="1872" y="1881"/>
                      <a:pt x="1857" y="1876"/>
                    </a:cubicBezTo>
                    <a:cubicBezTo>
                      <a:pt x="1838" y="1871"/>
                      <a:pt x="1813" y="1862"/>
                      <a:pt x="1794" y="1852"/>
                    </a:cubicBezTo>
                    <a:cubicBezTo>
                      <a:pt x="1764" y="1842"/>
                      <a:pt x="1740" y="1832"/>
                      <a:pt x="1716" y="1823"/>
                    </a:cubicBezTo>
                    <a:cubicBezTo>
                      <a:pt x="1696" y="1813"/>
                      <a:pt x="1677" y="1808"/>
                      <a:pt x="1657" y="1798"/>
                    </a:cubicBezTo>
                    <a:cubicBezTo>
                      <a:pt x="1647" y="1793"/>
                      <a:pt x="1633" y="1783"/>
                      <a:pt x="1623" y="1779"/>
                    </a:cubicBezTo>
                    <a:cubicBezTo>
                      <a:pt x="1608" y="1818"/>
                      <a:pt x="1569" y="1876"/>
                      <a:pt x="1550" y="1881"/>
                    </a:cubicBezTo>
                    <a:cubicBezTo>
                      <a:pt x="1530" y="1881"/>
                      <a:pt x="1506" y="1847"/>
                      <a:pt x="1486" y="1818"/>
                    </a:cubicBezTo>
                    <a:cubicBezTo>
                      <a:pt x="1452" y="1764"/>
                      <a:pt x="1408" y="1696"/>
                      <a:pt x="1364" y="1617"/>
                    </a:cubicBezTo>
                    <a:cubicBezTo>
                      <a:pt x="1271" y="1544"/>
                      <a:pt x="1188" y="1461"/>
                      <a:pt x="1115" y="1368"/>
                    </a:cubicBezTo>
                    <a:cubicBezTo>
                      <a:pt x="1007" y="1231"/>
                      <a:pt x="919" y="1080"/>
                      <a:pt x="861" y="914"/>
                    </a:cubicBezTo>
                    <a:cubicBezTo>
                      <a:pt x="836" y="855"/>
                      <a:pt x="822" y="797"/>
                      <a:pt x="807" y="738"/>
                    </a:cubicBezTo>
                    <a:lnTo>
                      <a:pt x="807" y="733"/>
                    </a:lnTo>
                    <a:cubicBezTo>
                      <a:pt x="802" y="723"/>
                      <a:pt x="802" y="714"/>
                      <a:pt x="797" y="704"/>
                    </a:cubicBezTo>
                    <a:cubicBezTo>
                      <a:pt x="768" y="596"/>
                      <a:pt x="739" y="494"/>
                      <a:pt x="695" y="401"/>
                    </a:cubicBezTo>
                    <a:cubicBezTo>
                      <a:pt x="675" y="352"/>
                      <a:pt x="651" y="308"/>
                      <a:pt x="621" y="259"/>
                    </a:cubicBezTo>
                    <a:cubicBezTo>
                      <a:pt x="597" y="220"/>
                      <a:pt x="572" y="176"/>
                      <a:pt x="553" y="132"/>
                    </a:cubicBezTo>
                    <a:cubicBezTo>
                      <a:pt x="548" y="127"/>
                      <a:pt x="548" y="127"/>
                      <a:pt x="548" y="127"/>
                    </a:cubicBezTo>
                    <a:cubicBezTo>
                      <a:pt x="528" y="88"/>
                      <a:pt x="514" y="44"/>
                      <a:pt x="4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36"/>
              <p:cNvSpPr/>
              <p:nvPr/>
            </p:nvSpPr>
            <p:spPr>
              <a:xfrm>
                <a:off x="6617383" y="3712537"/>
                <a:ext cx="95373" cy="154308"/>
              </a:xfrm>
              <a:custGeom>
                <a:avLst/>
                <a:gdLst/>
                <a:ahLst/>
                <a:cxnLst/>
                <a:rect l="l" t="t" r="r" b="b"/>
                <a:pathLst>
                  <a:path w="602" h="974" extrusionOk="0">
                    <a:moveTo>
                      <a:pt x="93" y="0"/>
                    </a:moveTo>
                    <a:cubicBezTo>
                      <a:pt x="93" y="15"/>
                      <a:pt x="93" y="25"/>
                      <a:pt x="93" y="39"/>
                    </a:cubicBezTo>
                    <a:cubicBezTo>
                      <a:pt x="84" y="44"/>
                      <a:pt x="25" y="59"/>
                      <a:pt x="20" y="64"/>
                    </a:cubicBezTo>
                    <a:cubicBezTo>
                      <a:pt x="15" y="78"/>
                      <a:pt x="5" y="93"/>
                      <a:pt x="0" y="108"/>
                    </a:cubicBezTo>
                    <a:cubicBezTo>
                      <a:pt x="25" y="186"/>
                      <a:pt x="59" y="269"/>
                      <a:pt x="93" y="333"/>
                    </a:cubicBezTo>
                    <a:cubicBezTo>
                      <a:pt x="165" y="470"/>
                      <a:pt x="504" y="974"/>
                      <a:pt x="595" y="974"/>
                    </a:cubicBezTo>
                    <a:cubicBezTo>
                      <a:pt x="597" y="974"/>
                      <a:pt x="599" y="973"/>
                      <a:pt x="601" y="973"/>
                    </a:cubicBezTo>
                    <a:cubicBezTo>
                      <a:pt x="509" y="826"/>
                      <a:pt x="313" y="601"/>
                      <a:pt x="147" y="206"/>
                    </a:cubicBezTo>
                    <a:cubicBezTo>
                      <a:pt x="132" y="171"/>
                      <a:pt x="113" y="88"/>
                      <a:pt x="93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36"/>
              <p:cNvSpPr/>
              <p:nvPr/>
            </p:nvSpPr>
            <p:spPr>
              <a:xfrm>
                <a:off x="6597263" y="3783670"/>
                <a:ext cx="86818" cy="155259"/>
              </a:xfrm>
              <a:custGeom>
                <a:avLst/>
                <a:gdLst/>
                <a:ahLst/>
                <a:cxnLst/>
                <a:rect l="l" t="t" r="r" b="b"/>
                <a:pathLst>
                  <a:path w="548" h="980" extrusionOk="0">
                    <a:moveTo>
                      <a:pt x="40" y="1"/>
                    </a:moveTo>
                    <a:cubicBezTo>
                      <a:pt x="40" y="50"/>
                      <a:pt x="40" y="103"/>
                      <a:pt x="49" y="152"/>
                    </a:cubicBezTo>
                    <a:cubicBezTo>
                      <a:pt x="40" y="182"/>
                      <a:pt x="20" y="211"/>
                      <a:pt x="5" y="250"/>
                    </a:cubicBezTo>
                    <a:cubicBezTo>
                      <a:pt x="5" y="250"/>
                      <a:pt x="0" y="255"/>
                      <a:pt x="5" y="255"/>
                    </a:cubicBezTo>
                    <a:cubicBezTo>
                      <a:pt x="15" y="284"/>
                      <a:pt x="30" y="313"/>
                      <a:pt x="44" y="338"/>
                    </a:cubicBezTo>
                    <a:cubicBezTo>
                      <a:pt x="115" y="475"/>
                      <a:pt x="453" y="979"/>
                      <a:pt x="540" y="979"/>
                    </a:cubicBezTo>
                    <a:cubicBezTo>
                      <a:pt x="543" y="979"/>
                      <a:pt x="545" y="979"/>
                      <a:pt x="548" y="978"/>
                    </a:cubicBezTo>
                    <a:cubicBezTo>
                      <a:pt x="460" y="836"/>
                      <a:pt x="264" y="607"/>
                      <a:pt x="98" y="216"/>
                    </a:cubicBezTo>
                    <a:cubicBezTo>
                      <a:pt x="84" y="177"/>
                      <a:pt x="64" y="89"/>
                      <a:pt x="40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36"/>
              <p:cNvSpPr/>
              <p:nvPr/>
            </p:nvSpPr>
            <p:spPr>
              <a:xfrm>
                <a:off x="6573975" y="3860348"/>
                <a:ext cx="91571" cy="13973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882" extrusionOk="0">
                    <a:moveTo>
                      <a:pt x="94" y="0"/>
                    </a:moveTo>
                    <a:cubicBezTo>
                      <a:pt x="45" y="0"/>
                      <a:pt x="16" y="30"/>
                      <a:pt x="1" y="74"/>
                    </a:cubicBezTo>
                    <a:cubicBezTo>
                      <a:pt x="25" y="132"/>
                      <a:pt x="50" y="191"/>
                      <a:pt x="74" y="240"/>
                    </a:cubicBezTo>
                    <a:cubicBezTo>
                      <a:pt x="145" y="377"/>
                      <a:pt x="482" y="881"/>
                      <a:pt x="570" y="881"/>
                    </a:cubicBezTo>
                    <a:cubicBezTo>
                      <a:pt x="573" y="881"/>
                      <a:pt x="575" y="881"/>
                      <a:pt x="577" y="880"/>
                    </a:cubicBezTo>
                    <a:cubicBezTo>
                      <a:pt x="485" y="733"/>
                      <a:pt x="294" y="509"/>
                      <a:pt x="128" y="113"/>
                    </a:cubicBezTo>
                    <a:cubicBezTo>
                      <a:pt x="118" y="93"/>
                      <a:pt x="108" y="49"/>
                      <a:pt x="94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36"/>
              <p:cNvSpPr/>
              <p:nvPr/>
            </p:nvSpPr>
            <p:spPr>
              <a:xfrm>
                <a:off x="6582530" y="3956354"/>
                <a:ext cx="1240170" cy="1189315"/>
              </a:xfrm>
              <a:custGeom>
                <a:avLst/>
                <a:gdLst/>
                <a:ahLst/>
                <a:cxnLst/>
                <a:rect l="l" t="t" r="r" b="b"/>
                <a:pathLst>
                  <a:path w="7828" h="7507" extrusionOk="0">
                    <a:moveTo>
                      <a:pt x="1" y="0"/>
                    </a:moveTo>
                    <a:cubicBezTo>
                      <a:pt x="15" y="54"/>
                      <a:pt x="35" y="108"/>
                      <a:pt x="59" y="166"/>
                    </a:cubicBezTo>
                    <a:cubicBezTo>
                      <a:pt x="59" y="171"/>
                      <a:pt x="64" y="176"/>
                      <a:pt x="64" y="181"/>
                    </a:cubicBezTo>
                    <a:cubicBezTo>
                      <a:pt x="157" y="396"/>
                      <a:pt x="304" y="587"/>
                      <a:pt x="440" y="767"/>
                    </a:cubicBezTo>
                    <a:lnTo>
                      <a:pt x="489" y="826"/>
                    </a:lnTo>
                    <a:cubicBezTo>
                      <a:pt x="577" y="943"/>
                      <a:pt x="973" y="1549"/>
                      <a:pt x="1017" y="1612"/>
                    </a:cubicBezTo>
                    <a:cubicBezTo>
                      <a:pt x="1036" y="1676"/>
                      <a:pt x="1134" y="1959"/>
                      <a:pt x="1295" y="2370"/>
                    </a:cubicBezTo>
                    <a:cubicBezTo>
                      <a:pt x="1354" y="2414"/>
                      <a:pt x="1408" y="2453"/>
                      <a:pt x="1461" y="2497"/>
                    </a:cubicBezTo>
                    <a:cubicBezTo>
                      <a:pt x="1652" y="2658"/>
                      <a:pt x="1823" y="2844"/>
                      <a:pt x="1940" y="3068"/>
                    </a:cubicBezTo>
                    <a:cubicBezTo>
                      <a:pt x="2101" y="3366"/>
                      <a:pt x="2141" y="3708"/>
                      <a:pt x="2155" y="4045"/>
                    </a:cubicBezTo>
                    <a:cubicBezTo>
                      <a:pt x="2155" y="4124"/>
                      <a:pt x="2160" y="4202"/>
                      <a:pt x="2165" y="4285"/>
                    </a:cubicBezTo>
                    <a:cubicBezTo>
                      <a:pt x="2165" y="4290"/>
                      <a:pt x="2165" y="4300"/>
                      <a:pt x="2165" y="4309"/>
                    </a:cubicBezTo>
                    <a:cubicBezTo>
                      <a:pt x="2253" y="4485"/>
                      <a:pt x="2351" y="4666"/>
                      <a:pt x="2448" y="4842"/>
                    </a:cubicBezTo>
                    <a:cubicBezTo>
                      <a:pt x="2463" y="4871"/>
                      <a:pt x="2482" y="4900"/>
                      <a:pt x="2497" y="4930"/>
                    </a:cubicBezTo>
                    <a:cubicBezTo>
                      <a:pt x="3044" y="5897"/>
                      <a:pt x="3714" y="6811"/>
                      <a:pt x="4437" y="7241"/>
                    </a:cubicBezTo>
                    <a:cubicBezTo>
                      <a:pt x="4466" y="7260"/>
                      <a:pt x="4495" y="7280"/>
                      <a:pt x="4530" y="7294"/>
                    </a:cubicBezTo>
                    <a:cubicBezTo>
                      <a:pt x="4776" y="7427"/>
                      <a:pt x="5032" y="7505"/>
                      <a:pt x="5292" y="7505"/>
                    </a:cubicBezTo>
                    <a:cubicBezTo>
                      <a:pt x="5300" y="7505"/>
                      <a:pt x="5308" y="7505"/>
                      <a:pt x="5316" y="7504"/>
                    </a:cubicBezTo>
                    <a:cubicBezTo>
                      <a:pt x="5318" y="7506"/>
                      <a:pt x="5319" y="7507"/>
                      <a:pt x="5321" y="7507"/>
                    </a:cubicBezTo>
                    <a:cubicBezTo>
                      <a:pt x="5324" y="7507"/>
                      <a:pt x="5328" y="7504"/>
                      <a:pt x="5331" y="7504"/>
                    </a:cubicBezTo>
                    <a:cubicBezTo>
                      <a:pt x="6054" y="7465"/>
                      <a:pt x="7627" y="4778"/>
                      <a:pt x="7827" y="4358"/>
                    </a:cubicBezTo>
                    <a:cubicBezTo>
                      <a:pt x="7793" y="4353"/>
                      <a:pt x="7764" y="4348"/>
                      <a:pt x="7725" y="4343"/>
                    </a:cubicBezTo>
                    <a:cubicBezTo>
                      <a:pt x="7368" y="4285"/>
                      <a:pt x="6943" y="4168"/>
                      <a:pt x="6542" y="4016"/>
                    </a:cubicBezTo>
                    <a:lnTo>
                      <a:pt x="6542" y="4055"/>
                    </a:lnTo>
                    <a:cubicBezTo>
                      <a:pt x="6567" y="4514"/>
                      <a:pt x="5810" y="6566"/>
                      <a:pt x="5565" y="6762"/>
                    </a:cubicBezTo>
                    <a:cubicBezTo>
                      <a:pt x="5376" y="6914"/>
                      <a:pt x="5189" y="6980"/>
                      <a:pt x="5007" y="6980"/>
                    </a:cubicBezTo>
                    <a:cubicBezTo>
                      <a:pt x="4021" y="6980"/>
                      <a:pt x="3185" y="5042"/>
                      <a:pt x="2942" y="4431"/>
                    </a:cubicBezTo>
                    <a:cubicBezTo>
                      <a:pt x="2649" y="3708"/>
                      <a:pt x="2404" y="2946"/>
                      <a:pt x="1891" y="2360"/>
                    </a:cubicBezTo>
                    <a:cubicBezTo>
                      <a:pt x="1720" y="2165"/>
                      <a:pt x="1520" y="1989"/>
                      <a:pt x="1344" y="1793"/>
                    </a:cubicBezTo>
                    <a:cubicBezTo>
                      <a:pt x="1173" y="1608"/>
                      <a:pt x="1022" y="1407"/>
                      <a:pt x="875" y="1202"/>
                    </a:cubicBezTo>
                    <a:cubicBezTo>
                      <a:pt x="582" y="801"/>
                      <a:pt x="294" y="401"/>
                      <a:pt x="1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36"/>
              <p:cNvSpPr/>
              <p:nvPr/>
            </p:nvSpPr>
            <p:spPr>
              <a:xfrm>
                <a:off x="7396838" y="3854170"/>
                <a:ext cx="634819" cy="796098"/>
              </a:xfrm>
              <a:custGeom>
                <a:avLst/>
                <a:gdLst/>
                <a:ahLst/>
                <a:cxnLst/>
                <a:rect l="l" t="t" r="r" b="b"/>
                <a:pathLst>
                  <a:path w="4007" h="5025" extrusionOk="0">
                    <a:moveTo>
                      <a:pt x="1891" y="0"/>
                    </a:moveTo>
                    <a:cubicBezTo>
                      <a:pt x="811" y="1104"/>
                      <a:pt x="93" y="3352"/>
                      <a:pt x="5" y="3728"/>
                    </a:cubicBezTo>
                    <a:cubicBezTo>
                      <a:pt x="0" y="3743"/>
                      <a:pt x="5" y="3752"/>
                      <a:pt x="10" y="3762"/>
                    </a:cubicBezTo>
                    <a:cubicBezTo>
                      <a:pt x="49" y="3845"/>
                      <a:pt x="122" y="3933"/>
                      <a:pt x="220" y="4016"/>
                    </a:cubicBezTo>
                    <a:cubicBezTo>
                      <a:pt x="244" y="4041"/>
                      <a:pt x="269" y="4060"/>
                      <a:pt x="298" y="4080"/>
                    </a:cubicBezTo>
                    <a:cubicBezTo>
                      <a:pt x="816" y="4485"/>
                      <a:pt x="1842" y="4871"/>
                      <a:pt x="2585" y="4988"/>
                    </a:cubicBezTo>
                    <a:cubicBezTo>
                      <a:pt x="2624" y="4993"/>
                      <a:pt x="2658" y="4998"/>
                      <a:pt x="2687" y="5003"/>
                    </a:cubicBezTo>
                    <a:cubicBezTo>
                      <a:pt x="2803" y="5018"/>
                      <a:pt x="2907" y="5024"/>
                      <a:pt x="3000" y="5024"/>
                    </a:cubicBezTo>
                    <a:cubicBezTo>
                      <a:pt x="3029" y="5024"/>
                      <a:pt x="3056" y="5024"/>
                      <a:pt x="3083" y="5023"/>
                    </a:cubicBezTo>
                    <a:cubicBezTo>
                      <a:pt x="3161" y="5018"/>
                      <a:pt x="3230" y="5008"/>
                      <a:pt x="3283" y="4988"/>
                    </a:cubicBezTo>
                    <a:cubicBezTo>
                      <a:pt x="3371" y="4964"/>
                      <a:pt x="3655" y="3806"/>
                      <a:pt x="3684" y="3669"/>
                    </a:cubicBezTo>
                    <a:cubicBezTo>
                      <a:pt x="3806" y="3166"/>
                      <a:pt x="4006" y="2253"/>
                      <a:pt x="3982" y="1813"/>
                    </a:cubicBezTo>
                    <a:cubicBezTo>
                      <a:pt x="3982" y="1788"/>
                      <a:pt x="3958" y="1764"/>
                      <a:pt x="3928" y="1764"/>
                    </a:cubicBezTo>
                    <a:cubicBezTo>
                      <a:pt x="3904" y="1769"/>
                      <a:pt x="3879" y="1793"/>
                      <a:pt x="3884" y="1818"/>
                    </a:cubicBezTo>
                    <a:cubicBezTo>
                      <a:pt x="3923" y="2536"/>
                      <a:pt x="3327" y="4700"/>
                      <a:pt x="3234" y="4901"/>
                    </a:cubicBezTo>
                    <a:cubicBezTo>
                      <a:pt x="3164" y="4921"/>
                      <a:pt x="3076" y="4931"/>
                      <a:pt x="2976" y="4931"/>
                    </a:cubicBezTo>
                    <a:cubicBezTo>
                      <a:pt x="2888" y="4931"/>
                      <a:pt x="2792" y="4924"/>
                      <a:pt x="2687" y="4910"/>
                    </a:cubicBezTo>
                    <a:cubicBezTo>
                      <a:pt x="2673" y="4905"/>
                      <a:pt x="2658" y="4905"/>
                      <a:pt x="2643" y="4901"/>
                    </a:cubicBezTo>
                    <a:lnTo>
                      <a:pt x="2638" y="4901"/>
                    </a:lnTo>
                    <a:cubicBezTo>
                      <a:pt x="1891" y="4793"/>
                      <a:pt x="811" y="4368"/>
                      <a:pt x="323" y="3972"/>
                    </a:cubicBezTo>
                    <a:cubicBezTo>
                      <a:pt x="323" y="3967"/>
                      <a:pt x="318" y="3967"/>
                      <a:pt x="313" y="3963"/>
                    </a:cubicBezTo>
                    <a:lnTo>
                      <a:pt x="308" y="3963"/>
                    </a:lnTo>
                    <a:cubicBezTo>
                      <a:pt x="215" y="3884"/>
                      <a:pt x="147" y="3806"/>
                      <a:pt x="108" y="3738"/>
                    </a:cubicBezTo>
                    <a:cubicBezTo>
                      <a:pt x="215" y="3303"/>
                      <a:pt x="938" y="1061"/>
                      <a:pt x="2023" y="15"/>
                    </a:cubicBezTo>
                    <a:cubicBezTo>
                      <a:pt x="1979" y="15"/>
                      <a:pt x="1935" y="10"/>
                      <a:pt x="18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36"/>
              <p:cNvSpPr/>
              <p:nvPr/>
            </p:nvSpPr>
            <p:spPr>
              <a:xfrm>
                <a:off x="7259008" y="3853378"/>
                <a:ext cx="1220842" cy="1658261"/>
              </a:xfrm>
              <a:custGeom>
                <a:avLst/>
                <a:gdLst/>
                <a:ahLst/>
                <a:cxnLst/>
                <a:rect l="l" t="t" r="r" b="b"/>
                <a:pathLst>
                  <a:path w="7706" h="10467" extrusionOk="0">
                    <a:moveTo>
                      <a:pt x="2995" y="0"/>
                    </a:moveTo>
                    <a:cubicBezTo>
                      <a:pt x="2986" y="0"/>
                      <a:pt x="2976" y="5"/>
                      <a:pt x="2961" y="5"/>
                    </a:cubicBezTo>
                    <a:cubicBezTo>
                      <a:pt x="2951" y="10"/>
                      <a:pt x="2942" y="15"/>
                      <a:pt x="2927" y="15"/>
                    </a:cubicBezTo>
                    <a:cubicBezTo>
                      <a:pt x="2917" y="15"/>
                      <a:pt x="2903" y="20"/>
                      <a:pt x="2893" y="20"/>
                    </a:cubicBezTo>
                    <a:cubicBezTo>
                      <a:pt x="1808" y="1066"/>
                      <a:pt x="1085" y="3308"/>
                      <a:pt x="978" y="3743"/>
                    </a:cubicBezTo>
                    <a:cubicBezTo>
                      <a:pt x="1017" y="3811"/>
                      <a:pt x="1085" y="3889"/>
                      <a:pt x="1178" y="3968"/>
                    </a:cubicBezTo>
                    <a:lnTo>
                      <a:pt x="1183" y="3968"/>
                    </a:lnTo>
                    <a:lnTo>
                      <a:pt x="1183" y="3972"/>
                    </a:lnTo>
                    <a:cubicBezTo>
                      <a:pt x="1188" y="3972"/>
                      <a:pt x="1193" y="3977"/>
                      <a:pt x="1193" y="3977"/>
                    </a:cubicBezTo>
                    <a:cubicBezTo>
                      <a:pt x="1388" y="4134"/>
                      <a:pt x="1676" y="4300"/>
                      <a:pt x="2004" y="4446"/>
                    </a:cubicBezTo>
                    <a:cubicBezTo>
                      <a:pt x="2492" y="4661"/>
                      <a:pt x="3059" y="4842"/>
                      <a:pt x="3508" y="4906"/>
                    </a:cubicBezTo>
                    <a:lnTo>
                      <a:pt x="3513" y="4906"/>
                    </a:lnTo>
                    <a:cubicBezTo>
                      <a:pt x="3523" y="4906"/>
                      <a:pt x="3538" y="4906"/>
                      <a:pt x="3547" y="4910"/>
                    </a:cubicBezTo>
                    <a:cubicBezTo>
                      <a:pt x="3552" y="4910"/>
                      <a:pt x="3557" y="4910"/>
                      <a:pt x="3557" y="4915"/>
                    </a:cubicBezTo>
                    <a:cubicBezTo>
                      <a:pt x="3662" y="4929"/>
                      <a:pt x="3758" y="4936"/>
                      <a:pt x="3846" y="4936"/>
                    </a:cubicBezTo>
                    <a:cubicBezTo>
                      <a:pt x="3946" y="4936"/>
                      <a:pt x="4034" y="4926"/>
                      <a:pt x="4104" y="4906"/>
                    </a:cubicBezTo>
                    <a:cubicBezTo>
                      <a:pt x="4178" y="4744"/>
                      <a:pt x="4583" y="3303"/>
                      <a:pt x="4715" y="2375"/>
                    </a:cubicBezTo>
                    <a:cubicBezTo>
                      <a:pt x="4744" y="2155"/>
                      <a:pt x="4759" y="1964"/>
                      <a:pt x="4754" y="1823"/>
                    </a:cubicBezTo>
                    <a:cubicBezTo>
                      <a:pt x="4749" y="1798"/>
                      <a:pt x="4774" y="1774"/>
                      <a:pt x="4798" y="1774"/>
                    </a:cubicBezTo>
                    <a:cubicBezTo>
                      <a:pt x="4801" y="1773"/>
                      <a:pt x="4803" y="1773"/>
                      <a:pt x="4806" y="1773"/>
                    </a:cubicBezTo>
                    <a:cubicBezTo>
                      <a:pt x="4832" y="1773"/>
                      <a:pt x="4852" y="1796"/>
                      <a:pt x="4852" y="1818"/>
                    </a:cubicBezTo>
                    <a:cubicBezTo>
                      <a:pt x="4862" y="1989"/>
                      <a:pt x="4837" y="2228"/>
                      <a:pt x="4798" y="2487"/>
                    </a:cubicBezTo>
                    <a:cubicBezTo>
                      <a:pt x="4735" y="2898"/>
                      <a:pt x="4632" y="3367"/>
                      <a:pt x="4554" y="3674"/>
                    </a:cubicBezTo>
                    <a:cubicBezTo>
                      <a:pt x="4525" y="3806"/>
                      <a:pt x="4241" y="4969"/>
                      <a:pt x="4153" y="4993"/>
                    </a:cubicBezTo>
                    <a:cubicBezTo>
                      <a:pt x="4100" y="5013"/>
                      <a:pt x="4031" y="5023"/>
                      <a:pt x="3953" y="5028"/>
                    </a:cubicBezTo>
                    <a:cubicBezTo>
                      <a:pt x="3923" y="5030"/>
                      <a:pt x="3891" y="5032"/>
                      <a:pt x="3858" y="5032"/>
                    </a:cubicBezTo>
                    <a:cubicBezTo>
                      <a:pt x="3769" y="5032"/>
                      <a:pt x="3668" y="5022"/>
                      <a:pt x="3557" y="5008"/>
                    </a:cubicBezTo>
                    <a:cubicBezTo>
                      <a:pt x="3357" y="5428"/>
                      <a:pt x="1784" y="8115"/>
                      <a:pt x="1061" y="8154"/>
                    </a:cubicBezTo>
                    <a:lnTo>
                      <a:pt x="1046" y="8154"/>
                    </a:lnTo>
                    <a:cubicBezTo>
                      <a:pt x="1038" y="8155"/>
                      <a:pt x="1030" y="8155"/>
                      <a:pt x="1022" y="8155"/>
                    </a:cubicBezTo>
                    <a:cubicBezTo>
                      <a:pt x="762" y="8155"/>
                      <a:pt x="506" y="8077"/>
                      <a:pt x="260" y="7944"/>
                    </a:cubicBezTo>
                    <a:lnTo>
                      <a:pt x="264" y="7905"/>
                    </a:lnTo>
                    <a:cubicBezTo>
                      <a:pt x="269" y="7876"/>
                      <a:pt x="250" y="7852"/>
                      <a:pt x="225" y="7847"/>
                    </a:cubicBezTo>
                    <a:cubicBezTo>
                      <a:pt x="222" y="7846"/>
                      <a:pt x="219" y="7846"/>
                      <a:pt x="216" y="7846"/>
                    </a:cubicBezTo>
                    <a:cubicBezTo>
                      <a:pt x="191" y="7846"/>
                      <a:pt x="171" y="7864"/>
                      <a:pt x="167" y="7886"/>
                    </a:cubicBezTo>
                    <a:lnTo>
                      <a:pt x="167" y="7891"/>
                    </a:lnTo>
                    <a:lnTo>
                      <a:pt x="84" y="8389"/>
                    </a:lnTo>
                    <a:lnTo>
                      <a:pt x="15" y="8765"/>
                    </a:lnTo>
                    <a:cubicBezTo>
                      <a:pt x="1" y="8863"/>
                      <a:pt x="35" y="9723"/>
                      <a:pt x="118" y="9772"/>
                    </a:cubicBezTo>
                    <a:cubicBezTo>
                      <a:pt x="562" y="10014"/>
                      <a:pt x="1790" y="10467"/>
                      <a:pt x="3245" y="10467"/>
                    </a:cubicBezTo>
                    <a:cubicBezTo>
                      <a:pt x="3373" y="10467"/>
                      <a:pt x="3504" y="10463"/>
                      <a:pt x="3635" y="10455"/>
                    </a:cubicBezTo>
                    <a:cubicBezTo>
                      <a:pt x="3689" y="10451"/>
                      <a:pt x="3743" y="10451"/>
                      <a:pt x="3802" y="10446"/>
                    </a:cubicBezTo>
                    <a:cubicBezTo>
                      <a:pt x="4559" y="10382"/>
                      <a:pt x="5350" y="10182"/>
                      <a:pt x="6112" y="9762"/>
                    </a:cubicBezTo>
                    <a:cubicBezTo>
                      <a:pt x="6523" y="9537"/>
                      <a:pt x="6919" y="9249"/>
                      <a:pt x="7295" y="8882"/>
                    </a:cubicBezTo>
                    <a:cubicBezTo>
                      <a:pt x="7705" y="8487"/>
                      <a:pt x="6674" y="2179"/>
                      <a:pt x="5858" y="406"/>
                    </a:cubicBezTo>
                    <a:cubicBezTo>
                      <a:pt x="5829" y="416"/>
                      <a:pt x="5795" y="426"/>
                      <a:pt x="5761" y="435"/>
                    </a:cubicBezTo>
                    <a:cubicBezTo>
                      <a:pt x="5691" y="451"/>
                      <a:pt x="5612" y="462"/>
                      <a:pt x="5531" y="462"/>
                    </a:cubicBezTo>
                    <a:cubicBezTo>
                      <a:pt x="5459" y="462"/>
                      <a:pt x="5385" y="453"/>
                      <a:pt x="5311" y="430"/>
                    </a:cubicBezTo>
                    <a:cubicBezTo>
                      <a:pt x="5140" y="377"/>
                      <a:pt x="4998" y="250"/>
                      <a:pt x="4940" y="98"/>
                    </a:cubicBezTo>
                    <a:cubicBezTo>
                      <a:pt x="4686" y="445"/>
                      <a:pt x="4295" y="694"/>
                      <a:pt x="3875" y="777"/>
                    </a:cubicBezTo>
                    <a:cubicBezTo>
                      <a:pt x="3816" y="787"/>
                      <a:pt x="3767" y="792"/>
                      <a:pt x="3718" y="797"/>
                    </a:cubicBezTo>
                    <a:cubicBezTo>
                      <a:pt x="3700" y="798"/>
                      <a:pt x="3682" y="798"/>
                      <a:pt x="3664" y="798"/>
                    </a:cubicBezTo>
                    <a:cubicBezTo>
                      <a:pt x="3503" y="798"/>
                      <a:pt x="3370" y="759"/>
                      <a:pt x="3269" y="684"/>
                    </a:cubicBezTo>
                    <a:cubicBezTo>
                      <a:pt x="3235" y="655"/>
                      <a:pt x="3206" y="626"/>
                      <a:pt x="3176" y="597"/>
                    </a:cubicBezTo>
                    <a:cubicBezTo>
                      <a:pt x="3166" y="582"/>
                      <a:pt x="3157" y="572"/>
                      <a:pt x="3152" y="557"/>
                    </a:cubicBezTo>
                    <a:cubicBezTo>
                      <a:pt x="3147" y="553"/>
                      <a:pt x="3142" y="553"/>
                      <a:pt x="3142" y="548"/>
                    </a:cubicBezTo>
                    <a:cubicBezTo>
                      <a:pt x="3127" y="533"/>
                      <a:pt x="3122" y="513"/>
                      <a:pt x="3113" y="499"/>
                    </a:cubicBezTo>
                    <a:cubicBezTo>
                      <a:pt x="3108" y="489"/>
                      <a:pt x="3103" y="479"/>
                      <a:pt x="3098" y="465"/>
                    </a:cubicBezTo>
                    <a:cubicBezTo>
                      <a:pt x="3083" y="440"/>
                      <a:pt x="3074" y="411"/>
                      <a:pt x="3064" y="386"/>
                    </a:cubicBezTo>
                    <a:cubicBezTo>
                      <a:pt x="3059" y="382"/>
                      <a:pt x="3059" y="377"/>
                      <a:pt x="3059" y="372"/>
                    </a:cubicBezTo>
                    <a:cubicBezTo>
                      <a:pt x="3054" y="362"/>
                      <a:pt x="3049" y="347"/>
                      <a:pt x="3049" y="333"/>
                    </a:cubicBezTo>
                    <a:cubicBezTo>
                      <a:pt x="3039" y="303"/>
                      <a:pt x="3030" y="279"/>
                      <a:pt x="3025" y="250"/>
                    </a:cubicBezTo>
                    <a:cubicBezTo>
                      <a:pt x="3025" y="240"/>
                      <a:pt x="3025" y="235"/>
                      <a:pt x="3020" y="225"/>
                    </a:cubicBezTo>
                    <a:cubicBezTo>
                      <a:pt x="3010" y="152"/>
                      <a:pt x="3000" y="74"/>
                      <a:pt x="29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36"/>
              <p:cNvSpPr/>
              <p:nvPr/>
            </p:nvSpPr>
            <p:spPr>
              <a:xfrm>
                <a:off x="7259008" y="3623502"/>
                <a:ext cx="437418" cy="1079050"/>
              </a:xfrm>
              <a:custGeom>
                <a:avLst/>
                <a:gdLst/>
                <a:ahLst/>
                <a:cxnLst/>
                <a:rect l="l" t="t" r="r" b="b"/>
                <a:pathLst>
                  <a:path w="2761" h="6811" extrusionOk="0">
                    <a:moveTo>
                      <a:pt x="1642" y="0"/>
                    </a:moveTo>
                    <a:cubicBezTo>
                      <a:pt x="1564" y="88"/>
                      <a:pt x="1461" y="225"/>
                      <a:pt x="1388" y="357"/>
                    </a:cubicBezTo>
                    <a:cubicBezTo>
                      <a:pt x="1408" y="396"/>
                      <a:pt x="1422" y="440"/>
                      <a:pt x="1437" y="479"/>
                    </a:cubicBezTo>
                    <a:cubicBezTo>
                      <a:pt x="1608" y="968"/>
                      <a:pt x="1637" y="1701"/>
                      <a:pt x="1637" y="1808"/>
                    </a:cubicBezTo>
                    <a:cubicBezTo>
                      <a:pt x="1647" y="2028"/>
                      <a:pt x="1627" y="2336"/>
                      <a:pt x="1403" y="2477"/>
                    </a:cubicBezTo>
                    <a:cubicBezTo>
                      <a:pt x="1344" y="2517"/>
                      <a:pt x="1281" y="2536"/>
                      <a:pt x="1212" y="2541"/>
                    </a:cubicBezTo>
                    <a:cubicBezTo>
                      <a:pt x="1203" y="2542"/>
                      <a:pt x="1194" y="2542"/>
                      <a:pt x="1184" y="2542"/>
                    </a:cubicBezTo>
                    <a:cubicBezTo>
                      <a:pt x="1138" y="2542"/>
                      <a:pt x="1091" y="2533"/>
                      <a:pt x="1046" y="2517"/>
                    </a:cubicBezTo>
                    <a:cubicBezTo>
                      <a:pt x="870" y="2468"/>
                      <a:pt x="709" y="2321"/>
                      <a:pt x="636" y="2150"/>
                    </a:cubicBezTo>
                    <a:cubicBezTo>
                      <a:pt x="611" y="2091"/>
                      <a:pt x="592" y="2028"/>
                      <a:pt x="577" y="1960"/>
                    </a:cubicBezTo>
                    <a:cubicBezTo>
                      <a:pt x="562" y="1891"/>
                      <a:pt x="553" y="1818"/>
                      <a:pt x="543" y="1745"/>
                    </a:cubicBezTo>
                    <a:cubicBezTo>
                      <a:pt x="401" y="2145"/>
                      <a:pt x="304" y="2565"/>
                      <a:pt x="225" y="2990"/>
                    </a:cubicBezTo>
                    <a:cubicBezTo>
                      <a:pt x="225" y="2990"/>
                      <a:pt x="225" y="2990"/>
                      <a:pt x="225" y="2995"/>
                    </a:cubicBezTo>
                    <a:cubicBezTo>
                      <a:pt x="196" y="3176"/>
                      <a:pt x="172" y="3362"/>
                      <a:pt x="147" y="3542"/>
                    </a:cubicBezTo>
                    <a:cubicBezTo>
                      <a:pt x="147" y="3547"/>
                      <a:pt x="147" y="3552"/>
                      <a:pt x="147" y="3557"/>
                    </a:cubicBezTo>
                    <a:cubicBezTo>
                      <a:pt x="69" y="4231"/>
                      <a:pt x="45" y="4920"/>
                      <a:pt x="25" y="5594"/>
                    </a:cubicBezTo>
                    <a:cubicBezTo>
                      <a:pt x="20" y="5673"/>
                      <a:pt x="20" y="5746"/>
                      <a:pt x="15" y="5819"/>
                    </a:cubicBezTo>
                    <a:cubicBezTo>
                      <a:pt x="15" y="5936"/>
                      <a:pt x="10" y="6049"/>
                      <a:pt x="5" y="6166"/>
                    </a:cubicBezTo>
                    <a:cubicBezTo>
                      <a:pt x="5" y="6210"/>
                      <a:pt x="5" y="6254"/>
                      <a:pt x="1" y="6298"/>
                    </a:cubicBezTo>
                    <a:lnTo>
                      <a:pt x="1" y="6303"/>
                    </a:lnTo>
                    <a:cubicBezTo>
                      <a:pt x="20" y="6327"/>
                      <a:pt x="40" y="6352"/>
                      <a:pt x="64" y="6376"/>
                    </a:cubicBezTo>
                    <a:cubicBezTo>
                      <a:pt x="74" y="6391"/>
                      <a:pt x="89" y="6410"/>
                      <a:pt x="98" y="6425"/>
                    </a:cubicBezTo>
                    <a:cubicBezTo>
                      <a:pt x="137" y="6469"/>
                      <a:pt x="167" y="6513"/>
                      <a:pt x="196" y="6552"/>
                    </a:cubicBezTo>
                    <a:cubicBezTo>
                      <a:pt x="299" y="6684"/>
                      <a:pt x="357" y="6762"/>
                      <a:pt x="396" y="6811"/>
                    </a:cubicBezTo>
                    <a:lnTo>
                      <a:pt x="440" y="6713"/>
                    </a:lnTo>
                    <a:cubicBezTo>
                      <a:pt x="655" y="6254"/>
                      <a:pt x="758" y="6044"/>
                      <a:pt x="1090" y="5472"/>
                    </a:cubicBezTo>
                    <a:cubicBezTo>
                      <a:pt x="992" y="5389"/>
                      <a:pt x="919" y="5301"/>
                      <a:pt x="880" y="5218"/>
                    </a:cubicBezTo>
                    <a:cubicBezTo>
                      <a:pt x="875" y="5208"/>
                      <a:pt x="870" y="5199"/>
                      <a:pt x="875" y="5184"/>
                    </a:cubicBezTo>
                    <a:cubicBezTo>
                      <a:pt x="963" y="4808"/>
                      <a:pt x="1681" y="2560"/>
                      <a:pt x="2761" y="1456"/>
                    </a:cubicBezTo>
                    <a:cubicBezTo>
                      <a:pt x="2614" y="1427"/>
                      <a:pt x="2478" y="1329"/>
                      <a:pt x="2370" y="1217"/>
                    </a:cubicBezTo>
                    <a:cubicBezTo>
                      <a:pt x="2228" y="1061"/>
                      <a:pt x="2121" y="880"/>
                      <a:pt x="2057" y="680"/>
                    </a:cubicBezTo>
                    <a:lnTo>
                      <a:pt x="2009" y="680"/>
                    </a:lnTo>
                    <a:cubicBezTo>
                      <a:pt x="1945" y="670"/>
                      <a:pt x="1877" y="636"/>
                      <a:pt x="1838" y="582"/>
                    </a:cubicBezTo>
                    <a:cubicBezTo>
                      <a:pt x="1784" y="509"/>
                      <a:pt x="1764" y="421"/>
                      <a:pt x="1750" y="342"/>
                    </a:cubicBezTo>
                    <a:lnTo>
                      <a:pt x="1740" y="308"/>
                    </a:lnTo>
                    <a:cubicBezTo>
                      <a:pt x="1725" y="240"/>
                      <a:pt x="1706" y="171"/>
                      <a:pt x="1686" y="108"/>
                    </a:cubicBezTo>
                    <a:cubicBezTo>
                      <a:pt x="1681" y="98"/>
                      <a:pt x="1676" y="88"/>
                      <a:pt x="1676" y="79"/>
                    </a:cubicBezTo>
                    <a:cubicBezTo>
                      <a:pt x="1671" y="74"/>
                      <a:pt x="1671" y="69"/>
                      <a:pt x="1667" y="64"/>
                    </a:cubicBezTo>
                    <a:cubicBezTo>
                      <a:pt x="1662" y="40"/>
                      <a:pt x="1652" y="20"/>
                      <a:pt x="16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6"/>
              <p:cNvSpPr/>
              <p:nvPr/>
            </p:nvSpPr>
            <p:spPr>
              <a:xfrm>
                <a:off x="7269147" y="3623502"/>
                <a:ext cx="427279" cy="1079050"/>
              </a:xfrm>
              <a:custGeom>
                <a:avLst/>
                <a:gdLst/>
                <a:ahLst/>
                <a:cxnLst/>
                <a:rect l="l" t="t" r="r" b="b"/>
                <a:pathLst>
                  <a:path w="2697" h="6811" extrusionOk="0">
                    <a:moveTo>
                      <a:pt x="1578" y="0"/>
                    </a:moveTo>
                    <a:cubicBezTo>
                      <a:pt x="1500" y="88"/>
                      <a:pt x="1397" y="225"/>
                      <a:pt x="1324" y="357"/>
                    </a:cubicBezTo>
                    <a:cubicBezTo>
                      <a:pt x="1344" y="396"/>
                      <a:pt x="1358" y="440"/>
                      <a:pt x="1373" y="479"/>
                    </a:cubicBezTo>
                    <a:cubicBezTo>
                      <a:pt x="1544" y="968"/>
                      <a:pt x="1573" y="1701"/>
                      <a:pt x="1573" y="1808"/>
                    </a:cubicBezTo>
                    <a:cubicBezTo>
                      <a:pt x="1583" y="2028"/>
                      <a:pt x="1563" y="2336"/>
                      <a:pt x="1339" y="2477"/>
                    </a:cubicBezTo>
                    <a:cubicBezTo>
                      <a:pt x="1280" y="2517"/>
                      <a:pt x="1217" y="2536"/>
                      <a:pt x="1148" y="2541"/>
                    </a:cubicBezTo>
                    <a:cubicBezTo>
                      <a:pt x="1139" y="2542"/>
                      <a:pt x="1130" y="2542"/>
                      <a:pt x="1120" y="2542"/>
                    </a:cubicBezTo>
                    <a:cubicBezTo>
                      <a:pt x="1074" y="2542"/>
                      <a:pt x="1027" y="2533"/>
                      <a:pt x="982" y="2517"/>
                    </a:cubicBezTo>
                    <a:cubicBezTo>
                      <a:pt x="806" y="2468"/>
                      <a:pt x="645" y="2321"/>
                      <a:pt x="572" y="2150"/>
                    </a:cubicBezTo>
                    <a:cubicBezTo>
                      <a:pt x="547" y="2091"/>
                      <a:pt x="528" y="2028"/>
                      <a:pt x="513" y="1960"/>
                    </a:cubicBezTo>
                    <a:cubicBezTo>
                      <a:pt x="498" y="1891"/>
                      <a:pt x="489" y="1818"/>
                      <a:pt x="479" y="1745"/>
                    </a:cubicBezTo>
                    <a:lnTo>
                      <a:pt x="274" y="2551"/>
                    </a:lnTo>
                    <a:cubicBezTo>
                      <a:pt x="351" y="2777"/>
                      <a:pt x="584" y="2942"/>
                      <a:pt x="825" y="2942"/>
                    </a:cubicBezTo>
                    <a:cubicBezTo>
                      <a:pt x="829" y="2942"/>
                      <a:pt x="832" y="2942"/>
                      <a:pt x="836" y="2942"/>
                    </a:cubicBezTo>
                    <a:cubicBezTo>
                      <a:pt x="881" y="2940"/>
                      <a:pt x="931" y="2936"/>
                      <a:pt x="978" y="2936"/>
                    </a:cubicBezTo>
                    <a:cubicBezTo>
                      <a:pt x="1073" y="2936"/>
                      <a:pt x="1161" y="2951"/>
                      <a:pt x="1197" y="3030"/>
                    </a:cubicBezTo>
                    <a:cubicBezTo>
                      <a:pt x="1236" y="3117"/>
                      <a:pt x="1182" y="3210"/>
                      <a:pt x="1134" y="3288"/>
                    </a:cubicBezTo>
                    <a:cubicBezTo>
                      <a:pt x="933" y="3616"/>
                      <a:pt x="821" y="3997"/>
                      <a:pt x="821" y="4383"/>
                    </a:cubicBezTo>
                    <a:cubicBezTo>
                      <a:pt x="816" y="4564"/>
                      <a:pt x="840" y="4744"/>
                      <a:pt x="806" y="4925"/>
                    </a:cubicBezTo>
                    <a:cubicBezTo>
                      <a:pt x="757" y="5174"/>
                      <a:pt x="601" y="5384"/>
                      <a:pt x="445" y="5585"/>
                    </a:cubicBezTo>
                    <a:cubicBezTo>
                      <a:pt x="288" y="5785"/>
                      <a:pt x="122" y="5980"/>
                      <a:pt x="39" y="6220"/>
                    </a:cubicBezTo>
                    <a:cubicBezTo>
                      <a:pt x="20" y="6269"/>
                      <a:pt x="5" y="6322"/>
                      <a:pt x="0" y="6376"/>
                    </a:cubicBezTo>
                    <a:cubicBezTo>
                      <a:pt x="10" y="6391"/>
                      <a:pt x="25" y="6410"/>
                      <a:pt x="34" y="6425"/>
                    </a:cubicBezTo>
                    <a:cubicBezTo>
                      <a:pt x="73" y="6469"/>
                      <a:pt x="103" y="6513"/>
                      <a:pt x="132" y="6552"/>
                    </a:cubicBezTo>
                    <a:cubicBezTo>
                      <a:pt x="235" y="6684"/>
                      <a:pt x="293" y="6762"/>
                      <a:pt x="332" y="6811"/>
                    </a:cubicBezTo>
                    <a:lnTo>
                      <a:pt x="376" y="6713"/>
                    </a:lnTo>
                    <a:cubicBezTo>
                      <a:pt x="591" y="6254"/>
                      <a:pt x="694" y="6044"/>
                      <a:pt x="1026" y="5472"/>
                    </a:cubicBezTo>
                    <a:cubicBezTo>
                      <a:pt x="928" y="5389"/>
                      <a:pt x="855" y="5301"/>
                      <a:pt x="816" y="5218"/>
                    </a:cubicBezTo>
                    <a:cubicBezTo>
                      <a:pt x="811" y="5208"/>
                      <a:pt x="806" y="5199"/>
                      <a:pt x="811" y="5184"/>
                    </a:cubicBezTo>
                    <a:cubicBezTo>
                      <a:pt x="899" y="4808"/>
                      <a:pt x="1617" y="2560"/>
                      <a:pt x="2697" y="1456"/>
                    </a:cubicBezTo>
                    <a:cubicBezTo>
                      <a:pt x="2550" y="1427"/>
                      <a:pt x="2414" y="1329"/>
                      <a:pt x="2306" y="1217"/>
                    </a:cubicBezTo>
                    <a:cubicBezTo>
                      <a:pt x="2164" y="1061"/>
                      <a:pt x="2057" y="880"/>
                      <a:pt x="1993" y="680"/>
                    </a:cubicBezTo>
                    <a:lnTo>
                      <a:pt x="1945" y="680"/>
                    </a:lnTo>
                    <a:cubicBezTo>
                      <a:pt x="1881" y="670"/>
                      <a:pt x="1813" y="636"/>
                      <a:pt x="1774" y="582"/>
                    </a:cubicBezTo>
                    <a:cubicBezTo>
                      <a:pt x="1720" y="509"/>
                      <a:pt x="1700" y="421"/>
                      <a:pt x="1686" y="342"/>
                    </a:cubicBezTo>
                    <a:lnTo>
                      <a:pt x="1676" y="308"/>
                    </a:lnTo>
                    <a:cubicBezTo>
                      <a:pt x="1661" y="240"/>
                      <a:pt x="1642" y="171"/>
                      <a:pt x="1622" y="108"/>
                    </a:cubicBezTo>
                    <a:cubicBezTo>
                      <a:pt x="1617" y="98"/>
                      <a:pt x="1612" y="88"/>
                      <a:pt x="1612" y="79"/>
                    </a:cubicBezTo>
                    <a:cubicBezTo>
                      <a:pt x="1607" y="74"/>
                      <a:pt x="1607" y="69"/>
                      <a:pt x="1603" y="64"/>
                    </a:cubicBezTo>
                    <a:cubicBezTo>
                      <a:pt x="1598" y="40"/>
                      <a:pt x="1588" y="20"/>
                      <a:pt x="1578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36"/>
              <p:cNvSpPr/>
              <p:nvPr/>
            </p:nvSpPr>
            <p:spPr>
              <a:xfrm>
                <a:off x="7726522" y="3868903"/>
                <a:ext cx="752531" cy="1639408"/>
              </a:xfrm>
              <a:custGeom>
                <a:avLst/>
                <a:gdLst/>
                <a:ahLst/>
                <a:cxnLst/>
                <a:rect l="l" t="t" r="r" b="b"/>
                <a:pathLst>
                  <a:path w="4750" h="10348" extrusionOk="0">
                    <a:moveTo>
                      <a:pt x="1989" y="0"/>
                    </a:moveTo>
                    <a:cubicBezTo>
                      <a:pt x="1735" y="347"/>
                      <a:pt x="1344" y="596"/>
                      <a:pt x="919" y="674"/>
                    </a:cubicBezTo>
                    <a:cubicBezTo>
                      <a:pt x="865" y="689"/>
                      <a:pt x="816" y="694"/>
                      <a:pt x="763" y="699"/>
                    </a:cubicBezTo>
                    <a:cubicBezTo>
                      <a:pt x="744" y="700"/>
                      <a:pt x="727" y="700"/>
                      <a:pt x="709" y="700"/>
                    </a:cubicBezTo>
                    <a:cubicBezTo>
                      <a:pt x="552" y="700"/>
                      <a:pt x="419" y="661"/>
                      <a:pt x="318" y="586"/>
                    </a:cubicBezTo>
                    <a:cubicBezTo>
                      <a:pt x="303" y="572"/>
                      <a:pt x="289" y="562"/>
                      <a:pt x="274" y="547"/>
                    </a:cubicBezTo>
                    <a:cubicBezTo>
                      <a:pt x="269" y="542"/>
                      <a:pt x="259" y="538"/>
                      <a:pt x="255" y="528"/>
                    </a:cubicBezTo>
                    <a:cubicBezTo>
                      <a:pt x="245" y="518"/>
                      <a:pt x="235" y="508"/>
                      <a:pt x="225" y="499"/>
                    </a:cubicBezTo>
                    <a:cubicBezTo>
                      <a:pt x="201" y="469"/>
                      <a:pt x="181" y="435"/>
                      <a:pt x="162" y="401"/>
                    </a:cubicBezTo>
                    <a:cubicBezTo>
                      <a:pt x="152" y="391"/>
                      <a:pt x="147" y="376"/>
                      <a:pt x="142" y="367"/>
                    </a:cubicBezTo>
                    <a:cubicBezTo>
                      <a:pt x="132" y="342"/>
                      <a:pt x="118" y="313"/>
                      <a:pt x="113" y="284"/>
                    </a:cubicBezTo>
                    <a:cubicBezTo>
                      <a:pt x="108" y="284"/>
                      <a:pt x="108" y="279"/>
                      <a:pt x="108" y="274"/>
                    </a:cubicBezTo>
                    <a:cubicBezTo>
                      <a:pt x="103" y="264"/>
                      <a:pt x="98" y="249"/>
                      <a:pt x="93" y="235"/>
                    </a:cubicBezTo>
                    <a:cubicBezTo>
                      <a:pt x="88" y="205"/>
                      <a:pt x="79" y="181"/>
                      <a:pt x="74" y="152"/>
                    </a:cubicBezTo>
                    <a:cubicBezTo>
                      <a:pt x="74" y="142"/>
                      <a:pt x="69" y="137"/>
                      <a:pt x="69" y="127"/>
                    </a:cubicBezTo>
                    <a:lnTo>
                      <a:pt x="44" y="157"/>
                    </a:lnTo>
                    <a:cubicBezTo>
                      <a:pt x="0" y="533"/>
                      <a:pt x="352" y="870"/>
                      <a:pt x="728" y="909"/>
                    </a:cubicBezTo>
                    <a:cubicBezTo>
                      <a:pt x="766" y="913"/>
                      <a:pt x="803" y="915"/>
                      <a:pt x="840" y="915"/>
                    </a:cubicBezTo>
                    <a:cubicBezTo>
                      <a:pt x="1178" y="915"/>
                      <a:pt x="1505" y="743"/>
                      <a:pt x="1764" y="523"/>
                    </a:cubicBezTo>
                    <a:cubicBezTo>
                      <a:pt x="1803" y="489"/>
                      <a:pt x="1842" y="455"/>
                      <a:pt x="1896" y="455"/>
                    </a:cubicBezTo>
                    <a:cubicBezTo>
                      <a:pt x="1950" y="459"/>
                      <a:pt x="1994" y="503"/>
                      <a:pt x="2033" y="547"/>
                    </a:cubicBezTo>
                    <a:cubicBezTo>
                      <a:pt x="2199" y="713"/>
                      <a:pt x="2419" y="826"/>
                      <a:pt x="2648" y="855"/>
                    </a:cubicBezTo>
                    <a:cubicBezTo>
                      <a:pt x="2986" y="2375"/>
                      <a:pt x="2741" y="3962"/>
                      <a:pt x="2399" y="5482"/>
                    </a:cubicBezTo>
                    <a:cubicBezTo>
                      <a:pt x="2175" y="6473"/>
                      <a:pt x="1901" y="7475"/>
                      <a:pt x="1364" y="8335"/>
                    </a:cubicBezTo>
                    <a:cubicBezTo>
                      <a:pt x="1153" y="8667"/>
                      <a:pt x="899" y="9747"/>
                      <a:pt x="772" y="10113"/>
                    </a:cubicBezTo>
                    <a:cubicBezTo>
                      <a:pt x="758" y="10157"/>
                      <a:pt x="743" y="10206"/>
                      <a:pt x="758" y="10255"/>
                    </a:cubicBezTo>
                    <a:cubicBezTo>
                      <a:pt x="777" y="10294"/>
                      <a:pt x="811" y="10318"/>
                      <a:pt x="846" y="10348"/>
                    </a:cubicBezTo>
                    <a:cubicBezTo>
                      <a:pt x="1603" y="10284"/>
                      <a:pt x="2399" y="10084"/>
                      <a:pt x="3161" y="9664"/>
                    </a:cubicBezTo>
                    <a:cubicBezTo>
                      <a:pt x="3572" y="9439"/>
                      <a:pt x="3968" y="9151"/>
                      <a:pt x="4344" y="8784"/>
                    </a:cubicBezTo>
                    <a:cubicBezTo>
                      <a:pt x="4749" y="8389"/>
                      <a:pt x="3718" y="2081"/>
                      <a:pt x="2907" y="308"/>
                    </a:cubicBezTo>
                    <a:cubicBezTo>
                      <a:pt x="2873" y="318"/>
                      <a:pt x="2844" y="328"/>
                      <a:pt x="2810" y="337"/>
                    </a:cubicBezTo>
                    <a:cubicBezTo>
                      <a:pt x="2740" y="353"/>
                      <a:pt x="2661" y="364"/>
                      <a:pt x="2580" y="364"/>
                    </a:cubicBezTo>
                    <a:cubicBezTo>
                      <a:pt x="2508" y="364"/>
                      <a:pt x="2434" y="355"/>
                      <a:pt x="2360" y="332"/>
                    </a:cubicBezTo>
                    <a:cubicBezTo>
                      <a:pt x="2184" y="279"/>
                      <a:pt x="2047" y="152"/>
                      <a:pt x="1989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36"/>
              <p:cNvSpPr/>
              <p:nvPr/>
            </p:nvSpPr>
            <p:spPr>
              <a:xfrm>
                <a:off x="7271365" y="4247382"/>
                <a:ext cx="752531" cy="948822"/>
              </a:xfrm>
              <a:custGeom>
                <a:avLst/>
                <a:gdLst/>
                <a:ahLst/>
                <a:cxnLst/>
                <a:rect l="l" t="t" r="r" b="b"/>
                <a:pathLst>
                  <a:path w="4750" h="5989" extrusionOk="0">
                    <a:moveTo>
                      <a:pt x="4720" y="0"/>
                    </a:moveTo>
                    <a:cubicBezTo>
                      <a:pt x="4657" y="411"/>
                      <a:pt x="4554" y="880"/>
                      <a:pt x="4476" y="1187"/>
                    </a:cubicBezTo>
                    <a:cubicBezTo>
                      <a:pt x="4447" y="1319"/>
                      <a:pt x="4163" y="2482"/>
                      <a:pt x="4075" y="2506"/>
                    </a:cubicBezTo>
                    <a:cubicBezTo>
                      <a:pt x="4022" y="2526"/>
                      <a:pt x="3953" y="2536"/>
                      <a:pt x="3875" y="2541"/>
                    </a:cubicBezTo>
                    <a:cubicBezTo>
                      <a:pt x="3845" y="2543"/>
                      <a:pt x="3813" y="2545"/>
                      <a:pt x="3780" y="2545"/>
                    </a:cubicBezTo>
                    <a:cubicBezTo>
                      <a:pt x="3691" y="2545"/>
                      <a:pt x="3590" y="2535"/>
                      <a:pt x="3479" y="2521"/>
                    </a:cubicBezTo>
                    <a:cubicBezTo>
                      <a:pt x="3279" y="2941"/>
                      <a:pt x="1706" y="5628"/>
                      <a:pt x="983" y="5667"/>
                    </a:cubicBezTo>
                    <a:lnTo>
                      <a:pt x="968" y="5667"/>
                    </a:lnTo>
                    <a:cubicBezTo>
                      <a:pt x="960" y="5668"/>
                      <a:pt x="952" y="5668"/>
                      <a:pt x="944" y="5668"/>
                    </a:cubicBezTo>
                    <a:cubicBezTo>
                      <a:pt x="684" y="5668"/>
                      <a:pt x="428" y="5590"/>
                      <a:pt x="182" y="5457"/>
                    </a:cubicBezTo>
                    <a:lnTo>
                      <a:pt x="186" y="5418"/>
                    </a:lnTo>
                    <a:cubicBezTo>
                      <a:pt x="191" y="5389"/>
                      <a:pt x="172" y="5365"/>
                      <a:pt x="147" y="5360"/>
                    </a:cubicBezTo>
                    <a:cubicBezTo>
                      <a:pt x="144" y="5359"/>
                      <a:pt x="141" y="5359"/>
                      <a:pt x="138" y="5359"/>
                    </a:cubicBezTo>
                    <a:cubicBezTo>
                      <a:pt x="113" y="5359"/>
                      <a:pt x="93" y="5377"/>
                      <a:pt x="89" y="5399"/>
                    </a:cubicBezTo>
                    <a:lnTo>
                      <a:pt x="89" y="5404"/>
                    </a:lnTo>
                    <a:lnTo>
                      <a:pt x="1" y="5902"/>
                    </a:lnTo>
                    <a:lnTo>
                      <a:pt x="6" y="5902"/>
                    </a:lnTo>
                    <a:cubicBezTo>
                      <a:pt x="204" y="5962"/>
                      <a:pt x="411" y="5988"/>
                      <a:pt x="622" y="5988"/>
                    </a:cubicBezTo>
                    <a:cubicBezTo>
                      <a:pt x="1014" y="5988"/>
                      <a:pt x="1417" y="5897"/>
                      <a:pt x="1789" y="5760"/>
                    </a:cubicBezTo>
                    <a:cubicBezTo>
                      <a:pt x="2023" y="5677"/>
                      <a:pt x="2253" y="5570"/>
                      <a:pt x="2458" y="5423"/>
                    </a:cubicBezTo>
                    <a:cubicBezTo>
                      <a:pt x="3201" y="4895"/>
                      <a:pt x="3474" y="3933"/>
                      <a:pt x="3694" y="3044"/>
                    </a:cubicBezTo>
                    <a:cubicBezTo>
                      <a:pt x="4007" y="2985"/>
                      <a:pt x="4354" y="2902"/>
                      <a:pt x="4520" y="2629"/>
                    </a:cubicBezTo>
                    <a:cubicBezTo>
                      <a:pt x="4598" y="2492"/>
                      <a:pt x="4618" y="2331"/>
                      <a:pt x="4637" y="2169"/>
                    </a:cubicBezTo>
                    <a:cubicBezTo>
                      <a:pt x="4710" y="1461"/>
                      <a:pt x="4750" y="748"/>
                      <a:pt x="4750" y="34"/>
                    </a:cubicBezTo>
                    <a:lnTo>
                      <a:pt x="4720" y="0"/>
                    </a:ln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36"/>
              <p:cNvSpPr/>
              <p:nvPr/>
            </p:nvSpPr>
            <p:spPr>
              <a:xfrm>
                <a:off x="7451020" y="3499613"/>
                <a:ext cx="192806" cy="231621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1462" extrusionOk="0">
                    <a:moveTo>
                      <a:pt x="1217" y="1"/>
                    </a:moveTo>
                    <a:lnTo>
                      <a:pt x="1217" y="1"/>
                    </a:lnTo>
                    <a:cubicBezTo>
                      <a:pt x="1085" y="55"/>
                      <a:pt x="958" y="99"/>
                      <a:pt x="811" y="128"/>
                    </a:cubicBezTo>
                    <a:cubicBezTo>
                      <a:pt x="733" y="142"/>
                      <a:pt x="660" y="152"/>
                      <a:pt x="591" y="157"/>
                    </a:cubicBezTo>
                    <a:cubicBezTo>
                      <a:pt x="566" y="158"/>
                      <a:pt x="541" y="159"/>
                      <a:pt x="516" y="159"/>
                    </a:cubicBezTo>
                    <a:cubicBezTo>
                      <a:pt x="436" y="159"/>
                      <a:pt x="359" y="153"/>
                      <a:pt x="288" y="138"/>
                    </a:cubicBezTo>
                    <a:cubicBezTo>
                      <a:pt x="249" y="128"/>
                      <a:pt x="205" y="118"/>
                      <a:pt x="166" y="103"/>
                    </a:cubicBezTo>
                    <a:cubicBezTo>
                      <a:pt x="113" y="84"/>
                      <a:pt x="54" y="59"/>
                      <a:pt x="0" y="30"/>
                    </a:cubicBezTo>
                    <a:lnTo>
                      <a:pt x="0" y="30"/>
                    </a:lnTo>
                    <a:cubicBezTo>
                      <a:pt x="83" y="79"/>
                      <a:pt x="157" y="177"/>
                      <a:pt x="220" y="284"/>
                    </a:cubicBezTo>
                    <a:cubicBezTo>
                      <a:pt x="362" y="528"/>
                      <a:pt x="455" y="846"/>
                      <a:pt x="459" y="861"/>
                    </a:cubicBezTo>
                    <a:cubicBezTo>
                      <a:pt x="464" y="870"/>
                      <a:pt x="469" y="880"/>
                      <a:pt x="474" y="890"/>
                    </a:cubicBezTo>
                    <a:cubicBezTo>
                      <a:pt x="494" y="953"/>
                      <a:pt x="513" y="1022"/>
                      <a:pt x="528" y="1090"/>
                    </a:cubicBezTo>
                    <a:lnTo>
                      <a:pt x="538" y="1124"/>
                    </a:lnTo>
                    <a:cubicBezTo>
                      <a:pt x="552" y="1203"/>
                      <a:pt x="572" y="1291"/>
                      <a:pt x="626" y="1364"/>
                    </a:cubicBezTo>
                    <a:cubicBezTo>
                      <a:pt x="665" y="1418"/>
                      <a:pt x="728" y="1452"/>
                      <a:pt x="797" y="1462"/>
                    </a:cubicBezTo>
                    <a:lnTo>
                      <a:pt x="845" y="1462"/>
                    </a:lnTo>
                    <a:cubicBezTo>
                      <a:pt x="841" y="1442"/>
                      <a:pt x="836" y="1427"/>
                      <a:pt x="831" y="1413"/>
                    </a:cubicBezTo>
                    <a:cubicBezTo>
                      <a:pt x="826" y="1398"/>
                      <a:pt x="821" y="1379"/>
                      <a:pt x="821" y="1364"/>
                    </a:cubicBezTo>
                    <a:cubicBezTo>
                      <a:pt x="767" y="1154"/>
                      <a:pt x="762" y="939"/>
                      <a:pt x="806" y="729"/>
                    </a:cubicBezTo>
                    <a:cubicBezTo>
                      <a:pt x="865" y="460"/>
                      <a:pt x="997" y="221"/>
                      <a:pt x="12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36"/>
              <p:cNvSpPr/>
              <p:nvPr/>
            </p:nvSpPr>
            <p:spPr>
              <a:xfrm>
                <a:off x="7451020" y="3499613"/>
                <a:ext cx="192806" cy="223858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1413" extrusionOk="0">
                    <a:moveTo>
                      <a:pt x="1217" y="1"/>
                    </a:moveTo>
                    <a:lnTo>
                      <a:pt x="1217" y="1"/>
                    </a:lnTo>
                    <a:cubicBezTo>
                      <a:pt x="1085" y="55"/>
                      <a:pt x="958" y="99"/>
                      <a:pt x="811" y="128"/>
                    </a:cubicBezTo>
                    <a:cubicBezTo>
                      <a:pt x="733" y="142"/>
                      <a:pt x="660" y="152"/>
                      <a:pt x="591" y="157"/>
                    </a:cubicBezTo>
                    <a:cubicBezTo>
                      <a:pt x="566" y="158"/>
                      <a:pt x="541" y="159"/>
                      <a:pt x="516" y="159"/>
                    </a:cubicBezTo>
                    <a:cubicBezTo>
                      <a:pt x="436" y="159"/>
                      <a:pt x="359" y="153"/>
                      <a:pt x="288" y="138"/>
                    </a:cubicBezTo>
                    <a:cubicBezTo>
                      <a:pt x="249" y="128"/>
                      <a:pt x="205" y="118"/>
                      <a:pt x="166" y="103"/>
                    </a:cubicBezTo>
                    <a:cubicBezTo>
                      <a:pt x="113" y="84"/>
                      <a:pt x="54" y="59"/>
                      <a:pt x="0" y="30"/>
                    </a:cubicBezTo>
                    <a:lnTo>
                      <a:pt x="0" y="30"/>
                    </a:lnTo>
                    <a:cubicBezTo>
                      <a:pt x="83" y="79"/>
                      <a:pt x="157" y="177"/>
                      <a:pt x="220" y="284"/>
                    </a:cubicBezTo>
                    <a:cubicBezTo>
                      <a:pt x="249" y="294"/>
                      <a:pt x="284" y="299"/>
                      <a:pt x="313" y="304"/>
                    </a:cubicBezTo>
                    <a:cubicBezTo>
                      <a:pt x="503" y="343"/>
                      <a:pt x="650" y="504"/>
                      <a:pt x="660" y="699"/>
                    </a:cubicBezTo>
                    <a:cubicBezTo>
                      <a:pt x="674" y="953"/>
                      <a:pt x="713" y="1198"/>
                      <a:pt x="831" y="1413"/>
                    </a:cubicBezTo>
                    <a:cubicBezTo>
                      <a:pt x="826" y="1393"/>
                      <a:pt x="821" y="1379"/>
                      <a:pt x="821" y="1364"/>
                    </a:cubicBezTo>
                    <a:cubicBezTo>
                      <a:pt x="767" y="1154"/>
                      <a:pt x="762" y="939"/>
                      <a:pt x="806" y="729"/>
                    </a:cubicBezTo>
                    <a:cubicBezTo>
                      <a:pt x="865" y="460"/>
                      <a:pt x="997" y="221"/>
                      <a:pt x="1217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36"/>
              <p:cNvSpPr/>
              <p:nvPr/>
            </p:nvSpPr>
            <p:spPr>
              <a:xfrm>
                <a:off x="6997447" y="2445606"/>
                <a:ext cx="1433610" cy="1533578"/>
              </a:xfrm>
              <a:custGeom>
                <a:avLst/>
                <a:gdLst/>
                <a:ahLst/>
                <a:cxnLst/>
                <a:rect l="l" t="t" r="r" b="b"/>
                <a:pathLst>
                  <a:path w="9049" h="9680" extrusionOk="0">
                    <a:moveTo>
                      <a:pt x="4390" y="0"/>
                    </a:moveTo>
                    <a:cubicBezTo>
                      <a:pt x="4273" y="0"/>
                      <a:pt x="4149" y="22"/>
                      <a:pt x="4016" y="63"/>
                    </a:cubicBezTo>
                    <a:cubicBezTo>
                      <a:pt x="3933" y="88"/>
                      <a:pt x="3840" y="127"/>
                      <a:pt x="3747" y="171"/>
                    </a:cubicBezTo>
                    <a:cubicBezTo>
                      <a:pt x="3498" y="288"/>
                      <a:pt x="3249" y="493"/>
                      <a:pt x="3215" y="757"/>
                    </a:cubicBezTo>
                    <a:cubicBezTo>
                      <a:pt x="3025" y="567"/>
                      <a:pt x="2794" y="460"/>
                      <a:pt x="2571" y="460"/>
                    </a:cubicBezTo>
                    <a:cubicBezTo>
                      <a:pt x="2548" y="460"/>
                      <a:pt x="2525" y="462"/>
                      <a:pt x="2502" y="464"/>
                    </a:cubicBezTo>
                    <a:cubicBezTo>
                      <a:pt x="2331" y="483"/>
                      <a:pt x="2160" y="591"/>
                      <a:pt x="2057" y="737"/>
                    </a:cubicBezTo>
                    <a:cubicBezTo>
                      <a:pt x="1989" y="840"/>
                      <a:pt x="1959" y="952"/>
                      <a:pt x="1969" y="1065"/>
                    </a:cubicBezTo>
                    <a:cubicBezTo>
                      <a:pt x="1902" y="1048"/>
                      <a:pt x="1834" y="1040"/>
                      <a:pt x="1765" y="1040"/>
                    </a:cubicBezTo>
                    <a:cubicBezTo>
                      <a:pt x="1549" y="1040"/>
                      <a:pt x="1332" y="1120"/>
                      <a:pt x="1173" y="1265"/>
                    </a:cubicBezTo>
                    <a:cubicBezTo>
                      <a:pt x="968" y="1461"/>
                      <a:pt x="865" y="1759"/>
                      <a:pt x="909" y="2042"/>
                    </a:cubicBezTo>
                    <a:cubicBezTo>
                      <a:pt x="863" y="2033"/>
                      <a:pt x="816" y="2028"/>
                      <a:pt x="769" y="2028"/>
                    </a:cubicBezTo>
                    <a:cubicBezTo>
                      <a:pt x="542" y="2028"/>
                      <a:pt x="315" y="2133"/>
                      <a:pt x="181" y="2315"/>
                    </a:cubicBezTo>
                    <a:lnTo>
                      <a:pt x="176" y="2315"/>
                    </a:lnTo>
                    <a:cubicBezTo>
                      <a:pt x="34" y="2506"/>
                      <a:pt x="0" y="2760"/>
                      <a:pt x="74" y="2985"/>
                    </a:cubicBezTo>
                    <a:cubicBezTo>
                      <a:pt x="108" y="2995"/>
                      <a:pt x="152" y="3004"/>
                      <a:pt x="191" y="3014"/>
                    </a:cubicBezTo>
                    <a:cubicBezTo>
                      <a:pt x="220" y="3024"/>
                      <a:pt x="254" y="3034"/>
                      <a:pt x="289" y="3039"/>
                    </a:cubicBezTo>
                    <a:cubicBezTo>
                      <a:pt x="319" y="3031"/>
                      <a:pt x="357" y="3025"/>
                      <a:pt x="402" y="3025"/>
                    </a:cubicBezTo>
                    <a:cubicBezTo>
                      <a:pt x="525" y="3025"/>
                      <a:pt x="700" y="3070"/>
                      <a:pt x="904" y="3249"/>
                    </a:cubicBezTo>
                    <a:cubicBezTo>
                      <a:pt x="1090" y="3410"/>
                      <a:pt x="1354" y="3732"/>
                      <a:pt x="1500" y="3952"/>
                    </a:cubicBezTo>
                    <a:cubicBezTo>
                      <a:pt x="1485" y="3762"/>
                      <a:pt x="1485" y="3566"/>
                      <a:pt x="1500" y="3376"/>
                    </a:cubicBezTo>
                    <a:cubicBezTo>
                      <a:pt x="1393" y="3341"/>
                      <a:pt x="1363" y="3278"/>
                      <a:pt x="1358" y="3224"/>
                    </a:cubicBezTo>
                    <a:cubicBezTo>
                      <a:pt x="1344" y="3141"/>
                      <a:pt x="1407" y="3058"/>
                      <a:pt x="1544" y="2985"/>
                    </a:cubicBezTo>
                    <a:cubicBezTo>
                      <a:pt x="1549" y="2951"/>
                      <a:pt x="1554" y="2916"/>
                      <a:pt x="1559" y="2882"/>
                    </a:cubicBezTo>
                    <a:cubicBezTo>
                      <a:pt x="1569" y="2843"/>
                      <a:pt x="1588" y="2809"/>
                      <a:pt x="1622" y="2789"/>
                    </a:cubicBezTo>
                    <a:cubicBezTo>
                      <a:pt x="1652" y="2770"/>
                      <a:pt x="1681" y="2745"/>
                      <a:pt x="1710" y="2721"/>
                    </a:cubicBezTo>
                    <a:cubicBezTo>
                      <a:pt x="1759" y="2682"/>
                      <a:pt x="1803" y="2643"/>
                      <a:pt x="1847" y="2623"/>
                    </a:cubicBezTo>
                    <a:cubicBezTo>
                      <a:pt x="1994" y="2545"/>
                      <a:pt x="2145" y="2462"/>
                      <a:pt x="2257" y="2340"/>
                    </a:cubicBezTo>
                    <a:cubicBezTo>
                      <a:pt x="2336" y="2257"/>
                      <a:pt x="2389" y="2149"/>
                      <a:pt x="2404" y="2052"/>
                    </a:cubicBezTo>
                    <a:cubicBezTo>
                      <a:pt x="2409" y="2013"/>
                      <a:pt x="2428" y="1973"/>
                      <a:pt x="2463" y="1949"/>
                    </a:cubicBezTo>
                    <a:cubicBezTo>
                      <a:pt x="2489" y="1930"/>
                      <a:pt x="2519" y="1923"/>
                      <a:pt x="2549" y="1923"/>
                    </a:cubicBezTo>
                    <a:cubicBezTo>
                      <a:pt x="2557" y="1923"/>
                      <a:pt x="2566" y="1924"/>
                      <a:pt x="2575" y="1925"/>
                    </a:cubicBezTo>
                    <a:cubicBezTo>
                      <a:pt x="2591" y="1929"/>
                      <a:pt x="2607" y="1930"/>
                      <a:pt x="2624" y="1930"/>
                    </a:cubicBezTo>
                    <a:cubicBezTo>
                      <a:pt x="2669" y="1930"/>
                      <a:pt x="2716" y="1917"/>
                      <a:pt x="2756" y="1895"/>
                    </a:cubicBezTo>
                    <a:cubicBezTo>
                      <a:pt x="2853" y="1842"/>
                      <a:pt x="2917" y="1744"/>
                      <a:pt x="2976" y="1636"/>
                    </a:cubicBezTo>
                    <a:cubicBezTo>
                      <a:pt x="3010" y="1583"/>
                      <a:pt x="3039" y="1529"/>
                      <a:pt x="3068" y="1470"/>
                    </a:cubicBezTo>
                    <a:cubicBezTo>
                      <a:pt x="3094" y="1423"/>
                      <a:pt x="3143" y="1390"/>
                      <a:pt x="3198" y="1390"/>
                    </a:cubicBezTo>
                    <a:cubicBezTo>
                      <a:pt x="3205" y="1390"/>
                      <a:pt x="3213" y="1391"/>
                      <a:pt x="3220" y="1392"/>
                    </a:cubicBezTo>
                    <a:cubicBezTo>
                      <a:pt x="3283" y="1397"/>
                      <a:pt x="3332" y="1446"/>
                      <a:pt x="3347" y="1509"/>
                    </a:cubicBezTo>
                    <a:cubicBezTo>
                      <a:pt x="3352" y="1529"/>
                      <a:pt x="3357" y="1544"/>
                      <a:pt x="3362" y="1563"/>
                    </a:cubicBezTo>
                    <a:cubicBezTo>
                      <a:pt x="3396" y="1671"/>
                      <a:pt x="3484" y="1778"/>
                      <a:pt x="3601" y="1788"/>
                    </a:cubicBezTo>
                    <a:cubicBezTo>
                      <a:pt x="3625" y="1788"/>
                      <a:pt x="3655" y="1788"/>
                      <a:pt x="3689" y="1783"/>
                    </a:cubicBezTo>
                    <a:cubicBezTo>
                      <a:pt x="3714" y="1779"/>
                      <a:pt x="3741" y="1776"/>
                      <a:pt x="3768" y="1776"/>
                    </a:cubicBezTo>
                    <a:cubicBezTo>
                      <a:pt x="3811" y="1776"/>
                      <a:pt x="3855" y="1784"/>
                      <a:pt x="3894" y="1807"/>
                    </a:cubicBezTo>
                    <a:cubicBezTo>
                      <a:pt x="3958" y="1851"/>
                      <a:pt x="3982" y="1920"/>
                      <a:pt x="4002" y="1983"/>
                    </a:cubicBezTo>
                    <a:cubicBezTo>
                      <a:pt x="4006" y="1993"/>
                      <a:pt x="4011" y="2008"/>
                      <a:pt x="4016" y="2022"/>
                    </a:cubicBezTo>
                    <a:cubicBezTo>
                      <a:pt x="4065" y="2159"/>
                      <a:pt x="4192" y="2276"/>
                      <a:pt x="4363" y="2340"/>
                    </a:cubicBezTo>
                    <a:cubicBezTo>
                      <a:pt x="4500" y="2394"/>
                      <a:pt x="4651" y="2413"/>
                      <a:pt x="4788" y="2423"/>
                    </a:cubicBezTo>
                    <a:cubicBezTo>
                      <a:pt x="4857" y="2433"/>
                      <a:pt x="4915" y="2482"/>
                      <a:pt x="4920" y="2550"/>
                    </a:cubicBezTo>
                    <a:cubicBezTo>
                      <a:pt x="4959" y="2872"/>
                      <a:pt x="5184" y="3166"/>
                      <a:pt x="5482" y="3288"/>
                    </a:cubicBezTo>
                    <a:cubicBezTo>
                      <a:pt x="5487" y="3289"/>
                      <a:pt x="5492" y="3290"/>
                      <a:pt x="5498" y="3290"/>
                    </a:cubicBezTo>
                    <a:cubicBezTo>
                      <a:pt x="5509" y="3290"/>
                      <a:pt x="5521" y="3286"/>
                      <a:pt x="5531" y="3273"/>
                    </a:cubicBezTo>
                    <a:cubicBezTo>
                      <a:pt x="5673" y="3131"/>
                      <a:pt x="5832" y="3055"/>
                      <a:pt x="5988" y="3055"/>
                    </a:cubicBezTo>
                    <a:cubicBezTo>
                      <a:pt x="6025" y="3055"/>
                      <a:pt x="6061" y="3059"/>
                      <a:pt x="6097" y="3068"/>
                    </a:cubicBezTo>
                    <a:cubicBezTo>
                      <a:pt x="6293" y="3117"/>
                      <a:pt x="6454" y="3283"/>
                      <a:pt x="6537" y="3532"/>
                    </a:cubicBezTo>
                    <a:cubicBezTo>
                      <a:pt x="6596" y="3708"/>
                      <a:pt x="6596" y="3898"/>
                      <a:pt x="6542" y="4069"/>
                    </a:cubicBezTo>
                    <a:cubicBezTo>
                      <a:pt x="6459" y="4338"/>
                      <a:pt x="6244" y="4563"/>
                      <a:pt x="5975" y="4661"/>
                    </a:cubicBezTo>
                    <a:cubicBezTo>
                      <a:pt x="5926" y="4679"/>
                      <a:pt x="5866" y="4692"/>
                      <a:pt x="5806" y="4692"/>
                    </a:cubicBezTo>
                    <a:cubicBezTo>
                      <a:pt x="5741" y="4692"/>
                      <a:pt x="5677" y="4677"/>
                      <a:pt x="5628" y="4636"/>
                    </a:cubicBezTo>
                    <a:cubicBezTo>
                      <a:pt x="5622" y="4632"/>
                      <a:pt x="5613" y="4629"/>
                      <a:pt x="5604" y="4629"/>
                    </a:cubicBezTo>
                    <a:cubicBezTo>
                      <a:pt x="5593" y="4629"/>
                      <a:pt x="5581" y="4633"/>
                      <a:pt x="5570" y="4641"/>
                    </a:cubicBezTo>
                    <a:cubicBezTo>
                      <a:pt x="5379" y="4788"/>
                      <a:pt x="5213" y="5012"/>
                      <a:pt x="5135" y="5237"/>
                    </a:cubicBezTo>
                    <a:cubicBezTo>
                      <a:pt x="5115" y="5281"/>
                      <a:pt x="5076" y="5320"/>
                      <a:pt x="5023" y="5330"/>
                    </a:cubicBezTo>
                    <a:cubicBezTo>
                      <a:pt x="4881" y="5359"/>
                      <a:pt x="4744" y="5452"/>
                      <a:pt x="4651" y="5589"/>
                    </a:cubicBezTo>
                    <a:cubicBezTo>
                      <a:pt x="4563" y="5716"/>
                      <a:pt x="4510" y="5887"/>
                      <a:pt x="4485" y="6092"/>
                    </a:cubicBezTo>
                    <a:cubicBezTo>
                      <a:pt x="4480" y="6155"/>
                      <a:pt x="4485" y="6209"/>
                      <a:pt x="4505" y="6243"/>
                    </a:cubicBezTo>
                    <a:lnTo>
                      <a:pt x="4510" y="6258"/>
                    </a:lnTo>
                    <a:cubicBezTo>
                      <a:pt x="4534" y="6302"/>
                      <a:pt x="4490" y="6326"/>
                      <a:pt x="4466" y="6346"/>
                    </a:cubicBezTo>
                    <a:cubicBezTo>
                      <a:pt x="4461" y="6346"/>
                      <a:pt x="4451" y="6351"/>
                      <a:pt x="4446" y="6356"/>
                    </a:cubicBezTo>
                    <a:cubicBezTo>
                      <a:pt x="4431" y="6370"/>
                      <a:pt x="4417" y="6380"/>
                      <a:pt x="4402" y="6390"/>
                    </a:cubicBezTo>
                    <a:cubicBezTo>
                      <a:pt x="4280" y="6473"/>
                      <a:pt x="4173" y="6561"/>
                      <a:pt x="4085" y="6654"/>
                    </a:cubicBezTo>
                    <a:lnTo>
                      <a:pt x="4080" y="6654"/>
                    </a:lnTo>
                    <a:cubicBezTo>
                      <a:pt x="3860" y="6874"/>
                      <a:pt x="3728" y="7108"/>
                      <a:pt x="3669" y="7382"/>
                    </a:cubicBezTo>
                    <a:cubicBezTo>
                      <a:pt x="3625" y="7592"/>
                      <a:pt x="3630" y="7807"/>
                      <a:pt x="3684" y="8012"/>
                    </a:cubicBezTo>
                    <a:cubicBezTo>
                      <a:pt x="3689" y="8046"/>
                      <a:pt x="3699" y="8080"/>
                      <a:pt x="3708" y="8115"/>
                    </a:cubicBezTo>
                    <a:cubicBezTo>
                      <a:pt x="3772" y="8310"/>
                      <a:pt x="3879" y="8496"/>
                      <a:pt x="4021" y="8652"/>
                    </a:cubicBezTo>
                    <a:cubicBezTo>
                      <a:pt x="4050" y="8681"/>
                      <a:pt x="4080" y="8711"/>
                      <a:pt x="4114" y="8735"/>
                    </a:cubicBezTo>
                    <a:cubicBezTo>
                      <a:pt x="4202" y="8813"/>
                      <a:pt x="4304" y="8867"/>
                      <a:pt x="4412" y="8891"/>
                    </a:cubicBezTo>
                    <a:cubicBezTo>
                      <a:pt x="4444" y="8899"/>
                      <a:pt x="4476" y="8903"/>
                      <a:pt x="4508" y="8903"/>
                    </a:cubicBezTo>
                    <a:cubicBezTo>
                      <a:pt x="4520" y="8903"/>
                      <a:pt x="4532" y="8902"/>
                      <a:pt x="4544" y="8901"/>
                    </a:cubicBezTo>
                    <a:cubicBezTo>
                      <a:pt x="4554" y="8901"/>
                      <a:pt x="4568" y="8901"/>
                      <a:pt x="4578" y="8896"/>
                    </a:cubicBezTo>
                    <a:cubicBezTo>
                      <a:pt x="4593" y="8896"/>
                      <a:pt x="4602" y="8896"/>
                      <a:pt x="4612" y="8891"/>
                    </a:cubicBezTo>
                    <a:cubicBezTo>
                      <a:pt x="4627" y="8891"/>
                      <a:pt x="4637" y="8886"/>
                      <a:pt x="4646" y="8882"/>
                    </a:cubicBezTo>
                    <a:cubicBezTo>
                      <a:pt x="4651" y="8955"/>
                      <a:pt x="4661" y="9033"/>
                      <a:pt x="4671" y="9106"/>
                    </a:cubicBezTo>
                    <a:cubicBezTo>
                      <a:pt x="4671" y="9116"/>
                      <a:pt x="4676" y="9126"/>
                      <a:pt x="4676" y="9136"/>
                    </a:cubicBezTo>
                    <a:cubicBezTo>
                      <a:pt x="4686" y="9160"/>
                      <a:pt x="4690" y="9189"/>
                      <a:pt x="4695" y="9214"/>
                    </a:cubicBezTo>
                    <a:cubicBezTo>
                      <a:pt x="4700" y="9228"/>
                      <a:pt x="4705" y="9243"/>
                      <a:pt x="4710" y="9258"/>
                    </a:cubicBezTo>
                    <a:cubicBezTo>
                      <a:pt x="4710" y="9263"/>
                      <a:pt x="4710" y="9263"/>
                      <a:pt x="4715" y="9268"/>
                    </a:cubicBezTo>
                    <a:cubicBezTo>
                      <a:pt x="4725" y="9297"/>
                      <a:pt x="4734" y="9321"/>
                      <a:pt x="4744" y="9351"/>
                    </a:cubicBezTo>
                    <a:cubicBezTo>
                      <a:pt x="4749" y="9360"/>
                      <a:pt x="4759" y="9370"/>
                      <a:pt x="4764" y="9385"/>
                    </a:cubicBezTo>
                    <a:cubicBezTo>
                      <a:pt x="4773" y="9399"/>
                      <a:pt x="4778" y="9414"/>
                      <a:pt x="4793" y="9429"/>
                    </a:cubicBezTo>
                    <a:cubicBezTo>
                      <a:pt x="4793" y="9434"/>
                      <a:pt x="4798" y="9439"/>
                      <a:pt x="4798" y="9443"/>
                    </a:cubicBezTo>
                    <a:cubicBezTo>
                      <a:pt x="4808" y="9453"/>
                      <a:pt x="4817" y="9468"/>
                      <a:pt x="4827" y="9478"/>
                    </a:cubicBezTo>
                    <a:cubicBezTo>
                      <a:pt x="4857" y="9512"/>
                      <a:pt x="4886" y="9541"/>
                      <a:pt x="4920" y="9566"/>
                    </a:cubicBezTo>
                    <a:cubicBezTo>
                      <a:pt x="5021" y="9640"/>
                      <a:pt x="5154" y="9679"/>
                      <a:pt x="5315" y="9679"/>
                    </a:cubicBezTo>
                    <a:cubicBezTo>
                      <a:pt x="5333" y="9679"/>
                      <a:pt x="5351" y="9679"/>
                      <a:pt x="5369" y="9678"/>
                    </a:cubicBezTo>
                    <a:cubicBezTo>
                      <a:pt x="5418" y="9673"/>
                      <a:pt x="5467" y="9668"/>
                      <a:pt x="5526" y="9658"/>
                    </a:cubicBezTo>
                    <a:cubicBezTo>
                      <a:pt x="5946" y="9580"/>
                      <a:pt x="6337" y="9326"/>
                      <a:pt x="6591" y="8979"/>
                    </a:cubicBezTo>
                    <a:cubicBezTo>
                      <a:pt x="6649" y="9131"/>
                      <a:pt x="6791" y="9258"/>
                      <a:pt x="6962" y="9316"/>
                    </a:cubicBezTo>
                    <a:cubicBezTo>
                      <a:pt x="7036" y="9337"/>
                      <a:pt x="7110" y="9346"/>
                      <a:pt x="7182" y="9346"/>
                    </a:cubicBezTo>
                    <a:cubicBezTo>
                      <a:pt x="7263" y="9346"/>
                      <a:pt x="7342" y="9335"/>
                      <a:pt x="7412" y="9316"/>
                    </a:cubicBezTo>
                    <a:cubicBezTo>
                      <a:pt x="7446" y="9312"/>
                      <a:pt x="7475" y="9302"/>
                      <a:pt x="7509" y="9292"/>
                    </a:cubicBezTo>
                    <a:cubicBezTo>
                      <a:pt x="7524" y="9282"/>
                      <a:pt x="7544" y="9277"/>
                      <a:pt x="7563" y="9272"/>
                    </a:cubicBezTo>
                    <a:cubicBezTo>
                      <a:pt x="7964" y="9116"/>
                      <a:pt x="8286" y="8784"/>
                      <a:pt x="8423" y="8369"/>
                    </a:cubicBezTo>
                    <a:lnTo>
                      <a:pt x="8433" y="8339"/>
                    </a:lnTo>
                    <a:cubicBezTo>
                      <a:pt x="8447" y="8290"/>
                      <a:pt x="8462" y="8237"/>
                      <a:pt x="8491" y="8198"/>
                    </a:cubicBezTo>
                    <a:cubicBezTo>
                      <a:pt x="8516" y="8168"/>
                      <a:pt x="8545" y="8139"/>
                      <a:pt x="8579" y="8110"/>
                    </a:cubicBezTo>
                    <a:lnTo>
                      <a:pt x="8604" y="8085"/>
                    </a:lnTo>
                    <a:cubicBezTo>
                      <a:pt x="8897" y="7812"/>
                      <a:pt x="9048" y="7382"/>
                      <a:pt x="8980" y="6986"/>
                    </a:cubicBezTo>
                    <a:cubicBezTo>
                      <a:pt x="8926" y="6634"/>
                      <a:pt x="8697" y="6312"/>
                      <a:pt x="8394" y="6131"/>
                    </a:cubicBezTo>
                    <a:cubicBezTo>
                      <a:pt x="8574" y="6048"/>
                      <a:pt x="8687" y="5838"/>
                      <a:pt x="8692" y="5652"/>
                    </a:cubicBezTo>
                    <a:cubicBezTo>
                      <a:pt x="8697" y="5442"/>
                      <a:pt x="8594" y="5222"/>
                      <a:pt x="8408" y="5027"/>
                    </a:cubicBezTo>
                    <a:cubicBezTo>
                      <a:pt x="8301" y="4919"/>
                      <a:pt x="8179" y="4822"/>
                      <a:pt x="8057" y="4734"/>
                    </a:cubicBezTo>
                    <a:cubicBezTo>
                      <a:pt x="8003" y="4690"/>
                      <a:pt x="7944" y="4651"/>
                      <a:pt x="7890" y="4607"/>
                    </a:cubicBezTo>
                    <a:cubicBezTo>
                      <a:pt x="7856" y="4577"/>
                      <a:pt x="7817" y="4543"/>
                      <a:pt x="7812" y="4509"/>
                    </a:cubicBezTo>
                    <a:cubicBezTo>
                      <a:pt x="7807" y="4494"/>
                      <a:pt x="7807" y="4475"/>
                      <a:pt x="7812" y="4446"/>
                    </a:cubicBezTo>
                    <a:cubicBezTo>
                      <a:pt x="7837" y="4328"/>
                      <a:pt x="7905" y="4226"/>
                      <a:pt x="7978" y="4118"/>
                    </a:cubicBezTo>
                    <a:cubicBezTo>
                      <a:pt x="8057" y="4006"/>
                      <a:pt x="8135" y="3893"/>
                      <a:pt x="8164" y="3757"/>
                    </a:cubicBezTo>
                    <a:cubicBezTo>
                      <a:pt x="8208" y="3552"/>
                      <a:pt x="8130" y="3317"/>
                      <a:pt x="7954" y="3141"/>
                    </a:cubicBezTo>
                    <a:cubicBezTo>
                      <a:pt x="7832" y="3019"/>
                      <a:pt x="7666" y="2926"/>
                      <a:pt x="7446" y="2853"/>
                    </a:cubicBezTo>
                    <a:cubicBezTo>
                      <a:pt x="7602" y="2540"/>
                      <a:pt x="7441" y="2140"/>
                      <a:pt x="7182" y="1925"/>
                    </a:cubicBezTo>
                    <a:cubicBezTo>
                      <a:pt x="6913" y="1705"/>
                      <a:pt x="6571" y="1627"/>
                      <a:pt x="6259" y="1563"/>
                    </a:cubicBezTo>
                    <a:cubicBezTo>
                      <a:pt x="6312" y="1299"/>
                      <a:pt x="6180" y="996"/>
                      <a:pt x="5931" y="825"/>
                    </a:cubicBezTo>
                    <a:cubicBezTo>
                      <a:pt x="5714" y="679"/>
                      <a:pt x="5460" y="636"/>
                      <a:pt x="5245" y="636"/>
                    </a:cubicBezTo>
                    <a:cubicBezTo>
                      <a:pt x="5209" y="636"/>
                      <a:pt x="5174" y="638"/>
                      <a:pt x="5140" y="640"/>
                    </a:cubicBezTo>
                    <a:cubicBezTo>
                      <a:pt x="5145" y="342"/>
                      <a:pt x="4881" y="93"/>
                      <a:pt x="4612" y="29"/>
                    </a:cubicBezTo>
                    <a:cubicBezTo>
                      <a:pt x="4541" y="10"/>
                      <a:pt x="4466" y="0"/>
                      <a:pt x="439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36"/>
              <p:cNvSpPr/>
              <p:nvPr/>
            </p:nvSpPr>
            <p:spPr>
              <a:xfrm>
                <a:off x="7633685" y="2445923"/>
                <a:ext cx="797366" cy="1533420"/>
              </a:xfrm>
              <a:custGeom>
                <a:avLst/>
                <a:gdLst/>
                <a:ahLst/>
                <a:cxnLst/>
                <a:rect l="l" t="t" r="r" b="b"/>
                <a:pathLst>
                  <a:path w="5033" h="9679" extrusionOk="0">
                    <a:moveTo>
                      <a:pt x="371" y="0"/>
                    </a:moveTo>
                    <a:cubicBezTo>
                      <a:pt x="255" y="0"/>
                      <a:pt x="132" y="20"/>
                      <a:pt x="0" y="61"/>
                    </a:cubicBezTo>
                    <a:lnTo>
                      <a:pt x="64" y="169"/>
                    </a:lnTo>
                    <a:cubicBezTo>
                      <a:pt x="376" y="208"/>
                      <a:pt x="650" y="457"/>
                      <a:pt x="718" y="765"/>
                    </a:cubicBezTo>
                    <a:cubicBezTo>
                      <a:pt x="733" y="853"/>
                      <a:pt x="738" y="941"/>
                      <a:pt x="772" y="1024"/>
                    </a:cubicBezTo>
                    <a:cubicBezTo>
                      <a:pt x="860" y="1239"/>
                      <a:pt x="1114" y="1322"/>
                      <a:pt x="1334" y="1400"/>
                    </a:cubicBezTo>
                    <a:cubicBezTo>
                      <a:pt x="1710" y="1532"/>
                      <a:pt x="2057" y="1717"/>
                      <a:pt x="2379" y="1952"/>
                    </a:cubicBezTo>
                    <a:cubicBezTo>
                      <a:pt x="2585" y="2103"/>
                      <a:pt x="2790" y="2304"/>
                      <a:pt x="2804" y="2558"/>
                    </a:cubicBezTo>
                    <a:cubicBezTo>
                      <a:pt x="2809" y="2651"/>
                      <a:pt x="2790" y="2739"/>
                      <a:pt x="2790" y="2826"/>
                    </a:cubicBezTo>
                    <a:cubicBezTo>
                      <a:pt x="2800" y="3032"/>
                      <a:pt x="2927" y="3203"/>
                      <a:pt x="3029" y="3379"/>
                    </a:cubicBezTo>
                    <a:cubicBezTo>
                      <a:pt x="3371" y="3945"/>
                      <a:pt x="3513" y="4649"/>
                      <a:pt x="3337" y="5284"/>
                    </a:cubicBezTo>
                    <a:cubicBezTo>
                      <a:pt x="3166" y="5924"/>
                      <a:pt x="2643" y="6476"/>
                      <a:pt x="1998" y="6608"/>
                    </a:cubicBezTo>
                    <a:cubicBezTo>
                      <a:pt x="1901" y="6627"/>
                      <a:pt x="1798" y="6642"/>
                      <a:pt x="1735" y="6715"/>
                    </a:cubicBezTo>
                    <a:cubicBezTo>
                      <a:pt x="1661" y="6784"/>
                      <a:pt x="1652" y="6891"/>
                      <a:pt x="1632" y="6989"/>
                    </a:cubicBezTo>
                    <a:cubicBezTo>
                      <a:pt x="1564" y="7355"/>
                      <a:pt x="1319" y="7678"/>
                      <a:pt x="987" y="7844"/>
                    </a:cubicBezTo>
                    <a:cubicBezTo>
                      <a:pt x="831" y="7922"/>
                      <a:pt x="655" y="7966"/>
                      <a:pt x="508" y="8064"/>
                    </a:cubicBezTo>
                    <a:cubicBezTo>
                      <a:pt x="274" y="8205"/>
                      <a:pt x="137" y="8459"/>
                      <a:pt x="98" y="8738"/>
                    </a:cubicBezTo>
                    <a:cubicBezTo>
                      <a:pt x="186" y="8811"/>
                      <a:pt x="288" y="8865"/>
                      <a:pt x="396" y="8889"/>
                    </a:cubicBezTo>
                    <a:cubicBezTo>
                      <a:pt x="440" y="8899"/>
                      <a:pt x="484" y="8904"/>
                      <a:pt x="528" y="8904"/>
                    </a:cubicBezTo>
                    <a:cubicBezTo>
                      <a:pt x="538" y="8899"/>
                      <a:pt x="552" y="8899"/>
                      <a:pt x="562" y="8899"/>
                    </a:cubicBezTo>
                    <a:cubicBezTo>
                      <a:pt x="577" y="8894"/>
                      <a:pt x="586" y="8894"/>
                      <a:pt x="596" y="8889"/>
                    </a:cubicBezTo>
                    <a:cubicBezTo>
                      <a:pt x="606" y="8889"/>
                      <a:pt x="621" y="8884"/>
                      <a:pt x="630" y="8880"/>
                    </a:cubicBezTo>
                    <a:cubicBezTo>
                      <a:pt x="635" y="8958"/>
                      <a:pt x="645" y="9031"/>
                      <a:pt x="655" y="9109"/>
                    </a:cubicBezTo>
                    <a:cubicBezTo>
                      <a:pt x="655" y="9119"/>
                      <a:pt x="660" y="9124"/>
                      <a:pt x="660" y="9134"/>
                    </a:cubicBezTo>
                    <a:cubicBezTo>
                      <a:pt x="665" y="9163"/>
                      <a:pt x="674" y="9187"/>
                      <a:pt x="679" y="9217"/>
                    </a:cubicBezTo>
                    <a:cubicBezTo>
                      <a:pt x="684" y="9231"/>
                      <a:pt x="689" y="9241"/>
                      <a:pt x="694" y="9256"/>
                    </a:cubicBezTo>
                    <a:cubicBezTo>
                      <a:pt x="694" y="9261"/>
                      <a:pt x="694" y="9261"/>
                      <a:pt x="699" y="9266"/>
                    </a:cubicBezTo>
                    <a:cubicBezTo>
                      <a:pt x="709" y="9295"/>
                      <a:pt x="718" y="9324"/>
                      <a:pt x="728" y="9349"/>
                    </a:cubicBezTo>
                    <a:cubicBezTo>
                      <a:pt x="733" y="9358"/>
                      <a:pt x="738" y="9373"/>
                      <a:pt x="748" y="9383"/>
                    </a:cubicBezTo>
                    <a:cubicBezTo>
                      <a:pt x="757" y="9397"/>
                      <a:pt x="762" y="9412"/>
                      <a:pt x="777" y="9427"/>
                    </a:cubicBezTo>
                    <a:cubicBezTo>
                      <a:pt x="777" y="9432"/>
                      <a:pt x="777" y="9437"/>
                      <a:pt x="782" y="9441"/>
                    </a:cubicBezTo>
                    <a:cubicBezTo>
                      <a:pt x="792" y="9456"/>
                      <a:pt x="801" y="9466"/>
                      <a:pt x="811" y="9481"/>
                    </a:cubicBezTo>
                    <a:cubicBezTo>
                      <a:pt x="841" y="9510"/>
                      <a:pt x="870" y="9539"/>
                      <a:pt x="904" y="9564"/>
                    </a:cubicBezTo>
                    <a:cubicBezTo>
                      <a:pt x="1001" y="9639"/>
                      <a:pt x="1127" y="9679"/>
                      <a:pt x="1276" y="9679"/>
                    </a:cubicBezTo>
                    <a:cubicBezTo>
                      <a:pt x="1300" y="9679"/>
                      <a:pt x="1324" y="9678"/>
                      <a:pt x="1349" y="9676"/>
                    </a:cubicBezTo>
                    <a:cubicBezTo>
                      <a:pt x="1402" y="9676"/>
                      <a:pt x="1451" y="9666"/>
                      <a:pt x="1505" y="9656"/>
                    </a:cubicBezTo>
                    <a:cubicBezTo>
                      <a:pt x="1930" y="9578"/>
                      <a:pt x="2321" y="9329"/>
                      <a:pt x="2575" y="8977"/>
                    </a:cubicBezTo>
                    <a:cubicBezTo>
                      <a:pt x="2633" y="9129"/>
                      <a:pt x="2770" y="9261"/>
                      <a:pt x="2946" y="9314"/>
                    </a:cubicBezTo>
                    <a:cubicBezTo>
                      <a:pt x="3020" y="9337"/>
                      <a:pt x="3094" y="9346"/>
                      <a:pt x="3166" y="9346"/>
                    </a:cubicBezTo>
                    <a:cubicBezTo>
                      <a:pt x="3247" y="9346"/>
                      <a:pt x="3326" y="9335"/>
                      <a:pt x="3396" y="9319"/>
                    </a:cubicBezTo>
                    <a:cubicBezTo>
                      <a:pt x="3430" y="9310"/>
                      <a:pt x="3459" y="9300"/>
                      <a:pt x="3488" y="9290"/>
                    </a:cubicBezTo>
                    <a:cubicBezTo>
                      <a:pt x="3508" y="9285"/>
                      <a:pt x="3528" y="9275"/>
                      <a:pt x="3547" y="9270"/>
                    </a:cubicBezTo>
                    <a:cubicBezTo>
                      <a:pt x="3948" y="9119"/>
                      <a:pt x="4270" y="8782"/>
                      <a:pt x="4407" y="8372"/>
                    </a:cubicBezTo>
                    <a:lnTo>
                      <a:pt x="4417" y="8337"/>
                    </a:lnTo>
                    <a:cubicBezTo>
                      <a:pt x="4431" y="8288"/>
                      <a:pt x="4446" y="8240"/>
                      <a:pt x="4475" y="8201"/>
                    </a:cubicBezTo>
                    <a:cubicBezTo>
                      <a:pt x="4495" y="8166"/>
                      <a:pt x="4529" y="8137"/>
                      <a:pt x="4558" y="8108"/>
                    </a:cubicBezTo>
                    <a:lnTo>
                      <a:pt x="4588" y="8088"/>
                    </a:lnTo>
                    <a:cubicBezTo>
                      <a:pt x="4881" y="7815"/>
                      <a:pt x="5032" y="7385"/>
                      <a:pt x="4964" y="6984"/>
                    </a:cubicBezTo>
                    <a:cubicBezTo>
                      <a:pt x="4910" y="6637"/>
                      <a:pt x="4681" y="6310"/>
                      <a:pt x="4373" y="6129"/>
                    </a:cubicBezTo>
                    <a:cubicBezTo>
                      <a:pt x="4558" y="6046"/>
                      <a:pt x="4671" y="5836"/>
                      <a:pt x="4676" y="5650"/>
                    </a:cubicBezTo>
                    <a:cubicBezTo>
                      <a:pt x="4681" y="5440"/>
                      <a:pt x="4578" y="5220"/>
                      <a:pt x="4392" y="5025"/>
                    </a:cubicBezTo>
                    <a:cubicBezTo>
                      <a:pt x="4285" y="4917"/>
                      <a:pt x="4163" y="4825"/>
                      <a:pt x="4041" y="4732"/>
                    </a:cubicBezTo>
                    <a:cubicBezTo>
                      <a:pt x="3982" y="4693"/>
                      <a:pt x="3928" y="4649"/>
                      <a:pt x="3874" y="4605"/>
                    </a:cubicBezTo>
                    <a:cubicBezTo>
                      <a:pt x="3840" y="4575"/>
                      <a:pt x="3801" y="4546"/>
                      <a:pt x="3791" y="4507"/>
                    </a:cubicBezTo>
                    <a:cubicBezTo>
                      <a:pt x="3791" y="4492"/>
                      <a:pt x="3791" y="4473"/>
                      <a:pt x="3796" y="4444"/>
                    </a:cubicBezTo>
                    <a:cubicBezTo>
                      <a:pt x="3821" y="4326"/>
                      <a:pt x="3889" y="4224"/>
                      <a:pt x="3962" y="4116"/>
                    </a:cubicBezTo>
                    <a:cubicBezTo>
                      <a:pt x="4041" y="4009"/>
                      <a:pt x="4119" y="3891"/>
                      <a:pt x="4148" y="3755"/>
                    </a:cubicBezTo>
                    <a:cubicBezTo>
                      <a:pt x="4192" y="3550"/>
                      <a:pt x="4109" y="3315"/>
                      <a:pt x="3933" y="3144"/>
                    </a:cubicBezTo>
                    <a:cubicBezTo>
                      <a:pt x="3811" y="3022"/>
                      <a:pt x="3650" y="2929"/>
                      <a:pt x="3430" y="2851"/>
                    </a:cubicBezTo>
                    <a:cubicBezTo>
                      <a:pt x="3586" y="2538"/>
                      <a:pt x="3425" y="2138"/>
                      <a:pt x="3166" y="1923"/>
                    </a:cubicBezTo>
                    <a:cubicBezTo>
                      <a:pt x="2897" y="1703"/>
                      <a:pt x="2555" y="1625"/>
                      <a:pt x="2243" y="1561"/>
                    </a:cubicBezTo>
                    <a:cubicBezTo>
                      <a:pt x="2296" y="1302"/>
                      <a:pt x="2164" y="999"/>
                      <a:pt x="1915" y="823"/>
                    </a:cubicBezTo>
                    <a:cubicBezTo>
                      <a:pt x="1698" y="677"/>
                      <a:pt x="1444" y="634"/>
                      <a:pt x="1229" y="634"/>
                    </a:cubicBezTo>
                    <a:cubicBezTo>
                      <a:pt x="1193" y="634"/>
                      <a:pt x="1158" y="636"/>
                      <a:pt x="1124" y="638"/>
                    </a:cubicBezTo>
                    <a:cubicBezTo>
                      <a:pt x="1129" y="340"/>
                      <a:pt x="865" y="91"/>
                      <a:pt x="596" y="27"/>
                    </a:cubicBezTo>
                    <a:cubicBezTo>
                      <a:pt x="524" y="9"/>
                      <a:pt x="449" y="0"/>
                      <a:pt x="371" y="0"/>
                    </a:cubicBezTo>
                    <a:close/>
                  </a:path>
                </a:pathLst>
              </a:custGeom>
              <a:solidFill>
                <a:srgbClr val="3B20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36"/>
              <p:cNvSpPr/>
              <p:nvPr/>
            </p:nvSpPr>
            <p:spPr>
              <a:xfrm>
                <a:off x="7562393" y="3289065"/>
                <a:ext cx="1743" cy="951"/>
              </a:xfrm>
              <a:custGeom>
                <a:avLst/>
                <a:gdLst/>
                <a:ahLst/>
                <a:cxnLst/>
                <a:rect l="l" t="t" r="r" b="b"/>
                <a:pathLst>
                  <a:path w="11" h="6" extrusionOk="0">
                    <a:moveTo>
                      <a:pt x="10" y="1"/>
                    </a:moveTo>
                    <a:cubicBezTo>
                      <a:pt x="6" y="1"/>
                      <a:pt x="6" y="1"/>
                      <a:pt x="1" y="6"/>
                    </a:cubicBezTo>
                    <a:cubicBezTo>
                      <a:pt x="6" y="6"/>
                      <a:pt x="10" y="1"/>
                      <a:pt x="10" y="1"/>
                    </a:cubicBezTo>
                    <a:close/>
                  </a:path>
                </a:pathLst>
              </a:custGeom>
              <a:solidFill>
                <a:srgbClr val="D5A8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36"/>
              <p:cNvSpPr/>
              <p:nvPr/>
            </p:nvSpPr>
            <p:spPr>
              <a:xfrm>
                <a:off x="7232709" y="2665976"/>
                <a:ext cx="809723" cy="859152"/>
              </a:xfrm>
              <a:custGeom>
                <a:avLst/>
                <a:gdLst/>
                <a:ahLst/>
                <a:cxnLst/>
                <a:rect l="l" t="t" r="r" b="b"/>
                <a:pathLst>
                  <a:path w="5111" h="5423" extrusionOk="0">
                    <a:moveTo>
                      <a:pt x="1722" y="1"/>
                    </a:moveTo>
                    <a:cubicBezTo>
                      <a:pt x="1667" y="1"/>
                      <a:pt x="1611" y="30"/>
                      <a:pt x="1583" y="84"/>
                    </a:cubicBezTo>
                    <a:cubicBezTo>
                      <a:pt x="1554" y="138"/>
                      <a:pt x="1525" y="192"/>
                      <a:pt x="1491" y="250"/>
                    </a:cubicBezTo>
                    <a:cubicBezTo>
                      <a:pt x="1432" y="353"/>
                      <a:pt x="1364" y="451"/>
                      <a:pt x="1271" y="504"/>
                    </a:cubicBezTo>
                    <a:cubicBezTo>
                      <a:pt x="1230" y="530"/>
                      <a:pt x="1181" y="542"/>
                      <a:pt x="1134" y="542"/>
                    </a:cubicBezTo>
                    <a:cubicBezTo>
                      <a:pt x="1119" y="542"/>
                      <a:pt x="1104" y="541"/>
                      <a:pt x="1090" y="539"/>
                    </a:cubicBezTo>
                    <a:cubicBezTo>
                      <a:pt x="1079" y="536"/>
                      <a:pt x="1069" y="535"/>
                      <a:pt x="1059" y="535"/>
                    </a:cubicBezTo>
                    <a:cubicBezTo>
                      <a:pt x="1030" y="535"/>
                      <a:pt x="1003" y="544"/>
                      <a:pt x="978" y="558"/>
                    </a:cubicBezTo>
                    <a:cubicBezTo>
                      <a:pt x="943" y="582"/>
                      <a:pt x="924" y="622"/>
                      <a:pt x="919" y="661"/>
                    </a:cubicBezTo>
                    <a:cubicBezTo>
                      <a:pt x="904" y="758"/>
                      <a:pt x="851" y="866"/>
                      <a:pt x="772" y="954"/>
                    </a:cubicBezTo>
                    <a:cubicBezTo>
                      <a:pt x="660" y="1076"/>
                      <a:pt x="509" y="1154"/>
                      <a:pt x="362" y="1232"/>
                    </a:cubicBezTo>
                    <a:cubicBezTo>
                      <a:pt x="318" y="1252"/>
                      <a:pt x="274" y="1291"/>
                      <a:pt x="225" y="1330"/>
                    </a:cubicBezTo>
                    <a:cubicBezTo>
                      <a:pt x="196" y="1354"/>
                      <a:pt x="167" y="1379"/>
                      <a:pt x="137" y="1398"/>
                    </a:cubicBezTo>
                    <a:cubicBezTo>
                      <a:pt x="103" y="1423"/>
                      <a:pt x="84" y="1457"/>
                      <a:pt x="74" y="1496"/>
                    </a:cubicBezTo>
                    <a:cubicBezTo>
                      <a:pt x="69" y="1530"/>
                      <a:pt x="64" y="1560"/>
                      <a:pt x="59" y="1594"/>
                    </a:cubicBezTo>
                    <a:cubicBezTo>
                      <a:pt x="54" y="1638"/>
                      <a:pt x="44" y="1682"/>
                      <a:pt x="40" y="1726"/>
                    </a:cubicBezTo>
                    <a:cubicBezTo>
                      <a:pt x="35" y="1779"/>
                      <a:pt x="30" y="1828"/>
                      <a:pt x="25" y="1882"/>
                    </a:cubicBezTo>
                    <a:cubicBezTo>
                      <a:pt x="20" y="1916"/>
                      <a:pt x="20" y="1950"/>
                      <a:pt x="15" y="1985"/>
                    </a:cubicBezTo>
                    <a:lnTo>
                      <a:pt x="10" y="1985"/>
                    </a:lnTo>
                    <a:cubicBezTo>
                      <a:pt x="0" y="2180"/>
                      <a:pt x="0" y="2371"/>
                      <a:pt x="15" y="2561"/>
                    </a:cubicBezTo>
                    <a:lnTo>
                      <a:pt x="15" y="2566"/>
                    </a:lnTo>
                    <a:cubicBezTo>
                      <a:pt x="20" y="2639"/>
                      <a:pt x="25" y="2713"/>
                      <a:pt x="35" y="2791"/>
                    </a:cubicBezTo>
                    <a:cubicBezTo>
                      <a:pt x="35" y="2796"/>
                      <a:pt x="35" y="2801"/>
                      <a:pt x="35" y="2805"/>
                    </a:cubicBezTo>
                    <a:cubicBezTo>
                      <a:pt x="59" y="2976"/>
                      <a:pt x="88" y="3142"/>
                      <a:pt x="132" y="3309"/>
                    </a:cubicBezTo>
                    <a:cubicBezTo>
                      <a:pt x="162" y="3445"/>
                      <a:pt x="206" y="3582"/>
                      <a:pt x="250" y="3714"/>
                    </a:cubicBezTo>
                    <a:cubicBezTo>
                      <a:pt x="274" y="3782"/>
                      <a:pt x="299" y="3846"/>
                      <a:pt x="328" y="3910"/>
                    </a:cubicBezTo>
                    <a:cubicBezTo>
                      <a:pt x="338" y="3934"/>
                      <a:pt x="347" y="3958"/>
                      <a:pt x="357" y="3983"/>
                    </a:cubicBezTo>
                    <a:cubicBezTo>
                      <a:pt x="372" y="4017"/>
                      <a:pt x="391" y="4056"/>
                      <a:pt x="406" y="4090"/>
                    </a:cubicBezTo>
                    <a:cubicBezTo>
                      <a:pt x="435" y="4159"/>
                      <a:pt x="470" y="4227"/>
                      <a:pt x="504" y="4291"/>
                    </a:cubicBezTo>
                    <a:cubicBezTo>
                      <a:pt x="567" y="4408"/>
                      <a:pt x="631" y="4520"/>
                      <a:pt x="704" y="4628"/>
                    </a:cubicBezTo>
                    <a:cubicBezTo>
                      <a:pt x="914" y="4950"/>
                      <a:pt x="1134" y="5170"/>
                      <a:pt x="1373" y="5292"/>
                    </a:cubicBezTo>
                    <a:cubicBezTo>
                      <a:pt x="1412" y="5317"/>
                      <a:pt x="1451" y="5336"/>
                      <a:pt x="1491" y="5351"/>
                    </a:cubicBezTo>
                    <a:cubicBezTo>
                      <a:pt x="1510" y="5356"/>
                      <a:pt x="1525" y="5361"/>
                      <a:pt x="1544" y="5365"/>
                    </a:cubicBezTo>
                    <a:cubicBezTo>
                      <a:pt x="1583" y="5380"/>
                      <a:pt x="1622" y="5390"/>
                      <a:pt x="1662" y="5400"/>
                    </a:cubicBezTo>
                    <a:cubicBezTo>
                      <a:pt x="1691" y="5404"/>
                      <a:pt x="1720" y="5409"/>
                      <a:pt x="1750" y="5414"/>
                    </a:cubicBezTo>
                    <a:lnTo>
                      <a:pt x="1754" y="5414"/>
                    </a:lnTo>
                    <a:cubicBezTo>
                      <a:pt x="1793" y="5419"/>
                      <a:pt x="1833" y="5419"/>
                      <a:pt x="1872" y="5419"/>
                    </a:cubicBezTo>
                    <a:cubicBezTo>
                      <a:pt x="1886" y="5422"/>
                      <a:pt x="1902" y="5423"/>
                      <a:pt x="1918" y="5423"/>
                    </a:cubicBezTo>
                    <a:cubicBezTo>
                      <a:pt x="1934" y="5423"/>
                      <a:pt x="1950" y="5422"/>
                      <a:pt x="1964" y="5419"/>
                    </a:cubicBezTo>
                    <a:cubicBezTo>
                      <a:pt x="2018" y="5419"/>
                      <a:pt x="2077" y="5409"/>
                      <a:pt x="2131" y="5400"/>
                    </a:cubicBezTo>
                    <a:cubicBezTo>
                      <a:pt x="2150" y="5400"/>
                      <a:pt x="2170" y="5395"/>
                      <a:pt x="2184" y="5390"/>
                    </a:cubicBezTo>
                    <a:cubicBezTo>
                      <a:pt x="2336" y="5361"/>
                      <a:pt x="2463" y="5321"/>
                      <a:pt x="2595" y="5263"/>
                    </a:cubicBezTo>
                    <a:cubicBezTo>
                      <a:pt x="2688" y="5175"/>
                      <a:pt x="2790" y="5087"/>
                      <a:pt x="2912" y="4999"/>
                    </a:cubicBezTo>
                    <a:cubicBezTo>
                      <a:pt x="2927" y="4989"/>
                      <a:pt x="2942" y="4979"/>
                      <a:pt x="2961" y="4970"/>
                    </a:cubicBezTo>
                    <a:cubicBezTo>
                      <a:pt x="2966" y="4965"/>
                      <a:pt x="2971" y="4960"/>
                      <a:pt x="2981" y="4955"/>
                    </a:cubicBezTo>
                    <a:cubicBezTo>
                      <a:pt x="3000" y="4940"/>
                      <a:pt x="3044" y="4911"/>
                      <a:pt x="3025" y="4872"/>
                    </a:cubicBezTo>
                    <a:lnTo>
                      <a:pt x="3015" y="4857"/>
                    </a:lnTo>
                    <a:cubicBezTo>
                      <a:pt x="2995" y="4823"/>
                      <a:pt x="2990" y="4769"/>
                      <a:pt x="3000" y="4701"/>
                    </a:cubicBezTo>
                    <a:cubicBezTo>
                      <a:pt x="3010" y="4584"/>
                      <a:pt x="3034" y="4481"/>
                      <a:pt x="3069" y="4388"/>
                    </a:cubicBezTo>
                    <a:cubicBezTo>
                      <a:pt x="3098" y="4315"/>
                      <a:pt x="3127" y="4256"/>
                      <a:pt x="3166" y="4198"/>
                    </a:cubicBezTo>
                    <a:cubicBezTo>
                      <a:pt x="3259" y="4061"/>
                      <a:pt x="3396" y="3968"/>
                      <a:pt x="3538" y="3939"/>
                    </a:cubicBezTo>
                    <a:cubicBezTo>
                      <a:pt x="3552" y="3939"/>
                      <a:pt x="3567" y="3929"/>
                      <a:pt x="3577" y="3924"/>
                    </a:cubicBezTo>
                    <a:cubicBezTo>
                      <a:pt x="3606" y="3910"/>
                      <a:pt x="3630" y="3880"/>
                      <a:pt x="3645" y="3851"/>
                    </a:cubicBezTo>
                    <a:cubicBezTo>
                      <a:pt x="3645" y="3851"/>
                      <a:pt x="3645" y="3846"/>
                      <a:pt x="3645" y="3846"/>
                    </a:cubicBezTo>
                    <a:cubicBezTo>
                      <a:pt x="3689" y="3714"/>
                      <a:pt x="3767" y="3587"/>
                      <a:pt x="3860" y="3470"/>
                    </a:cubicBezTo>
                    <a:cubicBezTo>
                      <a:pt x="3924" y="3392"/>
                      <a:pt x="3997" y="3318"/>
                      <a:pt x="4075" y="3255"/>
                    </a:cubicBezTo>
                    <a:cubicBezTo>
                      <a:pt x="4080" y="3255"/>
                      <a:pt x="4080" y="3255"/>
                      <a:pt x="4085" y="3250"/>
                    </a:cubicBezTo>
                    <a:cubicBezTo>
                      <a:pt x="4095" y="3243"/>
                      <a:pt x="4104" y="3239"/>
                      <a:pt x="4114" y="3239"/>
                    </a:cubicBezTo>
                    <a:cubicBezTo>
                      <a:pt x="4124" y="3239"/>
                      <a:pt x="4134" y="3243"/>
                      <a:pt x="4143" y="3250"/>
                    </a:cubicBezTo>
                    <a:cubicBezTo>
                      <a:pt x="4192" y="3288"/>
                      <a:pt x="4257" y="3303"/>
                      <a:pt x="4322" y="3303"/>
                    </a:cubicBezTo>
                    <a:cubicBezTo>
                      <a:pt x="4381" y="3303"/>
                      <a:pt x="4441" y="3291"/>
                      <a:pt x="4490" y="3274"/>
                    </a:cubicBezTo>
                    <a:cubicBezTo>
                      <a:pt x="4754" y="3172"/>
                      <a:pt x="4974" y="2947"/>
                      <a:pt x="5057" y="2683"/>
                    </a:cubicBezTo>
                    <a:cubicBezTo>
                      <a:pt x="5111" y="2507"/>
                      <a:pt x="5106" y="2317"/>
                      <a:pt x="5047" y="2141"/>
                    </a:cubicBezTo>
                    <a:cubicBezTo>
                      <a:pt x="4964" y="1897"/>
                      <a:pt x="4808" y="1726"/>
                      <a:pt x="4612" y="1682"/>
                    </a:cubicBezTo>
                    <a:cubicBezTo>
                      <a:pt x="4574" y="1672"/>
                      <a:pt x="4535" y="1667"/>
                      <a:pt x="4495" y="1667"/>
                    </a:cubicBezTo>
                    <a:cubicBezTo>
                      <a:pt x="4341" y="1667"/>
                      <a:pt x="4186" y="1742"/>
                      <a:pt x="4046" y="1882"/>
                    </a:cubicBezTo>
                    <a:cubicBezTo>
                      <a:pt x="4036" y="1897"/>
                      <a:pt x="4026" y="1902"/>
                      <a:pt x="4012" y="1902"/>
                    </a:cubicBezTo>
                    <a:cubicBezTo>
                      <a:pt x="4007" y="1902"/>
                      <a:pt x="4002" y="1902"/>
                      <a:pt x="3992" y="1897"/>
                    </a:cubicBezTo>
                    <a:cubicBezTo>
                      <a:pt x="3699" y="1775"/>
                      <a:pt x="3474" y="1481"/>
                      <a:pt x="3435" y="1159"/>
                    </a:cubicBezTo>
                    <a:cubicBezTo>
                      <a:pt x="3430" y="1095"/>
                      <a:pt x="3372" y="1042"/>
                      <a:pt x="3303" y="1037"/>
                    </a:cubicBezTo>
                    <a:cubicBezTo>
                      <a:pt x="3161" y="1022"/>
                      <a:pt x="3015" y="1003"/>
                      <a:pt x="2878" y="954"/>
                    </a:cubicBezTo>
                    <a:cubicBezTo>
                      <a:pt x="2707" y="885"/>
                      <a:pt x="2580" y="768"/>
                      <a:pt x="2526" y="631"/>
                    </a:cubicBezTo>
                    <a:cubicBezTo>
                      <a:pt x="2521" y="622"/>
                      <a:pt x="2517" y="607"/>
                      <a:pt x="2512" y="592"/>
                    </a:cubicBezTo>
                    <a:cubicBezTo>
                      <a:pt x="2492" y="534"/>
                      <a:pt x="2473" y="460"/>
                      <a:pt x="2409" y="421"/>
                    </a:cubicBezTo>
                    <a:cubicBezTo>
                      <a:pt x="2370" y="394"/>
                      <a:pt x="2325" y="387"/>
                      <a:pt x="2282" y="387"/>
                    </a:cubicBezTo>
                    <a:cubicBezTo>
                      <a:pt x="2255" y="387"/>
                      <a:pt x="2228" y="390"/>
                      <a:pt x="2204" y="392"/>
                    </a:cubicBezTo>
                    <a:cubicBezTo>
                      <a:pt x="2180" y="395"/>
                      <a:pt x="2158" y="399"/>
                      <a:pt x="2139" y="399"/>
                    </a:cubicBezTo>
                    <a:cubicBezTo>
                      <a:pt x="2131" y="399"/>
                      <a:pt x="2123" y="398"/>
                      <a:pt x="2116" y="397"/>
                    </a:cubicBezTo>
                    <a:cubicBezTo>
                      <a:pt x="1999" y="392"/>
                      <a:pt x="1911" y="280"/>
                      <a:pt x="1877" y="172"/>
                    </a:cubicBezTo>
                    <a:cubicBezTo>
                      <a:pt x="1872" y="157"/>
                      <a:pt x="1867" y="138"/>
                      <a:pt x="1862" y="118"/>
                    </a:cubicBezTo>
                    <a:cubicBezTo>
                      <a:pt x="1857" y="104"/>
                      <a:pt x="1852" y="94"/>
                      <a:pt x="1847" y="79"/>
                    </a:cubicBezTo>
                    <a:cubicBezTo>
                      <a:pt x="1842" y="74"/>
                      <a:pt x="1837" y="70"/>
                      <a:pt x="1837" y="65"/>
                    </a:cubicBezTo>
                    <a:cubicBezTo>
                      <a:pt x="1813" y="30"/>
                      <a:pt x="1779" y="6"/>
                      <a:pt x="1735" y="1"/>
                    </a:cubicBezTo>
                    <a:cubicBezTo>
                      <a:pt x="1731" y="1"/>
                      <a:pt x="1726" y="1"/>
                      <a:pt x="17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36"/>
              <p:cNvSpPr/>
              <p:nvPr/>
            </p:nvSpPr>
            <p:spPr>
              <a:xfrm>
                <a:off x="7800032" y="3275916"/>
                <a:ext cx="10298" cy="11882"/>
              </a:xfrm>
              <a:custGeom>
                <a:avLst/>
                <a:gdLst/>
                <a:ahLst/>
                <a:cxnLst/>
                <a:rect l="l" t="t" r="r" b="b"/>
                <a:pathLst>
                  <a:path w="65" h="75" extrusionOk="0">
                    <a:moveTo>
                      <a:pt x="64" y="1"/>
                    </a:moveTo>
                    <a:cubicBezTo>
                      <a:pt x="45" y="25"/>
                      <a:pt x="20" y="50"/>
                      <a:pt x="1" y="74"/>
                    </a:cubicBezTo>
                    <a:cubicBezTo>
                      <a:pt x="30" y="60"/>
                      <a:pt x="54" y="35"/>
                      <a:pt x="64" y="1"/>
                    </a:cubicBezTo>
                    <a:close/>
                  </a:path>
                </a:pathLst>
              </a:custGeom>
              <a:solidFill>
                <a:srgbClr val="CF89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36"/>
              <p:cNvSpPr/>
              <p:nvPr/>
            </p:nvSpPr>
            <p:spPr>
              <a:xfrm>
                <a:off x="7562393" y="3289065"/>
                <a:ext cx="1743" cy="951"/>
              </a:xfrm>
              <a:custGeom>
                <a:avLst/>
                <a:gdLst/>
                <a:ahLst/>
                <a:cxnLst/>
                <a:rect l="l" t="t" r="r" b="b"/>
                <a:pathLst>
                  <a:path w="11" h="6" extrusionOk="0">
                    <a:moveTo>
                      <a:pt x="10" y="1"/>
                    </a:moveTo>
                    <a:cubicBezTo>
                      <a:pt x="8" y="1"/>
                      <a:pt x="7" y="2"/>
                      <a:pt x="6" y="3"/>
                    </a:cubicBezTo>
                    <a:lnTo>
                      <a:pt x="6" y="3"/>
                    </a:lnTo>
                    <a:lnTo>
                      <a:pt x="10" y="1"/>
                    </a:lnTo>
                    <a:close/>
                    <a:moveTo>
                      <a:pt x="6" y="3"/>
                    </a:moveTo>
                    <a:lnTo>
                      <a:pt x="1" y="6"/>
                    </a:lnTo>
                    <a:cubicBezTo>
                      <a:pt x="3" y="6"/>
                      <a:pt x="4" y="5"/>
                      <a:pt x="6" y="3"/>
                    </a:cubicBezTo>
                    <a:close/>
                  </a:path>
                </a:pathLst>
              </a:custGeom>
              <a:solidFill>
                <a:srgbClr val="E0AE8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6"/>
              <p:cNvSpPr/>
              <p:nvPr/>
            </p:nvSpPr>
            <p:spPr>
              <a:xfrm>
                <a:off x="7451020" y="3292233"/>
                <a:ext cx="105354" cy="35012"/>
              </a:xfrm>
              <a:custGeom>
                <a:avLst/>
                <a:gdLst/>
                <a:ahLst/>
                <a:cxnLst/>
                <a:rect l="l" t="t" r="r" b="b"/>
                <a:pathLst>
                  <a:path w="665" h="221" extrusionOk="0">
                    <a:moveTo>
                      <a:pt x="665" y="0"/>
                    </a:moveTo>
                    <a:lnTo>
                      <a:pt x="0" y="220"/>
                    </a:lnTo>
                    <a:cubicBezTo>
                      <a:pt x="157" y="211"/>
                      <a:pt x="318" y="152"/>
                      <a:pt x="469" y="88"/>
                    </a:cubicBezTo>
                    <a:cubicBezTo>
                      <a:pt x="538" y="59"/>
                      <a:pt x="601" y="30"/>
                      <a:pt x="665" y="0"/>
                    </a:cubicBezTo>
                    <a:close/>
                  </a:path>
                </a:pathLst>
              </a:custGeom>
              <a:solidFill>
                <a:srgbClr val="E0AE8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36"/>
              <p:cNvSpPr/>
              <p:nvPr/>
            </p:nvSpPr>
            <p:spPr>
              <a:xfrm>
                <a:off x="7525322" y="2874148"/>
                <a:ext cx="208332" cy="85551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540" extrusionOk="0">
                    <a:moveTo>
                      <a:pt x="428" y="1"/>
                    </a:moveTo>
                    <a:cubicBezTo>
                      <a:pt x="248" y="1"/>
                      <a:pt x="95" y="30"/>
                      <a:pt x="44" y="99"/>
                    </a:cubicBezTo>
                    <a:lnTo>
                      <a:pt x="44" y="104"/>
                    </a:lnTo>
                    <a:cubicBezTo>
                      <a:pt x="0" y="167"/>
                      <a:pt x="10" y="265"/>
                      <a:pt x="74" y="329"/>
                    </a:cubicBezTo>
                    <a:cubicBezTo>
                      <a:pt x="170" y="430"/>
                      <a:pt x="610" y="540"/>
                      <a:pt x="930" y="540"/>
                    </a:cubicBezTo>
                    <a:cubicBezTo>
                      <a:pt x="950" y="540"/>
                      <a:pt x="969" y="540"/>
                      <a:pt x="987" y="539"/>
                    </a:cubicBezTo>
                    <a:cubicBezTo>
                      <a:pt x="1060" y="534"/>
                      <a:pt x="1124" y="524"/>
                      <a:pt x="1173" y="505"/>
                    </a:cubicBezTo>
                    <a:cubicBezTo>
                      <a:pt x="1285" y="461"/>
                      <a:pt x="1310" y="387"/>
                      <a:pt x="1310" y="334"/>
                    </a:cubicBezTo>
                    <a:cubicBezTo>
                      <a:pt x="1314" y="236"/>
                      <a:pt x="1217" y="153"/>
                      <a:pt x="1031" y="94"/>
                    </a:cubicBezTo>
                    <a:cubicBezTo>
                      <a:pt x="866" y="37"/>
                      <a:pt x="630" y="1"/>
                      <a:pt x="42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36"/>
              <p:cNvSpPr/>
              <p:nvPr/>
            </p:nvSpPr>
            <p:spPr>
              <a:xfrm>
                <a:off x="7210213" y="2887139"/>
                <a:ext cx="206114" cy="96165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607" extrusionOk="0">
                    <a:moveTo>
                      <a:pt x="1005" y="0"/>
                    </a:moveTo>
                    <a:cubicBezTo>
                      <a:pt x="798" y="0"/>
                      <a:pt x="513" y="66"/>
                      <a:pt x="313" y="149"/>
                    </a:cubicBezTo>
                    <a:cubicBezTo>
                      <a:pt x="294" y="154"/>
                      <a:pt x="279" y="164"/>
                      <a:pt x="265" y="168"/>
                    </a:cubicBezTo>
                    <a:cubicBezTo>
                      <a:pt x="240" y="178"/>
                      <a:pt x="221" y="188"/>
                      <a:pt x="201" y="198"/>
                    </a:cubicBezTo>
                    <a:cubicBezTo>
                      <a:pt x="64" y="271"/>
                      <a:pt x="1" y="354"/>
                      <a:pt x="15" y="437"/>
                    </a:cubicBezTo>
                    <a:cubicBezTo>
                      <a:pt x="20" y="491"/>
                      <a:pt x="50" y="554"/>
                      <a:pt x="157" y="589"/>
                    </a:cubicBezTo>
                    <a:cubicBezTo>
                      <a:pt x="162" y="589"/>
                      <a:pt x="167" y="594"/>
                      <a:pt x="167" y="594"/>
                    </a:cubicBezTo>
                    <a:cubicBezTo>
                      <a:pt x="196" y="598"/>
                      <a:pt x="226" y="603"/>
                      <a:pt x="255" y="603"/>
                    </a:cubicBezTo>
                    <a:cubicBezTo>
                      <a:pt x="272" y="606"/>
                      <a:pt x="289" y="607"/>
                      <a:pt x="307" y="607"/>
                    </a:cubicBezTo>
                    <a:cubicBezTo>
                      <a:pt x="324" y="607"/>
                      <a:pt x="343" y="606"/>
                      <a:pt x="362" y="603"/>
                    </a:cubicBezTo>
                    <a:cubicBezTo>
                      <a:pt x="685" y="584"/>
                      <a:pt x="1154" y="413"/>
                      <a:pt x="1242" y="291"/>
                    </a:cubicBezTo>
                    <a:cubicBezTo>
                      <a:pt x="1295" y="222"/>
                      <a:pt x="1300" y="125"/>
                      <a:pt x="1247" y="66"/>
                    </a:cubicBezTo>
                    <a:cubicBezTo>
                      <a:pt x="1206" y="20"/>
                      <a:pt x="1116" y="0"/>
                      <a:pt x="100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36"/>
              <p:cNvSpPr/>
              <p:nvPr/>
            </p:nvSpPr>
            <p:spPr>
              <a:xfrm>
                <a:off x="7562393" y="3289065"/>
                <a:ext cx="1743" cy="951"/>
              </a:xfrm>
              <a:custGeom>
                <a:avLst/>
                <a:gdLst/>
                <a:ahLst/>
                <a:cxnLst/>
                <a:rect l="l" t="t" r="r" b="b"/>
                <a:pathLst>
                  <a:path w="11" h="6" extrusionOk="0">
                    <a:moveTo>
                      <a:pt x="10" y="1"/>
                    </a:moveTo>
                    <a:cubicBezTo>
                      <a:pt x="6" y="1"/>
                      <a:pt x="6" y="1"/>
                      <a:pt x="1" y="6"/>
                    </a:cubicBezTo>
                    <a:cubicBezTo>
                      <a:pt x="6" y="6"/>
                      <a:pt x="10" y="1"/>
                      <a:pt x="10" y="1"/>
                    </a:cubicBezTo>
                    <a:close/>
                  </a:path>
                </a:pathLst>
              </a:custGeom>
              <a:solidFill>
                <a:srgbClr val="222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36"/>
              <p:cNvSpPr/>
              <p:nvPr/>
            </p:nvSpPr>
            <p:spPr>
              <a:xfrm>
                <a:off x="7562393" y="3289065"/>
                <a:ext cx="1743" cy="951"/>
              </a:xfrm>
              <a:custGeom>
                <a:avLst/>
                <a:gdLst/>
                <a:ahLst/>
                <a:cxnLst/>
                <a:rect l="l" t="t" r="r" b="b"/>
                <a:pathLst>
                  <a:path w="11" h="6" extrusionOk="0">
                    <a:moveTo>
                      <a:pt x="10" y="1"/>
                    </a:moveTo>
                    <a:cubicBezTo>
                      <a:pt x="10" y="1"/>
                      <a:pt x="9" y="1"/>
                      <a:pt x="9" y="1"/>
                    </a:cubicBezTo>
                    <a:lnTo>
                      <a:pt x="9" y="1"/>
                    </a:lnTo>
                    <a:cubicBezTo>
                      <a:pt x="10" y="1"/>
                      <a:pt x="10" y="1"/>
                      <a:pt x="10" y="1"/>
                    </a:cubicBezTo>
                    <a:close/>
                    <a:moveTo>
                      <a:pt x="9" y="1"/>
                    </a:moveTo>
                    <a:cubicBezTo>
                      <a:pt x="7" y="2"/>
                      <a:pt x="4" y="3"/>
                      <a:pt x="1" y="6"/>
                    </a:cubicBezTo>
                    <a:cubicBezTo>
                      <a:pt x="5" y="6"/>
                      <a:pt x="6" y="2"/>
                      <a:pt x="9" y="1"/>
                    </a:cubicBezTo>
                    <a:close/>
                  </a:path>
                </a:pathLst>
              </a:custGeom>
              <a:solidFill>
                <a:srgbClr val="222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6"/>
              <p:cNvSpPr/>
              <p:nvPr/>
            </p:nvSpPr>
            <p:spPr>
              <a:xfrm>
                <a:off x="7562393" y="3289065"/>
                <a:ext cx="1743" cy="951"/>
              </a:xfrm>
              <a:custGeom>
                <a:avLst/>
                <a:gdLst/>
                <a:ahLst/>
                <a:cxnLst/>
                <a:rect l="l" t="t" r="r" b="b"/>
                <a:pathLst>
                  <a:path w="11" h="6" extrusionOk="0">
                    <a:moveTo>
                      <a:pt x="10" y="1"/>
                    </a:moveTo>
                    <a:cubicBezTo>
                      <a:pt x="6" y="1"/>
                      <a:pt x="6" y="1"/>
                      <a:pt x="1" y="6"/>
                    </a:cubicBezTo>
                    <a:cubicBezTo>
                      <a:pt x="6" y="6"/>
                      <a:pt x="10" y="1"/>
                      <a:pt x="10" y="1"/>
                    </a:cubicBezTo>
                    <a:close/>
                  </a:path>
                </a:pathLst>
              </a:custGeom>
              <a:solidFill>
                <a:srgbClr val="222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6"/>
              <p:cNvSpPr/>
              <p:nvPr/>
            </p:nvSpPr>
            <p:spPr>
              <a:xfrm>
                <a:off x="7407611" y="3286847"/>
                <a:ext cx="160329" cy="108048"/>
              </a:xfrm>
              <a:custGeom>
                <a:avLst/>
                <a:gdLst/>
                <a:ahLst/>
                <a:cxnLst/>
                <a:rect l="l" t="t" r="r" b="b"/>
                <a:pathLst>
                  <a:path w="1012" h="682" extrusionOk="0">
                    <a:moveTo>
                      <a:pt x="1012" y="0"/>
                    </a:moveTo>
                    <a:cubicBezTo>
                      <a:pt x="1002" y="10"/>
                      <a:pt x="992" y="10"/>
                      <a:pt x="987" y="15"/>
                    </a:cubicBezTo>
                    <a:cubicBezTo>
                      <a:pt x="983" y="15"/>
                      <a:pt x="983" y="20"/>
                      <a:pt x="978" y="20"/>
                    </a:cubicBezTo>
                    <a:cubicBezTo>
                      <a:pt x="968" y="25"/>
                      <a:pt x="958" y="30"/>
                      <a:pt x="948" y="30"/>
                    </a:cubicBezTo>
                    <a:cubicBezTo>
                      <a:pt x="944" y="34"/>
                      <a:pt x="944" y="34"/>
                      <a:pt x="944" y="39"/>
                    </a:cubicBezTo>
                    <a:cubicBezTo>
                      <a:pt x="808" y="274"/>
                      <a:pt x="572" y="495"/>
                      <a:pt x="377" y="495"/>
                    </a:cubicBezTo>
                    <a:cubicBezTo>
                      <a:pt x="368" y="495"/>
                      <a:pt x="360" y="495"/>
                      <a:pt x="352" y="494"/>
                    </a:cubicBezTo>
                    <a:cubicBezTo>
                      <a:pt x="245" y="489"/>
                      <a:pt x="157" y="401"/>
                      <a:pt x="103" y="245"/>
                    </a:cubicBezTo>
                    <a:cubicBezTo>
                      <a:pt x="98" y="240"/>
                      <a:pt x="89" y="240"/>
                      <a:pt x="79" y="240"/>
                    </a:cubicBezTo>
                    <a:cubicBezTo>
                      <a:pt x="79" y="235"/>
                      <a:pt x="74" y="235"/>
                      <a:pt x="74" y="235"/>
                    </a:cubicBezTo>
                    <a:cubicBezTo>
                      <a:pt x="54" y="230"/>
                      <a:pt x="40" y="225"/>
                      <a:pt x="30" y="220"/>
                    </a:cubicBezTo>
                    <a:cubicBezTo>
                      <a:pt x="20" y="220"/>
                      <a:pt x="10" y="215"/>
                      <a:pt x="1" y="210"/>
                    </a:cubicBezTo>
                    <a:lnTo>
                      <a:pt x="1" y="210"/>
                    </a:lnTo>
                    <a:cubicBezTo>
                      <a:pt x="15" y="284"/>
                      <a:pt x="45" y="362"/>
                      <a:pt x="79" y="430"/>
                    </a:cubicBezTo>
                    <a:cubicBezTo>
                      <a:pt x="113" y="503"/>
                      <a:pt x="147" y="552"/>
                      <a:pt x="186" y="591"/>
                    </a:cubicBezTo>
                    <a:cubicBezTo>
                      <a:pt x="251" y="648"/>
                      <a:pt x="343" y="681"/>
                      <a:pt x="431" y="681"/>
                    </a:cubicBezTo>
                    <a:cubicBezTo>
                      <a:pt x="442" y="681"/>
                      <a:pt x="454" y="680"/>
                      <a:pt x="465" y="679"/>
                    </a:cubicBezTo>
                    <a:cubicBezTo>
                      <a:pt x="548" y="674"/>
                      <a:pt x="626" y="650"/>
                      <a:pt x="689" y="596"/>
                    </a:cubicBezTo>
                    <a:cubicBezTo>
                      <a:pt x="929" y="396"/>
                      <a:pt x="1012" y="10"/>
                      <a:pt x="101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36"/>
              <p:cNvSpPr/>
              <p:nvPr/>
            </p:nvSpPr>
            <p:spPr>
              <a:xfrm>
                <a:off x="7423929" y="3291441"/>
                <a:ext cx="134030" cy="73827"/>
              </a:xfrm>
              <a:custGeom>
                <a:avLst/>
                <a:gdLst/>
                <a:ahLst/>
                <a:cxnLst/>
                <a:rect l="l" t="t" r="r" b="b"/>
                <a:pathLst>
                  <a:path w="846" h="466" extrusionOk="0">
                    <a:moveTo>
                      <a:pt x="845" y="1"/>
                    </a:moveTo>
                    <a:lnTo>
                      <a:pt x="836" y="5"/>
                    </a:lnTo>
                    <a:cubicBezTo>
                      <a:pt x="772" y="35"/>
                      <a:pt x="709" y="64"/>
                      <a:pt x="640" y="93"/>
                    </a:cubicBezTo>
                    <a:cubicBezTo>
                      <a:pt x="489" y="157"/>
                      <a:pt x="328" y="216"/>
                      <a:pt x="171" y="225"/>
                    </a:cubicBezTo>
                    <a:cubicBezTo>
                      <a:pt x="113" y="225"/>
                      <a:pt x="59" y="225"/>
                      <a:pt x="0" y="216"/>
                    </a:cubicBezTo>
                    <a:lnTo>
                      <a:pt x="0" y="216"/>
                    </a:lnTo>
                    <a:cubicBezTo>
                      <a:pt x="59" y="372"/>
                      <a:pt x="142" y="460"/>
                      <a:pt x="254" y="465"/>
                    </a:cubicBezTo>
                    <a:cubicBezTo>
                      <a:pt x="262" y="466"/>
                      <a:pt x="270" y="466"/>
                      <a:pt x="278" y="466"/>
                    </a:cubicBezTo>
                    <a:cubicBezTo>
                      <a:pt x="474" y="466"/>
                      <a:pt x="705" y="245"/>
                      <a:pt x="841" y="10"/>
                    </a:cubicBezTo>
                    <a:cubicBezTo>
                      <a:pt x="841" y="5"/>
                      <a:pt x="845" y="5"/>
                      <a:pt x="84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36"/>
              <p:cNvSpPr/>
              <p:nvPr/>
            </p:nvSpPr>
            <p:spPr>
              <a:xfrm>
                <a:off x="7392878" y="3278292"/>
                <a:ext cx="179815" cy="48954"/>
              </a:xfrm>
              <a:custGeom>
                <a:avLst/>
                <a:gdLst/>
                <a:ahLst/>
                <a:cxnLst/>
                <a:rect l="l" t="t" r="r" b="b"/>
                <a:pathLst>
                  <a:path w="1135" h="309" extrusionOk="0">
                    <a:moveTo>
                      <a:pt x="1107" y="0"/>
                    </a:moveTo>
                    <a:cubicBezTo>
                      <a:pt x="1103" y="0"/>
                      <a:pt x="1099" y="2"/>
                      <a:pt x="1095" y="5"/>
                    </a:cubicBezTo>
                    <a:cubicBezTo>
                      <a:pt x="1066" y="15"/>
                      <a:pt x="1041" y="30"/>
                      <a:pt x="1012" y="40"/>
                    </a:cubicBezTo>
                    <a:cubicBezTo>
                      <a:pt x="957" y="57"/>
                      <a:pt x="895" y="64"/>
                      <a:pt x="828" y="64"/>
                    </a:cubicBezTo>
                    <a:cubicBezTo>
                      <a:pt x="730" y="64"/>
                      <a:pt x="622" y="49"/>
                      <a:pt x="514" y="35"/>
                    </a:cubicBezTo>
                    <a:cubicBezTo>
                      <a:pt x="410" y="21"/>
                      <a:pt x="311" y="7"/>
                      <a:pt x="223" y="7"/>
                    </a:cubicBezTo>
                    <a:cubicBezTo>
                      <a:pt x="186" y="7"/>
                      <a:pt x="151" y="9"/>
                      <a:pt x="118" y="15"/>
                    </a:cubicBezTo>
                    <a:cubicBezTo>
                      <a:pt x="94" y="20"/>
                      <a:pt x="69" y="25"/>
                      <a:pt x="50" y="40"/>
                    </a:cubicBezTo>
                    <a:cubicBezTo>
                      <a:pt x="25" y="54"/>
                      <a:pt x="11" y="79"/>
                      <a:pt x="6" y="108"/>
                    </a:cubicBezTo>
                    <a:cubicBezTo>
                      <a:pt x="1" y="142"/>
                      <a:pt x="11" y="181"/>
                      <a:pt x="30" y="211"/>
                    </a:cubicBezTo>
                    <a:cubicBezTo>
                      <a:pt x="45" y="230"/>
                      <a:pt x="69" y="250"/>
                      <a:pt x="94" y="259"/>
                    </a:cubicBezTo>
                    <a:cubicBezTo>
                      <a:pt x="103" y="269"/>
                      <a:pt x="113" y="269"/>
                      <a:pt x="123" y="274"/>
                    </a:cubicBezTo>
                    <a:cubicBezTo>
                      <a:pt x="138" y="279"/>
                      <a:pt x="152" y="284"/>
                      <a:pt x="167" y="289"/>
                    </a:cubicBezTo>
                    <a:lnTo>
                      <a:pt x="172" y="289"/>
                    </a:lnTo>
                    <a:cubicBezTo>
                      <a:pt x="182" y="294"/>
                      <a:pt x="191" y="294"/>
                      <a:pt x="196" y="294"/>
                    </a:cubicBezTo>
                    <a:cubicBezTo>
                      <a:pt x="255" y="308"/>
                      <a:pt x="309" y="308"/>
                      <a:pt x="367" y="308"/>
                    </a:cubicBezTo>
                    <a:cubicBezTo>
                      <a:pt x="524" y="299"/>
                      <a:pt x="685" y="240"/>
                      <a:pt x="836" y="176"/>
                    </a:cubicBezTo>
                    <a:cubicBezTo>
                      <a:pt x="905" y="147"/>
                      <a:pt x="968" y="118"/>
                      <a:pt x="1032" y="88"/>
                    </a:cubicBezTo>
                    <a:lnTo>
                      <a:pt x="1041" y="84"/>
                    </a:lnTo>
                    <a:cubicBezTo>
                      <a:pt x="1051" y="79"/>
                      <a:pt x="1061" y="79"/>
                      <a:pt x="1071" y="74"/>
                    </a:cubicBezTo>
                    <a:cubicBezTo>
                      <a:pt x="1076" y="69"/>
                      <a:pt x="1080" y="69"/>
                      <a:pt x="1080" y="64"/>
                    </a:cubicBezTo>
                    <a:cubicBezTo>
                      <a:pt x="1080" y="69"/>
                      <a:pt x="1080" y="69"/>
                      <a:pt x="1080" y="69"/>
                    </a:cubicBezTo>
                    <a:cubicBezTo>
                      <a:pt x="1090" y="64"/>
                      <a:pt x="1095" y="59"/>
                      <a:pt x="1105" y="54"/>
                    </a:cubicBezTo>
                    <a:cubicBezTo>
                      <a:pt x="1110" y="54"/>
                      <a:pt x="1115" y="49"/>
                      <a:pt x="1120" y="45"/>
                    </a:cubicBezTo>
                    <a:cubicBezTo>
                      <a:pt x="1129" y="40"/>
                      <a:pt x="1134" y="25"/>
                      <a:pt x="1124" y="15"/>
                    </a:cubicBezTo>
                    <a:cubicBezTo>
                      <a:pt x="1121" y="6"/>
                      <a:pt x="1114" y="0"/>
                      <a:pt x="11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36"/>
              <p:cNvSpPr/>
              <p:nvPr/>
            </p:nvSpPr>
            <p:spPr>
              <a:xfrm>
                <a:off x="7457199" y="3225695"/>
                <a:ext cx="24873" cy="4753"/>
              </a:xfrm>
              <a:custGeom>
                <a:avLst/>
                <a:gdLst/>
                <a:ahLst/>
                <a:cxnLst/>
                <a:rect l="l" t="t" r="r" b="b"/>
                <a:pathLst>
                  <a:path w="157" h="30" extrusionOk="0">
                    <a:moveTo>
                      <a:pt x="0" y="0"/>
                    </a:moveTo>
                    <a:cubicBezTo>
                      <a:pt x="34" y="15"/>
                      <a:pt x="69" y="25"/>
                      <a:pt x="108" y="30"/>
                    </a:cubicBezTo>
                    <a:lnTo>
                      <a:pt x="157" y="30"/>
                    </a:lnTo>
                    <a:cubicBezTo>
                      <a:pt x="103" y="25"/>
                      <a:pt x="49" y="15"/>
                      <a:pt x="0" y="0"/>
                    </a:cubicBezTo>
                    <a:close/>
                  </a:path>
                </a:pathLst>
              </a:custGeom>
              <a:solidFill>
                <a:srgbClr val="CF895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6"/>
              <p:cNvSpPr/>
              <p:nvPr/>
            </p:nvSpPr>
            <p:spPr>
              <a:xfrm>
                <a:off x="7374342" y="2937201"/>
                <a:ext cx="137990" cy="294041"/>
              </a:xfrm>
              <a:custGeom>
                <a:avLst/>
                <a:gdLst/>
                <a:ahLst/>
                <a:cxnLst/>
                <a:rect l="l" t="t" r="r" b="b"/>
                <a:pathLst>
                  <a:path w="871" h="1856" extrusionOk="0">
                    <a:moveTo>
                      <a:pt x="445" y="1"/>
                    </a:moveTo>
                    <a:cubicBezTo>
                      <a:pt x="416" y="1"/>
                      <a:pt x="380" y="74"/>
                      <a:pt x="411" y="136"/>
                    </a:cubicBezTo>
                    <a:cubicBezTo>
                      <a:pt x="440" y="204"/>
                      <a:pt x="470" y="273"/>
                      <a:pt x="484" y="346"/>
                    </a:cubicBezTo>
                    <a:cubicBezTo>
                      <a:pt x="528" y="512"/>
                      <a:pt x="523" y="673"/>
                      <a:pt x="465" y="795"/>
                    </a:cubicBezTo>
                    <a:cubicBezTo>
                      <a:pt x="450" y="830"/>
                      <a:pt x="426" y="869"/>
                      <a:pt x="391" y="903"/>
                    </a:cubicBezTo>
                    <a:cubicBezTo>
                      <a:pt x="328" y="986"/>
                      <a:pt x="235" y="1069"/>
                      <a:pt x="157" y="1142"/>
                    </a:cubicBezTo>
                    <a:cubicBezTo>
                      <a:pt x="128" y="1167"/>
                      <a:pt x="98" y="1196"/>
                      <a:pt x="74" y="1216"/>
                    </a:cubicBezTo>
                    <a:cubicBezTo>
                      <a:pt x="15" y="1269"/>
                      <a:pt x="1" y="1352"/>
                      <a:pt x="30" y="1440"/>
                    </a:cubicBezTo>
                    <a:cubicBezTo>
                      <a:pt x="84" y="1587"/>
                      <a:pt x="264" y="1748"/>
                      <a:pt x="523" y="1821"/>
                    </a:cubicBezTo>
                    <a:cubicBezTo>
                      <a:pt x="572" y="1836"/>
                      <a:pt x="626" y="1846"/>
                      <a:pt x="680" y="1851"/>
                    </a:cubicBezTo>
                    <a:cubicBezTo>
                      <a:pt x="694" y="1851"/>
                      <a:pt x="704" y="1856"/>
                      <a:pt x="719" y="1856"/>
                    </a:cubicBezTo>
                    <a:lnTo>
                      <a:pt x="728" y="1856"/>
                    </a:lnTo>
                    <a:cubicBezTo>
                      <a:pt x="748" y="1856"/>
                      <a:pt x="763" y="1841"/>
                      <a:pt x="772" y="1821"/>
                    </a:cubicBezTo>
                    <a:cubicBezTo>
                      <a:pt x="787" y="1812"/>
                      <a:pt x="807" y="1797"/>
                      <a:pt x="816" y="1782"/>
                    </a:cubicBezTo>
                    <a:cubicBezTo>
                      <a:pt x="870" y="1709"/>
                      <a:pt x="846" y="1601"/>
                      <a:pt x="797" y="1523"/>
                    </a:cubicBezTo>
                    <a:cubicBezTo>
                      <a:pt x="753" y="1445"/>
                      <a:pt x="685" y="1382"/>
                      <a:pt x="645" y="1294"/>
                    </a:cubicBezTo>
                    <a:cubicBezTo>
                      <a:pt x="577" y="1132"/>
                      <a:pt x="641" y="952"/>
                      <a:pt x="665" y="776"/>
                    </a:cubicBezTo>
                    <a:cubicBezTo>
                      <a:pt x="689" y="561"/>
                      <a:pt x="474" y="23"/>
                      <a:pt x="465" y="19"/>
                    </a:cubicBezTo>
                    <a:cubicBezTo>
                      <a:pt x="459" y="6"/>
                      <a:pt x="452" y="1"/>
                      <a:pt x="445" y="1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36"/>
              <p:cNvSpPr/>
              <p:nvPr/>
            </p:nvSpPr>
            <p:spPr>
              <a:xfrm>
                <a:off x="7574750" y="2969045"/>
                <a:ext cx="165874" cy="102344"/>
              </a:xfrm>
              <a:custGeom>
                <a:avLst/>
                <a:gdLst/>
                <a:ahLst/>
                <a:cxnLst/>
                <a:rect l="l" t="t" r="r" b="b"/>
                <a:pathLst>
                  <a:path w="1047" h="646" extrusionOk="0">
                    <a:moveTo>
                      <a:pt x="461" y="0"/>
                    </a:moveTo>
                    <a:cubicBezTo>
                      <a:pt x="235" y="0"/>
                      <a:pt x="22" y="163"/>
                      <a:pt x="1" y="599"/>
                    </a:cubicBezTo>
                    <a:cubicBezTo>
                      <a:pt x="128" y="614"/>
                      <a:pt x="250" y="624"/>
                      <a:pt x="377" y="638"/>
                    </a:cubicBezTo>
                    <a:cubicBezTo>
                      <a:pt x="412" y="642"/>
                      <a:pt x="446" y="645"/>
                      <a:pt x="481" y="645"/>
                    </a:cubicBezTo>
                    <a:cubicBezTo>
                      <a:pt x="495" y="645"/>
                      <a:pt x="509" y="645"/>
                      <a:pt x="524" y="643"/>
                    </a:cubicBezTo>
                    <a:cubicBezTo>
                      <a:pt x="577" y="638"/>
                      <a:pt x="631" y="619"/>
                      <a:pt x="680" y="604"/>
                    </a:cubicBezTo>
                    <a:cubicBezTo>
                      <a:pt x="773" y="575"/>
                      <a:pt x="1046" y="570"/>
                      <a:pt x="1017" y="428"/>
                    </a:cubicBezTo>
                    <a:cubicBezTo>
                      <a:pt x="966" y="190"/>
                      <a:pt x="706" y="0"/>
                      <a:pt x="461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36"/>
              <p:cNvSpPr/>
              <p:nvPr/>
            </p:nvSpPr>
            <p:spPr>
              <a:xfrm>
                <a:off x="7252829" y="2994393"/>
                <a:ext cx="161121" cy="104879"/>
              </a:xfrm>
              <a:custGeom>
                <a:avLst/>
                <a:gdLst/>
                <a:ahLst/>
                <a:cxnLst/>
                <a:rect l="l" t="t" r="r" b="b"/>
                <a:pathLst>
                  <a:path w="1017" h="662" extrusionOk="0">
                    <a:moveTo>
                      <a:pt x="465" y="0"/>
                    </a:moveTo>
                    <a:cubicBezTo>
                      <a:pt x="239" y="0"/>
                      <a:pt x="22" y="169"/>
                      <a:pt x="1" y="620"/>
                    </a:cubicBezTo>
                    <a:cubicBezTo>
                      <a:pt x="128" y="630"/>
                      <a:pt x="255" y="644"/>
                      <a:pt x="377" y="654"/>
                    </a:cubicBezTo>
                    <a:cubicBezTo>
                      <a:pt x="411" y="658"/>
                      <a:pt x="446" y="661"/>
                      <a:pt x="480" y="661"/>
                    </a:cubicBezTo>
                    <a:cubicBezTo>
                      <a:pt x="495" y="661"/>
                      <a:pt x="509" y="661"/>
                      <a:pt x="523" y="659"/>
                    </a:cubicBezTo>
                    <a:cubicBezTo>
                      <a:pt x="577" y="654"/>
                      <a:pt x="631" y="640"/>
                      <a:pt x="684" y="620"/>
                    </a:cubicBezTo>
                    <a:cubicBezTo>
                      <a:pt x="772" y="591"/>
                      <a:pt x="1017" y="552"/>
                      <a:pt x="987" y="410"/>
                    </a:cubicBezTo>
                    <a:cubicBezTo>
                      <a:pt x="938" y="177"/>
                      <a:pt x="697" y="0"/>
                      <a:pt x="465" y="0"/>
                    </a:cubicBezTo>
                    <a:close/>
                  </a:path>
                </a:pathLst>
              </a:custGeom>
              <a:solidFill>
                <a:srgbClr val="1E1A19">
                  <a:alpha val="9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36"/>
              <p:cNvSpPr/>
              <p:nvPr/>
            </p:nvSpPr>
            <p:spPr>
              <a:xfrm>
                <a:off x="7567146" y="3035584"/>
                <a:ext cx="182825" cy="44993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284" extrusionOk="0">
                    <a:moveTo>
                      <a:pt x="1094" y="0"/>
                    </a:moveTo>
                    <a:cubicBezTo>
                      <a:pt x="1084" y="0"/>
                      <a:pt x="1074" y="3"/>
                      <a:pt x="1065" y="8"/>
                    </a:cubicBezTo>
                    <a:cubicBezTo>
                      <a:pt x="895" y="123"/>
                      <a:pt x="686" y="182"/>
                      <a:pt x="479" y="182"/>
                    </a:cubicBezTo>
                    <a:cubicBezTo>
                      <a:pt x="341" y="182"/>
                      <a:pt x="203" y="156"/>
                      <a:pt x="78" y="101"/>
                    </a:cubicBezTo>
                    <a:cubicBezTo>
                      <a:pt x="72" y="99"/>
                      <a:pt x="66" y="98"/>
                      <a:pt x="60" y="98"/>
                    </a:cubicBezTo>
                    <a:cubicBezTo>
                      <a:pt x="37" y="98"/>
                      <a:pt x="17" y="111"/>
                      <a:pt x="10" y="130"/>
                    </a:cubicBezTo>
                    <a:cubicBezTo>
                      <a:pt x="0" y="155"/>
                      <a:pt x="10" y="184"/>
                      <a:pt x="39" y="194"/>
                    </a:cubicBezTo>
                    <a:cubicBezTo>
                      <a:pt x="180" y="254"/>
                      <a:pt x="332" y="284"/>
                      <a:pt x="486" y="284"/>
                    </a:cubicBezTo>
                    <a:cubicBezTo>
                      <a:pt x="508" y="284"/>
                      <a:pt x="530" y="283"/>
                      <a:pt x="552" y="282"/>
                    </a:cubicBezTo>
                    <a:cubicBezTo>
                      <a:pt x="752" y="272"/>
                      <a:pt x="953" y="209"/>
                      <a:pt x="1124" y="91"/>
                    </a:cubicBezTo>
                    <a:cubicBezTo>
                      <a:pt x="1143" y="77"/>
                      <a:pt x="1153" y="47"/>
                      <a:pt x="1133" y="23"/>
                    </a:cubicBezTo>
                    <a:cubicBezTo>
                      <a:pt x="1124" y="8"/>
                      <a:pt x="1109" y="0"/>
                      <a:pt x="10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36"/>
              <p:cNvSpPr/>
              <p:nvPr/>
            </p:nvSpPr>
            <p:spPr>
              <a:xfrm>
                <a:off x="7252829" y="3059506"/>
                <a:ext cx="161913" cy="54341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343" extrusionOk="0">
                    <a:moveTo>
                      <a:pt x="965" y="0"/>
                    </a:moveTo>
                    <a:cubicBezTo>
                      <a:pt x="955" y="0"/>
                      <a:pt x="946" y="3"/>
                      <a:pt x="939" y="9"/>
                    </a:cubicBezTo>
                    <a:cubicBezTo>
                      <a:pt x="875" y="58"/>
                      <a:pt x="812" y="97"/>
                      <a:pt x="743" y="136"/>
                    </a:cubicBezTo>
                    <a:cubicBezTo>
                      <a:pt x="645" y="185"/>
                      <a:pt x="567" y="219"/>
                      <a:pt x="489" y="233"/>
                    </a:cubicBezTo>
                    <a:cubicBezTo>
                      <a:pt x="455" y="239"/>
                      <a:pt x="421" y="243"/>
                      <a:pt x="386" y="243"/>
                    </a:cubicBezTo>
                    <a:cubicBezTo>
                      <a:pt x="280" y="243"/>
                      <a:pt x="172" y="214"/>
                      <a:pt x="84" y="155"/>
                    </a:cubicBezTo>
                    <a:cubicBezTo>
                      <a:pt x="76" y="151"/>
                      <a:pt x="67" y="148"/>
                      <a:pt x="58" y="148"/>
                    </a:cubicBezTo>
                    <a:cubicBezTo>
                      <a:pt x="40" y="148"/>
                      <a:pt x="22" y="158"/>
                      <a:pt x="15" y="175"/>
                    </a:cubicBezTo>
                    <a:cubicBezTo>
                      <a:pt x="1" y="199"/>
                      <a:pt x="5" y="229"/>
                      <a:pt x="30" y="243"/>
                    </a:cubicBezTo>
                    <a:cubicBezTo>
                      <a:pt x="134" y="308"/>
                      <a:pt x="254" y="343"/>
                      <a:pt x="375" y="343"/>
                    </a:cubicBezTo>
                    <a:cubicBezTo>
                      <a:pt x="390" y="343"/>
                      <a:pt x="405" y="342"/>
                      <a:pt x="421" y="341"/>
                    </a:cubicBezTo>
                    <a:lnTo>
                      <a:pt x="426" y="341"/>
                    </a:lnTo>
                    <a:cubicBezTo>
                      <a:pt x="450" y="341"/>
                      <a:pt x="479" y="336"/>
                      <a:pt x="509" y="331"/>
                    </a:cubicBezTo>
                    <a:cubicBezTo>
                      <a:pt x="597" y="312"/>
                      <a:pt x="684" y="277"/>
                      <a:pt x="792" y="224"/>
                    </a:cubicBezTo>
                    <a:cubicBezTo>
                      <a:pt x="860" y="185"/>
                      <a:pt x="929" y="141"/>
                      <a:pt x="997" y="92"/>
                    </a:cubicBezTo>
                    <a:cubicBezTo>
                      <a:pt x="1017" y="77"/>
                      <a:pt x="1022" y="43"/>
                      <a:pt x="1007" y="23"/>
                    </a:cubicBezTo>
                    <a:cubicBezTo>
                      <a:pt x="998" y="8"/>
                      <a:pt x="981" y="0"/>
                      <a:pt x="9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36"/>
              <p:cNvSpPr/>
              <p:nvPr/>
            </p:nvSpPr>
            <p:spPr>
              <a:xfrm>
                <a:off x="7899048" y="2997086"/>
                <a:ext cx="88403" cy="114226"/>
              </a:xfrm>
              <a:custGeom>
                <a:avLst/>
                <a:gdLst/>
                <a:ahLst/>
                <a:cxnLst/>
                <a:rect l="l" t="t" r="r" b="b"/>
                <a:pathLst>
                  <a:path w="558" h="721" extrusionOk="0">
                    <a:moveTo>
                      <a:pt x="111" y="1"/>
                    </a:moveTo>
                    <a:cubicBezTo>
                      <a:pt x="92" y="1"/>
                      <a:pt x="71" y="1"/>
                      <a:pt x="50" y="2"/>
                    </a:cubicBezTo>
                    <a:cubicBezTo>
                      <a:pt x="20" y="7"/>
                      <a:pt x="1" y="31"/>
                      <a:pt x="1" y="56"/>
                    </a:cubicBezTo>
                    <a:cubicBezTo>
                      <a:pt x="6" y="85"/>
                      <a:pt x="25" y="105"/>
                      <a:pt x="55" y="105"/>
                    </a:cubicBezTo>
                    <a:cubicBezTo>
                      <a:pt x="77" y="104"/>
                      <a:pt x="97" y="103"/>
                      <a:pt x="117" y="103"/>
                    </a:cubicBezTo>
                    <a:cubicBezTo>
                      <a:pt x="213" y="103"/>
                      <a:pt x="279" y="114"/>
                      <a:pt x="323" y="134"/>
                    </a:cubicBezTo>
                    <a:cubicBezTo>
                      <a:pt x="250" y="154"/>
                      <a:pt x="177" y="198"/>
                      <a:pt x="133" y="261"/>
                    </a:cubicBezTo>
                    <a:cubicBezTo>
                      <a:pt x="69" y="349"/>
                      <a:pt x="64" y="471"/>
                      <a:pt x="123" y="564"/>
                    </a:cubicBezTo>
                    <a:cubicBezTo>
                      <a:pt x="133" y="579"/>
                      <a:pt x="152" y="588"/>
                      <a:pt x="167" y="588"/>
                    </a:cubicBezTo>
                    <a:cubicBezTo>
                      <a:pt x="177" y="588"/>
                      <a:pt x="187" y="583"/>
                      <a:pt x="191" y="579"/>
                    </a:cubicBezTo>
                    <a:cubicBezTo>
                      <a:pt x="216" y="564"/>
                      <a:pt x="226" y="535"/>
                      <a:pt x="211" y="510"/>
                    </a:cubicBezTo>
                    <a:cubicBezTo>
                      <a:pt x="172" y="452"/>
                      <a:pt x="177" y="378"/>
                      <a:pt x="216" y="320"/>
                    </a:cubicBezTo>
                    <a:cubicBezTo>
                      <a:pt x="257" y="264"/>
                      <a:pt x="334" y="226"/>
                      <a:pt x="408" y="226"/>
                    </a:cubicBezTo>
                    <a:cubicBezTo>
                      <a:pt x="412" y="226"/>
                      <a:pt x="417" y="227"/>
                      <a:pt x="421" y="227"/>
                    </a:cubicBezTo>
                    <a:cubicBezTo>
                      <a:pt x="426" y="246"/>
                      <a:pt x="436" y="271"/>
                      <a:pt x="436" y="290"/>
                    </a:cubicBezTo>
                    <a:cubicBezTo>
                      <a:pt x="455" y="422"/>
                      <a:pt x="387" y="559"/>
                      <a:pt x="275" y="627"/>
                    </a:cubicBezTo>
                    <a:cubicBezTo>
                      <a:pt x="250" y="642"/>
                      <a:pt x="245" y="671"/>
                      <a:pt x="260" y="696"/>
                    </a:cubicBezTo>
                    <a:cubicBezTo>
                      <a:pt x="270" y="711"/>
                      <a:pt x="284" y="720"/>
                      <a:pt x="304" y="720"/>
                    </a:cubicBezTo>
                    <a:cubicBezTo>
                      <a:pt x="314" y="720"/>
                      <a:pt x="318" y="715"/>
                      <a:pt x="328" y="711"/>
                    </a:cubicBezTo>
                    <a:cubicBezTo>
                      <a:pt x="475" y="627"/>
                      <a:pt x="558" y="447"/>
                      <a:pt x="538" y="276"/>
                    </a:cubicBezTo>
                    <a:cubicBezTo>
                      <a:pt x="511" y="90"/>
                      <a:pt x="370" y="1"/>
                      <a:pt x="11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36"/>
              <p:cNvSpPr/>
              <p:nvPr/>
            </p:nvSpPr>
            <p:spPr>
              <a:xfrm>
                <a:off x="7229541" y="3254370"/>
                <a:ext cx="83808" cy="137357"/>
              </a:xfrm>
              <a:custGeom>
                <a:avLst/>
                <a:gdLst/>
                <a:ahLst/>
                <a:cxnLst/>
                <a:rect l="l" t="t" r="r" b="b"/>
                <a:pathLst>
                  <a:path w="529" h="867" extrusionOk="0">
                    <a:moveTo>
                      <a:pt x="275" y="0"/>
                    </a:moveTo>
                    <a:lnTo>
                      <a:pt x="275" y="0"/>
                    </a:lnTo>
                    <a:cubicBezTo>
                      <a:pt x="294" y="254"/>
                      <a:pt x="221" y="523"/>
                      <a:pt x="89" y="728"/>
                    </a:cubicBezTo>
                    <a:cubicBezTo>
                      <a:pt x="84" y="743"/>
                      <a:pt x="74" y="752"/>
                      <a:pt x="64" y="762"/>
                    </a:cubicBezTo>
                    <a:cubicBezTo>
                      <a:pt x="60" y="772"/>
                      <a:pt x="50" y="787"/>
                      <a:pt x="40" y="796"/>
                    </a:cubicBezTo>
                    <a:cubicBezTo>
                      <a:pt x="30" y="811"/>
                      <a:pt x="20" y="821"/>
                      <a:pt x="11" y="836"/>
                    </a:cubicBezTo>
                    <a:cubicBezTo>
                      <a:pt x="11" y="836"/>
                      <a:pt x="6" y="840"/>
                      <a:pt x="1" y="845"/>
                    </a:cubicBezTo>
                    <a:lnTo>
                      <a:pt x="6" y="845"/>
                    </a:lnTo>
                    <a:cubicBezTo>
                      <a:pt x="11" y="850"/>
                      <a:pt x="16" y="855"/>
                      <a:pt x="20" y="855"/>
                    </a:cubicBezTo>
                    <a:cubicBezTo>
                      <a:pt x="49" y="862"/>
                      <a:pt x="109" y="867"/>
                      <a:pt x="153" y="867"/>
                    </a:cubicBezTo>
                    <a:cubicBezTo>
                      <a:pt x="169" y="867"/>
                      <a:pt x="182" y="866"/>
                      <a:pt x="191" y="865"/>
                    </a:cubicBezTo>
                    <a:cubicBezTo>
                      <a:pt x="284" y="860"/>
                      <a:pt x="377" y="821"/>
                      <a:pt x="441" y="748"/>
                    </a:cubicBezTo>
                    <a:cubicBezTo>
                      <a:pt x="485" y="699"/>
                      <a:pt x="514" y="640"/>
                      <a:pt x="529" y="577"/>
                    </a:cubicBezTo>
                    <a:cubicBezTo>
                      <a:pt x="514" y="552"/>
                      <a:pt x="504" y="528"/>
                      <a:pt x="490" y="503"/>
                    </a:cubicBezTo>
                    <a:cubicBezTo>
                      <a:pt x="470" y="459"/>
                      <a:pt x="450" y="415"/>
                      <a:pt x="431" y="376"/>
                    </a:cubicBezTo>
                    <a:cubicBezTo>
                      <a:pt x="411" y="337"/>
                      <a:pt x="397" y="303"/>
                      <a:pt x="382" y="264"/>
                    </a:cubicBezTo>
                    <a:cubicBezTo>
                      <a:pt x="367" y="239"/>
                      <a:pt x="358" y="220"/>
                      <a:pt x="348" y="196"/>
                    </a:cubicBezTo>
                    <a:cubicBezTo>
                      <a:pt x="323" y="132"/>
                      <a:pt x="299" y="64"/>
                      <a:pt x="2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et Sitting App Pitch Deck by Slidesgo">
  <a:themeElements>
    <a:clrScheme name="Simple Light">
      <a:dk1>
        <a:srgbClr val="BB5320"/>
      </a:dk1>
      <a:lt1>
        <a:srgbClr val="F0E3D9"/>
      </a:lt1>
      <a:dk2>
        <a:srgbClr val="1E1A19"/>
      </a:dk2>
      <a:lt2>
        <a:srgbClr val="4C4949"/>
      </a:lt2>
      <a:accent1>
        <a:srgbClr val="A3CAE7"/>
      </a:accent1>
      <a:accent2>
        <a:srgbClr val="C3CF62"/>
      </a:accent2>
      <a:accent3>
        <a:srgbClr val="E0AE83"/>
      </a:accent3>
      <a:accent4>
        <a:srgbClr val="815335"/>
      </a:accent4>
      <a:accent5>
        <a:srgbClr val="4C2D1A"/>
      </a:accent5>
      <a:accent6>
        <a:srgbClr val="FFFFFF"/>
      </a:accent6>
      <a:hlink>
        <a:srgbClr val="1E1A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2045</TotalTime>
  <Words>327</Words>
  <Application>Microsoft Macintosh PowerPoint</Application>
  <PresentationFormat>On-screen Show (16:9)</PresentationFormat>
  <Paragraphs>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Lilita One</vt:lpstr>
      <vt:lpstr>Bebas Neue</vt:lpstr>
      <vt:lpstr>MuktaMahee Regular</vt:lpstr>
      <vt:lpstr>Arial</vt:lpstr>
      <vt:lpstr>Open Sans</vt:lpstr>
      <vt:lpstr>PT Sans</vt:lpstr>
      <vt:lpstr>Pet Sitting App Pitch Deck by Slidesgo</vt:lpstr>
      <vt:lpstr>WhoofPark </vt:lpstr>
      <vt:lpstr>”THE EMPTY PARK GAMBLE"</vt:lpstr>
      <vt:lpstr>”THE EMPTY PARK GAMBLE"</vt:lpstr>
      <vt:lpstr>WhoofPark App</vt:lpstr>
      <vt:lpstr>TECH STACK</vt:lpstr>
      <vt:lpstr>TECH STACK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WhoofPark </dc:title>
  <cp:lastModifiedBy>Itamar Hadad</cp:lastModifiedBy>
  <cp:revision>7</cp:revision>
  <dcterms:modified xsi:type="dcterms:W3CDTF">2026-02-25T10:54:44Z</dcterms:modified>
</cp:coreProperties>
</file>